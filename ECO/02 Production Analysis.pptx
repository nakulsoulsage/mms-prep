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80" r:id="rId2"/>
    <p:sldId id="281" r:id="rId3"/>
    <p:sldId id="282" r:id="rId4"/>
    <p:sldId id="328" r:id="rId5"/>
    <p:sldId id="329" r:id="rId6"/>
    <p:sldId id="304" r:id="rId7"/>
    <p:sldId id="305" r:id="rId8"/>
    <p:sldId id="330" r:id="rId9"/>
    <p:sldId id="331" r:id="rId10"/>
    <p:sldId id="332" r:id="rId11"/>
    <p:sldId id="333" r:id="rId12"/>
    <p:sldId id="334" r:id="rId13"/>
    <p:sldId id="335" r:id="rId14"/>
    <p:sldId id="340" r:id="rId15"/>
    <p:sldId id="341" r:id="rId16"/>
    <p:sldId id="344" r:id="rId17"/>
    <p:sldId id="342" r:id="rId18"/>
    <p:sldId id="326" r:id="rId19"/>
    <p:sldId id="323" r:id="rId20"/>
    <p:sldId id="324" r:id="rId21"/>
    <p:sldId id="325" r:id="rId22"/>
    <p:sldId id="298" r:id="rId23"/>
    <p:sldId id="302" r:id="rId24"/>
    <p:sldId id="313" r:id="rId25"/>
    <p:sldId id="299" r:id="rId26"/>
    <p:sldId id="315" r:id="rId27"/>
    <p:sldId id="301" r:id="rId28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65E095-77CB-F949-8360-C998FD4F4076}" v="135" dt="2021-03-31T05:43:23.46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6"/>
    <p:restoredTop sz="93153"/>
  </p:normalViewPr>
  <p:slideViewPr>
    <p:cSldViewPr snapToGrid="0">
      <p:cViewPr>
        <p:scale>
          <a:sx n="100" d="100"/>
          <a:sy n="100" d="100"/>
        </p:scale>
        <p:origin x="336" y="184"/>
      </p:cViewPr>
      <p:guideLst/>
    </p:cSldViewPr>
  </p:slideViewPr>
  <p:outlineViewPr>
    <p:cViewPr>
      <p:scale>
        <a:sx n="33" d="100"/>
        <a:sy n="33" d="100"/>
      </p:scale>
      <p:origin x="0" y="-30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gie Menezes" userId="74619c95fa3483c9" providerId="LiveId" clId="{81CF669C-6996-674A-8375-EBD66AC830CF}"/>
    <pc:docChg chg="custSel addSld modSld">
      <pc:chgData name="Aggie Menezes" userId="74619c95fa3483c9" providerId="LiveId" clId="{81CF669C-6996-674A-8375-EBD66AC830CF}" dt="2021-01-29T14:45:42.386" v="1272"/>
      <pc:docMkLst>
        <pc:docMk/>
      </pc:docMkLst>
      <pc:sldChg chg="addSp delSp">
        <pc:chgData name="Aggie Menezes" userId="74619c95fa3483c9" providerId="LiveId" clId="{81CF669C-6996-674A-8375-EBD66AC830CF}" dt="2021-01-29T14:18:15.329" v="198"/>
        <pc:sldMkLst>
          <pc:docMk/>
          <pc:sldMk cId="0" sldId="257"/>
        </pc:sldMkLst>
        <pc:grpChg chg="add del">
          <ac:chgData name="Aggie Menezes" userId="74619c95fa3483c9" providerId="LiveId" clId="{81CF669C-6996-674A-8375-EBD66AC830CF}" dt="2021-01-29T14:05:53.800" v="12"/>
          <ac:grpSpMkLst>
            <pc:docMk/>
            <pc:sldMk cId="0" sldId="257"/>
            <ac:grpSpMk id="7" creationId="{CA3B6C3B-2D82-9F49-9170-3B25E69EAAA2}"/>
          </ac:grpSpMkLst>
        </pc:grpChg>
        <pc:grpChg chg="add del">
          <ac:chgData name="Aggie Menezes" userId="74619c95fa3483c9" providerId="LiveId" clId="{81CF669C-6996-674A-8375-EBD66AC830CF}" dt="2021-01-29T14:05:57.099" v="19"/>
          <ac:grpSpMkLst>
            <pc:docMk/>
            <pc:sldMk cId="0" sldId="257"/>
            <ac:grpSpMk id="14" creationId="{513F18D4-C0E7-DC4C-9239-5EB48978D716}"/>
          </ac:grpSpMkLst>
        </pc:grpChg>
        <pc:grpChg chg="add">
          <ac:chgData name="Aggie Menezes" userId="74619c95fa3483c9" providerId="LiveId" clId="{81CF669C-6996-674A-8375-EBD66AC830CF}" dt="2021-01-29T14:05:57.099" v="19"/>
          <ac:grpSpMkLst>
            <pc:docMk/>
            <pc:sldMk cId="0" sldId="257"/>
            <ac:grpSpMk id="25" creationId="{C2FE33A8-6953-7542-AD52-EB98094827D8}"/>
          </ac:grpSpMkLst>
        </pc:grpChg>
        <pc:grpChg chg="add">
          <ac:chgData name="Aggie Menezes" userId="74619c95fa3483c9" providerId="LiveId" clId="{81CF669C-6996-674A-8375-EBD66AC830CF}" dt="2021-01-29T14:06:10.725" v="27"/>
          <ac:grpSpMkLst>
            <pc:docMk/>
            <pc:sldMk cId="0" sldId="257"/>
            <ac:grpSpMk id="33" creationId="{5E03B5B0-FE32-5D4C-93CD-3EAE5C1A0102}"/>
          </ac:grpSpMkLst>
        </pc:grpChg>
        <pc:grpChg chg="add del">
          <ac:chgData name="Aggie Menezes" userId="74619c95fa3483c9" providerId="LiveId" clId="{81CF669C-6996-674A-8375-EBD66AC830CF}" dt="2021-01-29T14:06:48.902" v="53"/>
          <ac:grpSpMkLst>
            <pc:docMk/>
            <pc:sldMk cId="0" sldId="257"/>
            <ac:grpSpMk id="52" creationId="{6E555D4F-8783-C149-A64D-6ADC20517DA2}"/>
          </ac:grpSpMkLst>
        </pc:grpChg>
        <pc:grpChg chg="add">
          <ac:chgData name="Aggie Menezes" userId="74619c95fa3483c9" providerId="LiveId" clId="{81CF669C-6996-674A-8375-EBD66AC830CF}" dt="2021-01-29T14:06:45.155" v="46"/>
          <ac:grpSpMkLst>
            <pc:docMk/>
            <pc:sldMk cId="0" sldId="257"/>
            <ac:grpSpMk id="53" creationId="{690BB3EB-9FD4-984C-9CDF-90717E96CCB8}"/>
          </ac:grpSpMkLst>
        </pc:grpChg>
        <pc:grpChg chg="add">
          <ac:chgData name="Aggie Menezes" userId="74619c95fa3483c9" providerId="LiveId" clId="{81CF669C-6996-674A-8375-EBD66AC830CF}" dt="2021-01-29T14:06:48.902" v="53"/>
          <ac:grpSpMkLst>
            <pc:docMk/>
            <pc:sldMk cId="0" sldId="257"/>
            <ac:grpSpMk id="60" creationId="{D5956761-9EE6-594E-B44E-BDB11FD7CBDF}"/>
          </ac:grpSpMkLst>
        </pc:grpChg>
        <pc:grpChg chg="add del">
          <ac:chgData name="Aggie Menezes" userId="74619c95fa3483c9" providerId="LiveId" clId="{81CF669C-6996-674A-8375-EBD66AC830CF}" dt="2021-01-29T14:10:43.216" v="151"/>
          <ac:grpSpMkLst>
            <pc:docMk/>
            <pc:sldMk cId="0" sldId="257"/>
            <ac:grpSpMk id="79" creationId="{4DC1955B-E47F-D549-8AC4-FD0F67DF3267}"/>
          </ac:grpSpMkLst>
        </pc:grpChg>
        <pc:grpChg chg="add del">
          <ac:chgData name="Aggie Menezes" userId="74619c95fa3483c9" providerId="LiveId" clId="{81CF669C-6996-674A-8375-EBD66AC830CF}" dt="2021-01-29T14:07:20.542" v="75"/>
          <ac:grpSpMkLst>
            <pc:docMk/>
            <pc:sldMk cId="0" sldId="257"/>
            <ac:grpSpMk id="80" creationId="{7CB7AB1A-D062-2443-83DF-6C927E84FB21}"/>
          </ac:grpSpMkLst>
        </pc:grpChg>
        <pc:grpChg chg="add">
          <ac:chgData name="Aggie Menezes" userId="74619c95fa3483c9" providerId="LiveId" clId="{81CF669C-6996-674A-8375-EBD66AC830CF}" dt="2021-01-29T14:07:20.542" v="75"/>
          <ac:grpSpMkLst>
            <pc:docMk/>
            <pc:sldMk cId="0" sldId="257"/>
            <ac:grpSpMk id="83" creationId="{2CA5E5BF-80F7-864F-AAC2-2C3DD7CFB2C6}"/>
          </ac:grpSpMkLst>
        </pc:grpChg>
        <pc:grpChg chg="add">
          <ac:chgData name="Aggie Menezes" userId="74619c95fa3483c9" providerId="LiveId" clId="{81CF669C-6996-674A-8375-EBD66AC830CF}" dt="2021-01-29T14:07:44.152" v="82"/>
          <ac:grpSpMkLst>
            <pc:docMk/>
            <pc:sldMk cId="0" sldId="257"/>
            <ac:grpSpMk id="90" creationId="{5805F5DA-B305-CC4C-AD19-8D2A9EC3F393}"/>
          </ac:grpSpMkLst>
        </pc:grpChg>
        <pc:grpChg chg="add">
          <ac:chgData name="Aggie Menezes" userId="74619c95fa3483c9" providerId="LiveId" clId="{81CF669C-6996-674A-8375-EBD66AC830CF}" dt="2021-01-29T14:08:01.517" v="88"/>
          <ac:grpSpMkLst>
            <pc:docMk/>
            <pc:sldMk cId="0" sldId="257"/>
            <ac:grpSpMk id="96" creationId="{C7ECEDA4-C3BF-1D4C-89EB-A043B1A65CE9}"/>
          </ac:grpSpMkLst>
        </pc:grpChg>
        <pc:grpChg chg="add">
          <ac:chgData name="Aggie Menezes" userId="74619c95fa3483c9" providerId="LiveId" clId="{81CF669C-6996-674A-8375-EBD66AC830CF}" dt="2021-01-29T14:08:08.413" v="99"/>
          <ac:grpSpMkLst>
            <pc:docMk/>
            <pc:sldMk cId="0" sldId="257"/>
            <ac:grpSpMk id="107" creationId="{0E1E3B48-6837-CF4E-A1E3-6D01893E754F}"/>
          </ac:grpSpMkLst>
        </pc:grpChg>
        <pc:grpChg chg="add del">
          <ac:chgData name="Aggie Menezes" userId="74619c95fa3483c9" providerId="LiveId" clId="{81CF669C-6996-674A-8375-EBD66AC830CF}" dt="2021-01-29T14:08:55.445" v="114"/>
          <ac:grpSpMkLst>
            <pc:docMk/>
            <pc:sldMk cId="0" sldId="257"/>
            <ac:grpSpMk id="115" creationId="{4AD52431-4C81-AD4A-89D4-DF51EC7D6CB4}"/>
          </ac:grpSpMkLst>
        </pc:grpChg>
        <pc:grpChg chg="add">
          <ac:chgData name="Aggie Menezes" userId="74619c95fa3483c9" providerId="LiveId" clId="{81CF669C-6996-674A-8375-EBD66AC830CF}" dt="2021-01-29T14:08:55.445" v="114"/>
          <ac:grpSpMkLst>
            <pc:docMk/>
            <pc:sldMk cId="0" sldId="257"/>
            <ac:grpSpMk id="122" creationId="{A39802EA-35BA-9645-A4F7-E3485D91D5BE}"/>
          </ac:grpSpMkLst>
        </pc:grpChg>
        <pc:grpChg chg="add del">
          <ac:chgData name="Aggie Menezes" userId="74619c95fa3483c9" providerId="LiveId" clId="{81CF669C-6996-674A-8375-EBD66AC830CF}" dt="2021-01-29T14:18:10.864" v="191"/>
          <ac:grpSpMkLst>
            <pc:docMk/>
            <pc:sldMk cId="0" sldId="257"/>
            <ac:grpSpMk id="127" creationId="{82475E83-18B6-1542-A797-BF3D623A0196}"/>
          </ac:grpSpMkLst>
        </pc:grpChg>
        <pc:grpChg chg="add del">
          <ac:chgData name="Aggie Menezes" userId="74619c95fa3483c9" providerId="LiveId" clId="{81CF669C-6996-674A-8375-EBD66AC830CF}" dt="2021-01-29T14:10:15.774" v="144"/>
          <ac:grpSpMkLst>
            <pc:docMk/>
            <pc:sldMk cId="0" sldId="257"/>
            <ac:grpSpMk id="127" creationId="{9AD8EA44-FB43-E649-B2AF-DF0DC3A30E04}"/>
          </ac:grpSpMkLst>
        </pc:grpChg>
        <pc:grpChg chg="add del">
          <ac:chgData name="Aggie Menezes" userId="74619c95fa3483c9" providerId="LiveId" clId="{81CF669C-6996-674A-8375-EBD66AC830CF}" dt="2021-01-29T14:09:45.537" v="137"/>
          <ac:grpSpMkLst>
            <pc:docMk/>
            <pc:sldMk cId="0" sldId="257"/>
            <ac:grpSpMk id="142" creationId="{9CEA1999-A1BA-2A48-95C0-5AF69B84822F}"/>
          </ac:grpSpMkLst>
        </pc:grpChg>
        <pc:grpChg chg="add del">
          <ac:chgData name="Aggie Menezes" userId="74619c95fa3483c9" providerId="LiveId" clId="{81CF669C-6996-674A-8375-EBD66AC830CF}" dt="2021-01-29T14:09:48.533" v="142"/>
          <ac:grpSpMkLst>
            <pc:docMk/>
            <pc:sldMk cId="0" sldId="257"/>
            <ac:grpSpMk id="145" creationId="{10C2BFDD-8285-D743-BBF0-DAA960601ED8}"/>
          </ac:grpSpMkLst>
        </pc:grpChg>
        <pc:grpChg chg="add">
          <ac:chgData name="Aggie Menezes" userId="74619c95fa3483c9" providerId="LiveId" clId="{81CF669C-6996-674A-8375-EBD66AC830CF}" dt="2021-01-29T14:09:48.533" v="142"/>
          <ac:grpSpMkLst>
            <pc:docMk/>
            <pc:sldMk cId="0" sldId="257"/>
            <ac:grpSpMk id="150" creationId="{9D19F87B-65A2-614D-BB0D-9C1148E93D01}"/>
          </ac:grpSpMkLst>
        </pc:grpChg>
        <pc:grpChg chg="add del">
          <ac:chgData name="Aggie Menezes" userId="74619c95fa3483c9" providerId="LiveId" clId="{81CF669C-6996-674A-8375-EBD66AC830CF}" dt="2021-01-29T14:10:18.201" v="149"/>
          <ac:grpSpMkLst>
            <pc:docMk/>
            <pc:sldMk cId="0" sldId="257"/>
            <ac:grpSpMk id="152" creationId="{1A4E09AA-D62F-2147-AEAD-5E7AB150AD4A}"/>
          </ac:grpSpMkLst>
        </pc:grpChg>
        <pc:grpChg chg="add">
          <ac:chgData name="Aggie Menezes" userId="74619c95fa3483c9" providerId="LiveId" clId="{81CF669C-6996-674A-8375-EBD66AC830CF}" dt="2021-01-29T14:10:18.201" v="149"/>
          <ac:grpSpMkLst>
            <pc:docMk/>
            <pc:sldMk cId="0" sldId="257"/>
            <ac:grpSpMk id="157" creationId="{ED4B0F76-6EE6-AC4F-9A96-F6C47B5E7CE1}"/>
          </ac:grpSpMkLst>
        </pc:grpChg>
        <pc:grpChg chg="add del">
          <ac:chgData name="Aggie Menezes" userId="74619c95fa3483c9" providerId="LiveId" clId="{81CF669C-6996-674A-8375-EBD66AC830CF}" dt="2021-01-29T14:10:50.534" v="166"/>
          <ac:grpSpMkLst>
            <pc:docMk/>
            <pc:sldMk cId="0" sldId="257"/>
            <ac:grpSpMk id="159" creationId="{D0C18E60-84A1-CB45-937F-BDD20EA7EFDA}"/>
          </ac:grpSpMkLst>
        </pc:grpChg>
        <pc:grpChg chg="add del">
          <ac:chgData name="Aggie Menezes" userId="74619c95fa3483c9" providerId="LiveId" clId="{81CF669C-6996-674A-8375-EBD66AC830CF}" dt="2021-01-29T14:11:00.214" v="171"/>
          <ac:grpSpMkLst>
            <pc:docMk/>
            <pc:sldMk cId="0" sldId="257"/>
            <ac:grpSpMk id="174" creationId="{83016244-B5D4-3243-9FA9-EEF6627548D6}"/>
          </ac:grpSpMkLst>
        </pc:grpChg>
        <pc:grpChg chg="add">
          <ac:chgData name="Aggie Menezes" userId="74619c95fa3483c9" providerId="LiveId" clId="{81CF669C-6996-674A-8375-EBD66AC830CF}" dt="2021-01-29T14:11:00.214" v="171"/>
          <ac:grpSpMkLst>
            <pc:docMk/>
            <pc:sldMk cId="0" sldId="257"/>
            <ac:grpSpMk id="179" creationId="{3BB76556-C8CC-3D43-AEE2-D92550951A56}"/>
          </ac:grpSpMkLst>
        </pc:grpChg>
        <pc:grpChg chg="add del">
          <ac:chgData name="Aggie Menezes" userId="74619c95fa3483c9" providerId="LiveId" clId="{81CF669C-6996-674A-8375-EBD66AC830CF}" dt="2021-01-29T14:18:10.864" v="191"/>
          <ac:grpSpMkLst>
            <pc:docMk/>
            <pc:sldMk cId="0" sldId="257"/>
            <ac:grpSpMk id="185" creationId="{ABCA37B3-8D9A-A041-A9C6-84394462EBF5}"/>
          </ac:grpSpMkLst>
        </pc:grpChg>
        <pc:grpChg chg="add del">
          <ac:chgData name="Aggie Menezes" userId="74619c95fa3483c9" providerId="LiveId" clId="{81CF669C-6996-674A-8375-EBD66AC830CF}" dt="2021-01-29T14:18:15.329" v="198"/>
          <ac:grpSpMkLst>
            <pc:docMk/>
            <pc:sldMk cId="0" sldId="257"/>
            <ac:grpSpMk id="187" creationId="{714C10A5-4F04-0145-8E3D-2B37647502D9}"/>
          </ac:grpSpMkLst>
        </pc:grpChg>
        <pc:grpChg chg="add">
          <ac:chgData name="Aggie Menezes" userId="74619c95fa3483c9" providerId="LiveId" clId="{81CF669C-6996-674A-8375-EBD66AC830CF}" dt="2021-01-29T14:18:15.329" v="198"/>
          <ac:grpSpMkLst>
            <pc:docMk/>
            <pc:sldMk cId="0" sldId="257"/>
            <ac:grpSpMk id="194" creationId="{614B4C4B-EDE5-A245-9DFF-A49EB69ACBD2}"/>
          </ac:grpSpMkLst>
        </pc:grpChg>
        <pc:inkChg chg="add topLvl">
          <ac:chgData name="Aggie Menezes" userId="74619c95fa3483c9" providerId="LiveId" clId="{81CF669C-6996-674A-8375-EBD66AC830CF}" dt="2021-01-29T14:05:57.099" v="19"/>
          <ac:inkMkLst>
            <pc:docMk/>
            <pc:sldMk cId="0" sldId="257"/>
            <ac:inkMk id="2" creationId="{6466D557-26F4-D541-9CDF-F2EBFE4A8729}"/>
          </ac:inkMkLst>
        </pc:inkChg>
        <pc:inkChg chg="add topLvl">
          <ac:chgData name="Aggie Menezes" userId="74619c95fa3483c9" providerId="LiveId" clId="{81CF669C-6996-674A-8375-EBD66AC830CF}" dt="2021-01-29T14:05:57.099" v="19"/>
          <ac:inkMkLst>
            <pc:docMk/>
            <pc:sldMk cId="0" sldId="257"/>
            <ac:inkMk id="3" creationId="{439B7380-393F-5642-AFDB-C580514D3F76}"/>
          </ac:inkMkLst>
        </pc:inkChg>
        <pc:inkChg chg="add topLvl">
          <ac:chgData name="Aggie Menezes" userId="74619c95fa3483c9" providerId="LiveId" clId="{81CF669C-6996-674A-8375-EBD66AC830CF}" dt="2021-01-29T14:05:57.099" v="19"/>
          <ac:inkMkLst>
            <pc:docMk/>
            <pc:sldMk cId="0" sldId="257"/>
            <ac:inkMk id="4" creationId="{0090AA46-FB21-BB48-8BC7-6B99DA4E9455}"/>
          </ac:inkMkLst>
        </pc:inkChg>
        <pc:inkChg chg="add topLvl">
          <ac:chgData name="Aggie Menezes" userId="74619c95fa3483c9" providerId="LiveId" clId="{81CF669C-6996-674A-8375-EBD66AC830CF}" dt="2021-01-29T14:05:57.099" v="19"/>
          <ac:inkMkLst>
            <pc:docMk/>
            <pc:sldMk cId="0" sldId="257"/>
            <ac:inkMk id="5" creationId="{ABD6E8A6-22B0-4444-B8A9-26DDA730EEA5}"/>
          </ac:inkMkLst>
        </pc:inkChg>
        <pc:inkChg chg="add topLvl">
          <ac:chgData name="Aggie Menezes" userId="74619c95fa3483c9" providerId="LiveId" clId="{81CF669C-6996-674A-8375-EBD66AC830CF}" dt="2021-01-29T14:05:57.099" v="19"/>
          <ac:inkMkLst>
            <pc:docMk/>
            <pc:sldMk cId="0" sldId="257"/>
            <ac:inkMk id="6" creationId="{F708E004-F21A-A64E-8F5E-437DA5F0CB9C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7" creationId="{63D989BD-DE03-3C4E-A667-1EEBA5BB65AF}"/>
          </ac:inkMkLst>
        </pc:inkChg>
        <pc:inkChg chg="add topLvl">
          <ac:chgData name="Aggie Menezes" userId="74619c95fa3483c9" providerId="LiveId" clId="{81CF669C-6996-674A-8375-EBD66AC830CF}" dt="2021-01-29T14:05:57.099" v="19"/>
          <ac:inkMkLst>
            <pc:docMk/>
            <pc:sldMk cId="0" sldId="257"/>
            <ac:inkMk id="8" creationId="{E5BE565D-4DFF-B440-9311-17CAABCB53D7}"/>
          </ac:inkMkLst>
        </pc:inkChg>
        <pc:inkChg chg="add topLvl">
          <ac:chgData name="Aggie Menezes" userId="74619c95fa3483c9" providerId="LiveId" clId="{81CF669C-6996-674A-8375-EBD66AC830CF}" dt="2021-01-29T14:05:57.099" v="19"/>
          <ac:inkMkLst>
            <pc:docMk/>
            <pc:sldMk cId="0" sldId="257"/>
            <ac:inkMk id="9" creationId="{FEFD90BC-799E-5A4C-A8ED-B68555CB6127}"/>
          </ac:inkMkLst>
        </pc:inkChg>
        <pc:inkChg chg="add topLvl">
          <ac:chgData name="Aggie Menezes" userId="74619c95fa3483c9" providerId="LiveId" clId="{81CF669C-6996-674A-8375-EBD66AC830CF}" dt="2021-01-29T14:05:57.099" v="19"/>
          <ac:inkMkLst>
            <pc:docMk/>
            <pc:sldMk cId="0" sldId="257"/>
            <ac:inkMk id="10" creationId="{F8D5F287-BD39-DB4A-9791-28200BAAB381}"/>
          </ac:inkMkLst>
        </pc:inkChg>
        <pc:inkChg chg="add topLvl">
          <ac:chgData name="Aggie Menezes" userId="74619c95fa3483c9" providerId="LiveId" clId="{81CF669C-6996-674A-8375-EBD66AC830CF}" dt="2021-01-29T14:05:57.099" v="19"/>
          <ac:inkMkLst>
            <pc:docMk/>
            <pc:sldMk cId="0" sldId="257"/>
            <ac:inkMk id="11" creationId="{A3EE82B9-1A5A-6C40-8F0A-D7767E8D5D4F}"/>
          </ac:inkMkLst>
        </pc:inkChg>
        <pc:inkChg chg="add topLvl">
          <ac:chgData name="Aggie Menezes" userId="74619c95fa3483c9" providerId="LiveId" clId="{81CF669C-6996-674A-8375-EBD66AC830CF}" dt="2021-01-29T14:05:57.099" v="19"/>
          <ac:inkMkLst>
            <pc:docMk/>
            <pc:sldMk cId="0" sldId="257"/>
            <ac:inkMk id="12" creationId="{A94C3A1D-3460-A841-B33A-6064264DD696}"/>
          </ac:inkMkLst>
        </pc:inkChg>
        <pc:inkChg chg="add topLvl">
          <ac:chgData name="Aggie Menezes" userId="74619c95fa3483c9" providerId="LiveId" clId="{81CF669C-6996-674A-8375-EBD66AC830CF}" dt="2021-01-29T14:05:57.099" v="19"/>
          <ac:inkMkLst>
            <pc:docMk/>
            <pc:sldMk cId="0" sldId="257"/>
            <ac:inkMk id="13" creationId="{9D748CBD-D47E-D349-85DE-9C5AB082860F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14" creationId="{076D4D11-60EC-E345-A6A4-C2A8DA9686E5}"/>
          </ac:inkMkLst>
        </pc:inkChg>
        <pc:inkChg chg="add">
          <ac:chgData name="Aggie Menezes" userId="74619c95fa3483c9" providerId="LiveId" clId="{81CF669C-6996-674A-8375-EBD66AC830CF}" dt="2021-01-29T14:05:54.354" v="13"/>
          <ac:inkMkLst>
            <pc:docMk/>
            <pc:sldMk cId="0" sldId="257"/>
            <ac:inkMk id="15" creationId="{E879D69B-856C-E34F-A8D1-8FC31A5E99D4}"/>
          </ac:inkMkLst>
        </pc:inkChg>
        <pc:inkChg chg="add">
          <ac:chgData name="Aggie Menezes" userId="74619c95fa3483c9" providerId="LiveId" clId="{81CF669C-6996-674A-8375-EBD66AC830CF}" dt="2021-01-29T14:05:54.555" v="14"/>
          <ac:inkMkLst>
            <pc:docMk/>
            <pc:sldMk cId="0" sldId="257"/>
            <ac:inkMk id="16" creationId="{ABC3F09A-BCA1-CF42-B86B-2808F033931E}"/>
          </ac:inkMkLst>
        </pc:inkChg>
        <pc:inkChg chg="add">
          <ac:chgData name="Aggie Menezes" userId="74619c95fa3483c9" providerId="LiveId" clId="{81CF669C-6996-674A-8375-EBD66AC830CF}" dt="2021-01-29T14:05:55.112" v="15"/>
          <ac:inkMkLst>
            <pc:docMk/>
            <pc:sldMk cId="0" sldId="257"/>
            <ac:inkMk id="17" creationId="{30E31195-83B0-C24C-88AA-6E6592221DEE}"/>
          </ac:inkMkLst>
        </pc:inkChg>
        <pc:inkChg chg="add">
          <ac:chgData name="Aggie Menezes" userId="74619c95fa3483c9" providerId="LiveId" clId="{81CF669C-6996-674A-8375-EBD66AC830CF}" dt="2021-01-29T14:05:55.501" v="16"/>
          <ac:inkMkLst>
            <pc:docMk/>
            <pc:sldMk cId="0" sldId="257"/>
            <ac:inkMk id="20" creationId="{435BAB12-C667-4F48-94FD-6297747DD691}"/>
          </ac:inkMkLst>
        </pc:inkChg>
        <pc:inkChg chg="add">
          <ac:chgData name="Aggie Menezes" userId="74619c95fa3483c9" providerId="LiveId" clId="{81CF669C-6996-674A-8375-EBD66AC830CF}" dt="2021-01-29T14:05:55.907" v="17"/>
          <ac:inkMkLst>
            <pc:docMk/>
            <pc:sldMk cId="0" sldId="257"/>
            <ac:inkMk id="22" creationId="{23569BD7-5279-CF41-84D2-88A3B6B2B762}"/>
          </ac:inkMkLst>
        </pc:inkChg>
        <pc:inkChg chg="add">
          <ac:chgData name="Aggie Menezes" userId="74619c95fa3483c9" providerId="LiveId" clId="{81CF669C-6996-674A-8375-EBD66AC830CF}" dt="2021-01-29T14:05:56.276" v="18"/>
          <ac:inkMkLst>
            <pc:docMk/>
            <pc:sldMk cId="0" sldId="257"/>
            <ac:inkMk id="23" creationId="{FC9CF986-7285-0D46-8904-E6019C3E1071}"/>
          </ac:inkMkLst>
        </pc:inkChg>
        <pc:inkChg chg="add">
          <ac:chgData name="Aggie Menezes" userId="74619c95fa3483c9" providerId="LiveId" clId="{81CF669C-6996-674A-8375-EBD66AC830CF}" dt="2021-01-29T14:06:08.136" v="20"/>
          <ac:inkMkLst>
            <pc:docMk/>
            <pc:sldMk cId="0" sldId="257"/>
            <ac:inkMk id="26" creationId="{4F0A3131-E321-8C47-A560-4F0958B89902}"/>
          </ac:inkMkLst>
        </pc:inkChg>
        <pc:inkChg chg="add">
          <ac:chgData name="Aggie Menezes" userId="74619c95fa3483c9" providerId="LiveId" clId="{81CF669C-6996-674A-8375-EBD66AC830CF}" dt="2021-01-29T14:06:08.377" v="21"/>
          <ac:inkMkLst>
            <pc:docMk/>
            <pc:sldMk cId="0" sldId="257"/>
            <ac:inkMk id="27" creationId="{CFC83185-47D5-E64E-AEEC-5D3ECE151E5A}"/>
          </ac:inkMkLst>
        </pc:inkChg>
        <pc:inkChg chg="add">
          <ac:chgData name="Aggie Menezes" userId="74619c95fa3483c9" providerId="LiveId" clId="{81CF669C-6996-674A-8375-EBD66AC830CF}" dt="2021-01-29T14:06:08.782" v="22"/>
          <ac:inkMkLst>
            <pc:docMk/>
            <pc:sldMk cId="0" sldId="257"/>
            <ac:inkMk id="28" creationId="{392EE5EE-4B1D-FC44-B70B-63401809E27A}"/>
          </ac:inkMkLst>
        </pc:inkChg>
        <pc:inkChg chg="add">
          <ac:chgData name="Aggie Menezes" userId="74619c95fa3483c9" providerId="LiveId" clId="{81CF669C-6996-674A-8375-EBD66AC830CF}" dt="2021-01-29T14:06:09.211" v="23"/>
          <ac:inkMkLst>
            <pc:docMk/>
            <pc:sldMk cId="0" sldId="257"/>
            <ac:inkMk id="29" creationId="{33D7B6EF-69B5-9E41-B18C-F1EFC75B4F8C}"/>
          </ac:inkMkLst>
        </pc:inkChg>
        <pc:inkChg chg="add">
          <ac:chgData name="Aggie Menezes" userId="74619c95fa3483c9" providerId="LiveId" clId="{81CF669C-6996-674A-8375-EBD66AC830CF}" dt="2021-01-29T14:06:09.618" v="24"/>
          <ac:inkMkLst>
            <pc:docMk/>
            <pc:sldMk cId="0" sldId="257"/>
            <ac:inkMk id="30" creationId="{750D6313-333A-2347-B485-D2D77D7B5AC6}"/>
          </ac:inkMkLst>
        </pc:inkChg>
        <pc:inkChg chg="add">
          <ac:chgData name="Aggie Menezes" userId="74619c95fa3483c9" providerId="LiveId" clId="{81CF669C-6996-674A-8375-EBD66AC830CF}" dt="2021-01-29T14:06:09.822" v="25"/>
          <ac:inkMkLst>
            <pc:docMk/>
            <pc:sldMk cId="0" sldId="257"/>
            <ac:inkMk id="31" creationId="{19915276-1DCC-914E-A395-17FD8553D14E}"/>
          </ac:inkMkLst>
        </pc:inkChg>
        <pc:inkChg chg="add">
          <ac:chgData name="Aggie Menezes" userId="74619c95fa3483c9" providerId="LiveId" clId="{81CF669C-6996-674A-8375-EBD66AC830CF}" dt="2021-01-29T14:06:09.969" v="26"/>
          <ac:inkMkLst>
            <pc:docMk/>
            <pc:sldMk cId="0" sldId="257"/>
            <ac:inkMk id="32" creationId="{F0CBC180-0FF1-1E46-9048-36076743E7B5}"/>
          </ac:inkMkLst>
        </pc:inkChg>
        <pc:inkChg chg="add">
          <ac:chgData name="Aggie Menezes" userId="74619c95fa3483c9" providerId="LiveId" clId="{81CF669C-6996-674A-8375-EBD66AC830CF}" dt="2021-01-29T14:06:40.403" v="28"/>
          <ac:inkMkLst>
            <pc:docMk/>
            <pc:sldMk cId="0" sldId="257"/>
            <ac:inkMk id="34" creationId="{DE356835-B55F-2446-9683-85DBA14AD7B2}"/>
          </ac:inkMkLst>
        </pc:inkChg>
        <pc:inkChg chg="add">
          <ac:chgData name="Aggie Menezes" userId="74619c95fa3483c9" providerId="LiveId" clId="{81CF669C-6996-674A-8375-EBD66AC830CF}" dt="2021-01-29T14:06:40.753" v="29"/>
          <ac:inkMkLst>
            <pc:docMk/>
            <pc:sldMk cId="0" sldId="257"/>
            <ac:inkMk id="35" creationId="{4DBA99E6-213C-0A4A-AD97-A712CDC56E19}"/>
          </ac:inkMkLst>
        </pc:inkChg>
        <pc:inkChg chg="add">
          <ac:chgData name="Aggie Menezes" userId="74619c95fa3483c9" providerId="LiveId" clId="{81CF669C-6996-674A-8375-EBD66AC830CF}" dt="2021-01-29T14:06:41.119" v="30"/>
          <ac:inkMkLst>
            <pc:docMk/>
            <pc:sldMk cId="0" sldId="257"/>
            <ac:inkMk id="36" creationId="{4F668F47-F1C7-BF41-AD36-20FFF76F78AA}"/>
          </ac:inkMkLst>
        </pc:inkChg>
        <pc:inkChg chg="add">
          <ac:chgData name="Aggie Menezes" userId="74619c95fa3483c9" providerId="LiveId" clId="{81CF669C-6996-674A-8375-EBD66AC830CF}" dt="2021-01-29T14:06:41.302" v="31"/>
          <ac:inkMkLst>
            <pc:docMk/>
            <pc:sldMk cId="0" sldId="257"/>
            <ac:inkMk id="37" creationId="{BF62F5BB-3E5F-2842-A34A-2527569ACBE8}"/>
          </ac:inkMkLst>
        </pc:inkChg>
        <pc:inkChg chg="add">
          <ac:chgData name="Aggie Menezes" userId="74619c95fa3483c9" providerId="LiveId" clId="{81CF669C-6996-674A-8375-EBD66AC830CF}" dt="2021-01-29T14:06:41.533" v="32"/>
          <ac:inkMkLst>
            <pc:docMk/>
            <pc:sldMk cId="0" sldId="257"/>
            <ac:inkMk id="38" creationId="{43B60822-20A5-784F-B019-B59BC2A8447E}"/>
          </ac:inkMkLst>
        </pc:inkChg>
        <pc:inkChg chg="add">
          <ac:chgData name="Aggie Menezes" userId="74619c95fa3483c9" providerId="LiveId" clId="{81CF669C-6996-674A-8375-EBD66AC830CF}" dt="2021-01-29T14:06:41.675" v="33"/>
          <ac:inkMkLst>
            <pc:docMk/>
            <pc:sldMk cId="0" sldId="257"/>
            <ac:inkMk id="39" creationId="{969A9BD3-3D28-624F-A2E8-C4C18AF1D3C4}"/>
          </ac:inkMkLst>
        </pc:inkChg>
        <pc:inkChg chg="add">
          <ac:chgData name="Aggie Menezes" userId="74619c95fa3483c9" providerId="LiveId" clId="{81CF669C-6996-674A-8375-EBD66AC830CF}" dt="2021-01-29T14:06:42.186" v="34"/>
          <ac:inkMkLst>
            <pc:docMk/>
            <pc:sldMk cId="0" sldId="257"/>
            <ac:inkMk id="40" creationId="{620F17AF-EAA6-F648-96EF-4871E837BDF4}"/>
          </ac:inkMkLst>
        </pc:inkChg>
        <pc:inkChg chg="add">
          <ac:chgData name="Aggie Menezes" userId="74619c95fa3483c9" providerId="LiveId" clId="{81CF669C-6996-674A-8375-EBD66AC830CF}" dt="2021-01-29T14:06:42.533" v="35"/>
          <ac:inkMkLst>
            <pc:docMk/>
            <pc:sldMk cId="0" sldId="257"/>
            <ac:inkMk id="41" creationId="{E91E7FE5-76C2-1341-AB62-CD35D29CCF24}"/>
          </ac:inkMkLst>
        </pc:inkChg>
        <pc:inkChg chg="add">
          <ac:chgData name="Aggie Menezes" userId="74619c95fa3483c9" providerId="LiveId" clId="{81CF669C-6996-674A-8375-EBD66AC830CF}" dt="2021-01-29T14:06:42.871" v="36"/>
          <ac:inkMkLst>
            <pc:docMk/>
            <pc:sldMk cId="0" sldId="257"/>
            <ac:inkMk id="42" creationId="{E742820B-9769-A24F-BE35-248BA200AD8F}"/>
          </ac:inkMkLst>
        </pc:inkChg>
        <pc:inkChg chg="add">
          <ac:chgData name="Aggie Menezes" userId="74619c95fa3483c9" providerId="LiveId" clId="{81CF669C-6996-674A-8375-EBD66AC830CF}" dt="2021-01-29T14:06:43.115" v="37"/>
          <ac:inkMkLst>
            <pc:docMk/>
            <pc:sldMk cId="0" sldId="257"/>
            <ac:inkMk id="43" creationId="{FAEBBF59-059B-244D-BD45-9B4AA585D92A}"/>
          </ac:inkMkLst>
        </pc:inkChg>
        <pc:inkChg chg="add">
          <ac:chgData name="Aggie Menezes" userId="74619c95fa3483c9" providerId="LiveId" clId="{81CF669C-6996-674A-8375-EBD66AC830CF}" dt="2021-01-29T14:06:43.461" v="38"/>
          <ac:inkMkLst>
            <pc:docMk/>
            <pc:sldMk cId="0" sldId="257"/>
            <ac:inkMk id="44" creationId="{8D8B66EE-7597-334C-95A9-96BEEC0C3FFD}"/>
          </ac:inkMkLst>
        </pc:inkChg>
        <pc:inkChg chg="add">
          <ac:chgData name="Aggie Menezes" userId="74619c95fa3483c9" providerId="LiveId" clId="{81CF669C-6996-674A-8375-EBD66AC830CF}" dt="2021-01-29T14:06:43.620" v="39"/>
          <ac:inkMkLst>
            <pc:docMk/>
            <pc:sldMk cId="0" sldId="257"/>
            <ac:inkMk id="45" creationId="{19F28363-806C-7C4B-86D8-94E8DC2C7C3C}"/>
          </ac:inkMkLst>
        </pc:inkChg>
        <pc:inkChg chg="add topLvl">
          <ac:chgData name="Aggie Menezes" userId="74619c95fa3483c9" providerId="LiveId" clId="{81CF669C-6996-674A-8375-EBD66AC830CF}" dt="2021-01-29T14:06:48.902" v="53"/>
          <ac:inkMkLst>
            <pc:docMk/>
            <pc:sldMk cId="0" sldId="257"/>
            <ac:inkMk id="46" creationId="{87785E0E-063D-B947-96AF-DE3C157E621E}"/>
          </ac:inkMkLst>
        </pc:inkChg>
        <pc:inkChg chg="add topLvl">
          <ac:chgData name="Aggie Menezes" userId="74619c95fa3483c9" providerId="LiveId" clId="{81CF669C-6996-674A-8375-EBD66AC830CF}" dt="2021-01-29T14:06:48.902" v="53"/>
          <ac:inkMkLst>
            <pc:docMk/>
            <pc:sldMk cId="0" sldId="257"/>
            <ac:inkMk id="47" creationId="{2C316252-B317-4D46-B545-EE18ED806604}"/>
          </ac:inkMkLst>
        </pc:inkChg>
        <pc:inkChg chg="add topLvl">
          <ac:chgData name="Aggie Menezes" userId="74619c95fa3483c9" providerId="LiveId" clId="{81CF669C-6996-674A-8375-EBD66AC830CF}" dt="2021-01-29T14:06:48.902" v="53"/>
          <ac:inkMkLst>
            <pc:docMk/>
            <pc:sldMk cId="0" sldId="257"/>
            <ac:inkMk id="48" creationId="{CA55A886-30B4-034B-9FD4-85E06709DDEF}"/>
          </ac:inkMkLst>
        </pc:inkChg>
        <pc:inkChg chg="add topLvl">
          <ac:chgData name="Aggie Menezes" userId="74619c95fa3483c9" providerId="LiveId" clId="{81CF669C-6996-674A-8375-EBD66AC830CF}" dt="2021-01-29T14:06:48.902" v="53"/>
          <ac:inkMkLst>
            <pc:docMk/>
            <pc:sldMk cId="0" sldId="257"/>
            <ac:inkMk id="49" creationId="{4E9A513D-1369-4541-A5A8-6A78CDFF9D58}"/>
          </ac:inkMkLst>
        </pc:inkChg>
        <pc:inkChg chg="add topLvl">
          <ac:chgData name="Aggie Menezes" userId="74619c95fa3483c9" providerId="LiveId" clId="{81CF669C-6996-674A-8375-EBD66AC830CF}" dt="2021-01-29T14:06:48.902" v="53"/>
          <ac:inkMkLst>
            <pc:docMk/>
            <pc:sldMk cId="0" sldId="257"/>
            <ac:inkMk id="50" creationId="{9F8EC053-657A-DB4C-B3E1-FEE4EEE46F46}"/>
          </ac:inkMkLst>
        </pc:inkChg>
        <pc:inkChg chg="add topLvl">
          <ac:chgData name="Aggie Menezes" userId="74619c95fa3483c9" providerId="LiveId" clId="{81CF669C-6996-674A-8375-EBD66AC830CF}" dt="2021-01-29T14:06:48.902" v="53"/>
          <ac:inkMkLst>
            <pc:docMk/>
            <pc:sldMk cId="0" sldId="257"/>
            <ac:inkMk id="51" creationId="{92EDDCF3-4655-1A42-8363-EE735564A5AD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52" creationId="{7809CD2F-A249-124E-962D-7C553BEA6B92}"/>
          </ac:inkMkLst>
        </pc:inkChg>
        <pc:inkChg chg="add">
          <ac:chgData name="Aggie Menezes" userId="74619c95fa3483c9" providerId="LiveId" clId="{81CF669C-6996-674A-8375-EBD66AC830CF}" dt="2021-01-29T14:06:46.140" v="47"/>
          <ac:inkMkLst>
            <pc:docMk/>
            <pc:sldMk cId="0" sldId="257"/>
            <ac:inkMk id="54" creationId="{A4A8B57A-C67B-244A-A072-804AF63A63D7}"/>
          </ac:inkMkLst>
        </pc:inkChg>
        <pc:inkChg chg="add">
          <ac:chgData name="Aggie Menezes" userId="74619c95fa3483c9" providerId="LiveId" clId="{81CF669C-6996-674A-8375-EBD66AC830CF}" dt="2021-01-29T14:06:46.353" v="48"/>
          <ac:inkMkLst>
            <pc:docMk/>
            <pc:sldMk cId="0" sldId="257"/>
            <ac:inkMk id="55" creationId="{53422C48-462C-1646-BCC5-CF3879D53CC2}"/>
          </ac:inkMkLst>
        </pc:inkChg>
        <pc:inkChg chg="add">
          <ac:chgData name="Aggie Menezes" userId="74619c95fa3483c9" providerId="LiveId" clId="{81CF669C-6996-674A-8375-EBD66AC830CF}" dt="2021-01-29T14:06:46.870" v="49"/>
          <ac:inkMkLst>
            <pc:docMk/>
            <pc:sldMk cId="0" sldId="257"/>
            <ac:inkMk id="56" creationId="{B0B85CE5-72BA-6948-AF47-CA3065450F51}"/>
          </ac:inkMkLst>
        </pc:inkChg>
        <pc:inkChg chg="add">
          <ac:chgData name="Aggie Menezes" userId="74619c95fa3483c9" providerId="LiveId" clId="{81CF669C-6996-674A-8375-EBD66AC830CF}" dt="2021-01-29T14:06:47.219" v="50"/>
          <ac:inkMkLst>
            <pc:docMk/>
            <pc:sldMk cId="0" sldId="257"/>
            <ac:inkMk id="57" creationId="{7AC207B2-F949-1B41-B158-A9D8FA67A655}"/>
          </ac:inkMkLst>
        </pc:inkChg>
        <pc:inkChg chg="add">
          <ac:chgData name="Aggie Menezes" userId="74619c95fa3483c9" providerId="LiveId" clId="{81CF669C-6996-674A-8375-EBD66AC830CF}" dt="2021-01-29T14:06:47.600" v="51"/>
          <ac:inkMkLst>
            <pc:docMk/>
            <pc:sldMk cId="0" sldId="257"/>
            <ac:inkMk id="58" creationId="{CAB3A220-778B-1A44-9C02-EB76D313D30C}"/>
          </ac:inkMkLst>
        </pc:inkChg>
        <pc:inkChg chg="add">
          <ac:chgData name="Aggie Menezes" userId="74619c95fa3483c9" providerId="LiveId" clId="{81CF669C-6996-674A-8375-EBD66AC830CF}" dt="2021-01-29T14:06:47.908" v="52"/>
          <ac:inkMkLst>
            <pc:docMk/>
            <pc:sldMk cId="0" sldId="257"/>
            <ac:inkMk id="59" creationId="{34D75C1E-5AC2-5142-99E5-324F93D583B1}"/>
          </ac:inkMkLst>
        </pc:inkChg>
        <pc:inkChg chg="add topLvl">
          <ac:chgData name="Aggie Menezes" userId="74619c95fa3483c9" providerId="LiveId" clId="{81CF669C-6996-674A-8375-EBD66AC830CF}" dt="2021-01-29T14:07:20.542" v="75"/>
          <ac:inkMkLst>
            <pc:docMk/>
            <pc:sldMk cId="0" sldId="257"/>
            <ac:inkMk id="61" creationId="{62798CC2-99A3-D94B-B867-CC3E1E5C6BEA}"/>
          </ac:inkMkLst>
        </pc:inkChg>
        <pc:inkChg chg="add topLvl">
          <ac:chgData name="Aggie Menezes" userId="74619c95fa3483c9" providerId="LiveId" clId="{81CF669C-6996-674A-8375-EBD66AC830CF}" dt="2021-01-29T14:07:20.542" v="75"/>
          <ac:inkMkLst>
            <pc:docMk/>
            <pc:sldMk cId="0" sldId="257"/>
            <ac:inkMk id="62" creationId="{C07A13BB-18C2-6447-AFB3-58E6B56B604F}"/>
          </ac:inkMkLst>
        </pc:inkChg>
        <pc:inkChg chg="add topLvl">
          <ac:chgData name="Aggie Menezes" userId="74619c95fa3483c9" providerId="LiveId" clId="{81CF669C-6996-674A-8375-EBD66AC830CF}" dt="2021-01-29T14:07:20.542" v="75"/>
          <ac:inkMkLst>
            <pc:docMk/>
            <pc:sldMk cId="0" sldId="257"/>
            <ac:inkMk id="63" creationId="{10AA52CA-F029-C141-B782-3CABA5DD78A0}"/>
          </ac:inkMkLst>
        </pc:inkChg>
        <pc:inkChg chg="add topLvl">
          <ac:chgData name="Aggie Menezes" userId="74619c95fa3483c9" providerId="LiveId" clId="{81CF669C-6996-674A-8375-EBD66AC830CF}" dt="2021-01-29T14:07:20.542" v="75"/>
          <ac:inkMkLst>
            <pc:docMk/>
            <pc:sldMk cId="0" sldId="257"/>
            <ac:inkMk id="64" creationId="{BB197E82-976C-C449-A731-73AD652E64F7}"/>
          </ac:inkMkLst>
        </pc:inkChg>
        <pc:inkChg chg="add topLvl">
          <ac:chgData name="Aggie Menezes" userId="74619c95fa3483c9" providerId="LiveId" clId="{81CF669C-6996-674A-8375-EBD66AC830CF}" dt="2021-01-29T14:07:20.542" v="75"/>
          <ac:inkMkLst>
            <pc:docMk/>
            <pc:sldMk cId="0" sldId="257"/>
            <ac:inkMk id="65" creationId="{A83481E8-FB98-284C-841C-E2D7F4F69FCD}"/>
          </ac:inkMkLst>
        </pc:inkChg>
        <pc:inkChg chg="add">
          <ac:chgData name="Aggie Menezes" userId="74619c95fa3483c9" providerId="LiveId" clId="{81CF669C-6996-674A-8375-EBD66AC830CF}" dt="2021-01-29T14:07:04.893" v="59"/>
          <ac:inkMkLst>
            <pc:docMk/>
            <pc:sldMk cId="0" sldId="257"/>
            <ac:inkMk id="66" creationId="{A60F7014-1EEB-F346-8899-72E2206856A2}"/>
          </ac:inkMkLst>
        </pc:inkChg>
        <pc:inkChg chg="add">
          <ac:chgData name="Aggie Menezes" userId="74619c95fa3483c9" providerId="LiveId" clId="{81CF669C-6996-674A-8375-EBD66AC830CF}" dt="2021-01-29T14:07:05.045" v="60"/>
          <ac:inkMkLst>
            <pc:docMk/>
            <pc:sldMk cId="0" sldId="257"/>
            <ac:inkMk id="67" creationId="{38107FEE-B563-0F4A-A816-C7D450415CE9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68" creationId="{FE45B530-FF98-214F-AA41-1FAF1C2B967B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69" creationId="{686A1B6F-C905-2349-8B3F-060743801749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70" creationId="{AC00DC5A-4BCF-594F-AF1D-4D251936405C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71" creationId="{D3D802BC-CDFE-004E-B38E-47CEB1B35802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72" creationId="{C4583690-A236-AC4F-AE0B-B1F97FF428B2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73" creationId="{138D9AF2-BB6E-EA46-80EB-4E5DF9AEB7BD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74" creationId="{36AB5660-CBA9-F347-875D-91573006ABEA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75" creationId="{FA4CF199-7548-914A-A1C9-9E36AE0FEED2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76" creationId="{0777310C-BD4C-5546-8934-C80783B3DBE5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77" creationId="{F53130BC-A7E3-1E4F-81E5-7C3858E4C98F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78" creationId="{3EDFFF61-D4D4-FD4F-B199-29603915240A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79" creationId="{76D9AC45-B84F-1543-BD47-26C587A91A85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80" creationId="{F3724ACA-B39E-1E44-81F5-A28B4E9C4DA9}"/>
          </ac:inkMkLst>
        </pc:inkChg>
        <pc:inkChg chg="add">
          <ac:chgData name="Aggie Menezes" userId="74619c95fa3483c9" providerId="LiveId" clId="{81CF669C-6996-674A-8375-EBD66AC830CF}" dt="2021-01-29T14:07:18.917" v="73"/>
          <ac:inkMkLst>
            <pc:docMk/>
            <pc:sldMk cId="0" sldId="257"/>
            <ac:inkMk id="81" creationId="{A80577AD-A397-6C44-86B1-6D87461A184A}"/>
          </ac:inkMkLst>
        </pc:inkChg>
        <pc:inkChg chg="add">
          <ac:chgData name="Aggie Menezes" userId="74619c95fa3483c9" providerId="LiveId" clId="{81CF669C-6996-674A-8375-EBD66AC830CF}" dt="2021-01-29T14:07:19.547" v="74"/>
          <ac:inkMkLst>
            <pc:docMk/>
            <pc:sldMk cId="0" sldId="257"/>
            <ac:inkMk id="82" creationId="{B7FEF241-DC90-FB41-A326-639C89A70B9B}"/>
          </ac:inkMkLst>
        </pc:inkChg>
        <pc:inkChg chg="add">
          <ac:chgData name="Aggie Menezes" userId="74619c95fa3483c9" providerId="LiveId" clId="{81CF669C-6996-674A-8375-EBD66AC830CF}" dt="2021-01-29T14:07:42.019" v="76"/>
          <ac:inkMkLst>
            <pc:docMk/>
            <pc:sldMk cId="0" sldId="257"/>
            <ac:inkMk id="84" creationId="{E358627C-10CA-574F-B468-F6A03250E003}"/>
          </ac:inkMkLst>
        </pc:inkChg>
        <pc:inkChg chg="add">
          <ac:chgData name="Aggie Menezes" userId="74619c95fa3483c9" providerId="LiveId" clId="{81CF669C-6996-674A-8375-EBD66AC830CF}" dt="2021-01-29T14:07:42.404" v="77"/>
          <ac:inkMkLst>
            <pc:docMk/>
            <pc:sldMk cId="0" sldId="257"/>
            <ac:inkMk id="85" creationId="{C0388BFD-C0DB-4F4C-9D54-85FB87B36BD1}"/>
          </ac:inkMkLst>
        </pc:inkChg>
        <pc:inkChg chg="add">
          <ac:chgData name="Aggie Menezes" userId="74619c95fa3483c9" providerId="LiveId" clId="{81CF669C-6996-674A-8375-EBD66AC830CF}" dt="2021-01-29T14:07:42.784" v="78"/>
          <ac:inkMkLst>
            <pc:docMk/>
            <pc:sldMk cId="0" sldId="257"/>
            <ac:inkMk id="86" creationId="{A5FF9018-57A9-3E41-BA2F-530420C76104}"/>
          </ac:inkMkLst>
        </pc:inkChg>
        <pc:inkChg chg="add">
          <ac:chgData name="Aggie Menezes" userId="74619c95fa3483c9" providerId="LiveId" clId="{81CF669C-6996-674A-8375-EBD66AC830CF}" dt="2021-01-29T14:07:43.178" v="79"/>
          <ac:inkMkLst>
            <pc:docMk/>
            <pc:sldMk cId="0" sldId="257"/>
            <ac:inkMk id="87" creationId="{FA85D58A-1799-6C41-8B4D-E5EF7E3F9D54}"/>
          </ac:inkMkLst>
        </pc:inkChg>
        <pc:inkChg chg="add">
          <ac:chgData name="Aggie Menezes" userId="74619c95fa3483c9" providerId="LiveId" clId="{81CF669C-6996-674A-8375-EBD66AC830CF}" dt="2021-01-29T14:07:43.380" v="80"/>
          <ac:inkMkLst>
            <pc:docMk/>
            <pc:sldMk cId="0" sldId="257"/>
            <ac:inkMk id="88" creationId="{F73B95B6-95DC-F44D-A81F-6AB4EB9B7C51}"/>
          </ac:inkMkLst>
        </pc:inkChg>
        <pc:inkChg chg="add">
          <ac:chgData name="Aggie Menezes" userId="74619c95fa3483c9" providerId="LiveId" clId="{81CF669C-6996-674A-8375-EBD66AC830CF}" dt="2021-01-29T14:07:43.530" v="81"/>
          <ac:inkMkLst>
            <pc:docMk/>
            <pc:sldMk cId="0" sldId="257"/>
            <ac:inkMk id="89" creationId="{FADBCBFF-3AAD-F548-ADFA-E64B51B77914}"/>
          </ac:inkMkLst>
        </pc:inkChg>
        <pc:inkChg chg="add">
          <ac:chgData name="Aggie Menezes" userId="74619c95fa3483c9" providerId="LiveId" clId="{81CF669C-6996-674A-8375-EBD66AC830CF}" dt="2021-01-29T14:07:59.329" v="83"/>
          <ac:inkMkLst>
            <pc:docMk/>
            <pc:sldMk cId="0" sldId="257"/>
            <ac:inkMk id="91" creationId="{59BB8EC0-60AA-524E-A7F7-CE5286A65002}"/>
          </ac:inkMkLst>
        </pc:inkChg>
        <pc:inkChg chg="add">
          <ac:chgData name="Aggie Menezes" userId="74619c95fa3483c9" providerId="LiveId" clId="{81CF669C-6996-674A-8375-EBD66AC830CF}" dt="2021-01-29T14:07:59.532" v="84"/>
          <ac:inkMkLst>
            <pc:docMk/>
            <pc:sldMk cId="0" sldId="257"/>
            <ac:inkMk id="92" creationId="{F8EE3E5D-6DD4-F44F-B888-CB10FB0255FB}"/>
          </ac:inkMkLst>
        </pc:inkChg>
        <pc:inkChg chg="add">
          <ac:chgData name="Aggie Menezes" userId="74619c95fa3483c9" providerId="LiveId" clId="{81CF669C-6996-674A-8375-EBD66AC830CF}" dt="2021-01-29T14:07:59.890" v="85"/>
          <ac:inkMkLst>
            <pc:docMk/>
            <pc:sldMk cId="0" sldId="257"/>
            <ac:inkMk id="93" creationId="{0FAA868D-8944-944C-99E0-2B2BBCF338CE}"/>
          </ac:inkMkLst>
        </pc:inkChg>
        <pc:inkChg chg="add">
          <ac:chgData name="Aggie Menezes" userId="74619c95fa3483c9" providerId="LiveId" clId="{81CF669C-6996-674A-8375-EBD66AC830CF}" dt="2021-01-29T14:08:00.299" v="86"/>
          <ac:inkMkLst>
            <pc:docMk/>
            <pc:sldMk cId="0" sldId="257"/>
            <ac:inkMk id="94" creationId="{6855D97E-D346-DA4F-A41F-7E1E76DD99AC}"/>
          </ac:inkMkLst>
        </pc:inkChg>
        <pc:inkChg chg="add">
          <ac:chgData name="Aggie Menezes" userId="74619c95fa3483c9" providerId="LiveId" clId="{81CF669C-6996-674A-8375-EBD66AC830CF}" dt="2021-01-29T14:08:00.790" v="87"/>
          <ac:inkMkLst>
            <pc:docMk/>
            <pc:sldMk cId="0" sldId="257"/>
            <ac:inkMk id="95" creationId="{73F99B31-5C4D-8444-9AF2-BC0BCE4857D4}"/>
          </ac:inkMkLst>
        </pc:inkChg>
        <pc:inkChg chg="add">
          <ac:chgData name="Aggie Menezes" userId="74619c95fa3483c9" providerId="LiveId" clId="{81CF669C-6996-674A-8375-EBD66AC830CF}" dt="2021-01-29T14:08:03.141" v="89"/>
          <ac:inkMkLst>
            <pc:docMk/>
            <pc:sldMk cId="0" sldId="257"/>
            <ac:inkMk id="97" creationId="{73AF781B-9ED0-8B4A-B666-2B8AF7CF9483}"/>
          </ac:inkMkLst>
        </pc:inkChg>
        <pc:inkChg chg="add">
          <ac:chgData name="Aggie Menezes" userId="74619c95fa3483c9" providerId="LiveId" clId="{81CF669C-6996-674A-8375-EBD66AC830CF}" dt="2021-01-29T14:08:05.161" v="90"/>
          <ac:inkMkLst>
            <pc:docMk/>
            <pc:sldMk cId="0" sldId="257"/>
            <ac:inkMk id="98" creationId="{6ADA7EB6-1E9D-1F48-8AF4-0AF67A18162B}"/>
          </ac:inkMkLst>
        </pc:inkChg>
        <pc:inkChg chg="add">
          <ac:chgData name="Aggie Menezes" userId="74619c95fa3483c9" providerId="LiveId" clId="{81CF669C-6996-674A-8375-EBD66AC830CF}" dt="2021-01-29T14:08:05.345" v="91"/>
          <ac:inkMkLst>
            <pc:docMk/>
            <pc:sldMk cId="0" sldId="257"/>
            <ac:inkMk id="99" creationId="{7D8B5516-4715-8342-8513-E733830DEA83}"/>
          </ac:inkMkLst>
        </pc:inkChg>
        <pc:inkChg chg="add">
          <ac:chgData name="Aggie Menezes" userId="74619c95fa3483c9" providerId="LiveId" clId="{81CF669C-6996-674A-8375-EBD66AC830CF}" dt="2021-01-29T14:08:05.665" v="92"/>
          <ac:inkMkLst>
            <pc:docMk/>
            <pc:sldMk cId="0" sldId="257"/>
            <ac:inkMk id="100" creationId="{58CE81BF-F5B8-3B4E-A134-29118623F7AD}"/>
          </ac:inkMkLst>
        </pc:inkChg>
        <pc:inkChg chg="add">
          <ac:chgData name="Aggie Menezes" userId="74619c95fa3483c9" providerId="LiveId" clId="{81CF669C-6996-674A-8375-EBD66AC830CF}" dt="2021-01-29T14:08:06.053" v="93"/>
          <ac:inkMkLst>
            <pc:docMk/>
            <pc:sldMk cId="0" sldId="257"/>
            <ac:inkMk id="101" creationId="{3A2D6B63-ADC8-F94F-85C0-F5A352C41758}"/>
          </ac:inkMkLst>
        </pc:inkChg>
        <pc:inkChg chg="add">
          <ac:chgData name="Aggie Menezes" userId="74619c95fa3483c9" providerId="LiveId" clId="{81CF669C-6996-674A-8375-EBD66AC830CF}" dt="2021-01-29T14:08:06.407" v="94"/>
          <ac:inkMkLst>
            <pc:docMk/>
            <pc:sldMk cId="0" sldId="257"/>
            <ac:inkMk id="102" creationId="{602C03D4-B7D3-D344-9052-A2FDD69B9D52}"/>
          </ac:inkMkLst>
        </pc:inkChg>
        <pc:inkChg chg="add">
          <ac:chgData name="Aggie Menezes" userId="74619c95fa3483c9" providerId="LiveId" clId="{81CF669C-6996-674A-8375-EBD66AC830CF}" dt="2021-01-29T14:08:06.816" v="95"/>
          <ac:inkMkLst>
            <pc:docMk/>
            <pc:sldMk cId="0" sldId="257"/>
            <ac:inkMk id="103" creationId="{F28ADF38-9C99-604C-A2ED-FD553F8D2731}"/>
          </ac:inkMkLst>
        </pc:inkChg>
        <pc:inkChg chg="add">
          <ac:chgData name="Aggie Menezes" userId="74619c95fa3483c9" providerId="LiveId" clId="{81CF669C-6996-674A-8375-EBD66AC830CF}" dt="2021-01-29T14:08:07.032" v="96"/>
          <ac:inkMkLst>
            <pc:docMk/>
            <pc:sldMk cId="0" sldId="257"/>
            <ac:inkMk id="104" creationId="{D2776854-AF3B-A44D-8316-BB96AED63DAD}"/>
          </ac:inkMkLst>
        </pc:inkChg>
        <pc:inkChg chg="add">
          <ac:chgData name="Aggie Menezes" userId="74619c95fa3483c9" providerId="LiveId" clId="{81CF669C-6996-674A-8375-EBD66AC830CF}" dt="2021-01-29T14:08:07.230" v="97"/>
          <ac:inkMkLst>
            <pc:docMk/>
            <pc:sldMk cId="0" sldId="257"/>
            <ac:inkMk id="105" creationId="{BEC94560-B877-EC48-9AFC-8A282A47A33F}"/>
          </ac:inkMkLst>
        </pc:inkChg>
        <pc:inkChg chg="add">
          <ac:chgData name="Aggie Menezes" userId="74619c95fa3483c9" providerId="LiveId" clId="{81CF669C-6996-674A-8375-EBD66AC830CF}" dt="2021-01-29T14:08:07.450" v="98"/>
          <ac:inkMkLst>
            <pc:docMk/>
            <pc:sldMk cId="0" sldId="257"/>
            <ac:inkMk id="106" creationId="{18EE6DA1-205E-0F43-962F-92F0E669CC4A}"/>
          </ac:inkMkLst>
        </pc:inkChg>
        <pc:inkChg chg="add topLvl">
          <ac:chgData name="Aggie Menezes" userId="74619c95fa3483c9" providerId="LiveId" clId="{81CF669C-6996-674A-8375-EBD66AC830CF}" dt="2021-01-29T14:08:55.445" v="114"/>
          <ac:inkMkLst>
            <pc:docMk/>
            <pc:sldMk cId="0" sldId="257"/>
            <ac:inkMk id="108" creationId="{BCB293CF-71D2-2643-87FF-593719C4B0BB}"/>
          </ac:inkMkLst>
        </pc:inkChg>
        <pc:inkChg chg="add topLvl">
          <ac:chgData name="Aggie Menezes" userId="74619c95fa3483c9" providerId="LiveId" clId="{81CF669C-6996-674A-8375-EBD66AC830CF}" dt="2021-01-29T14:08:55.445" v="114"/>
          <ac:inkMkLst>
            <pc:docMk/>
            <pc:sldMk cId="0" sldId="257"/>
            <ac:inkMk id="109" creationId="{CFE2B9C0-A960-7840-A525-EBA0D020A8C0}"/>
          </ac:inkMkLst>
        </pc:inkChg>
        <pc:inkChg chg="add topLvl">
          <ac:chgData name="Aggie Menezes" userId="74619c95fa3483c9" providerId="LiveId" clId="{81CF669C-6996-674A-8375-EBD66AC830CF}" dt="2021-01-29T14:08:55.445" v="114"/>
          <ac:inkMkLst>
            <pc:docMk/>
            <pc:sldMk cId="0" sldId="257"/>
            <ac:inkMk id="110" creationId="{F1F9082E-9DFA-F742-96EB-3B8D8C4B199C}"/>
          </ac:inkMkLst>
        </pc:inkChg>
        <pc:inkChg chg="add topLvl">
          <ac:chgData name="Aggie Menezes" userId="74619c95fa3483c9" providerId="LiveId" clId="{81CF669C-6996-674A-8375-EBD66AC830CF}" dt="2021-01-29T14:08:55.445" v="114"/>
          <ac:inkMkLst>
            <pc:docMk/>
            <pc:sldMk cId="0" sldId="257"/>
            <ac:inkMk id="111" creationId="{2F2A9ED5-C39E-4B4A-90FA-370CF51CC0CA}"/>
          </ac:inkMkLst>
        </pc:inkChg>
        <pc:inkChg chg="add topLvl">
          <ac:chgData name="Aggie Menezes" userId="74619c95fa3483c9" providerId="LiveId" clId="{81CF669C-6996-674A-8375-EBD66AC830CF}" dt="2021-01-29T14:08:55.445" v="114"/>
          <ac:inkMkLst>
            <pc:docMk/>
            <pc:sldMk cId="0" sldId="257"/>
            <ac:inkMk id="112" creationId="{6C6D9046-0534-9842-B546-EE7D831ECD6C}"/>
          </ac:inkMkLst>
        </pc:inkChg>
        <pc:inkChg chg="add topLvl">
          <ac:chgData name="Aggie Menezes" userId="74619c95fa3483c9" providerId="LiveId" clId="{81CF669C-6996-674A-8375-EBD66AC830CF}" dt="2021-01-29T14:08:55.445" v="114"/>
          <ac:inkMkLst>
            <pc:docMk/>
            <pc:sldMk cId="0" sldId="257"/>
            <ac:inkMk id="113" creationId="{3D1C9477-76B9-4C43-A291-1A658BBA2358}"/>
          </ac:inkMkLst>
        </pc:inkChg>
        <pc:inkChg chg="add topLvl">
          <ac:chgData name="Aggie Menezes" userId="74619c95fa3483c9" providerId="LiveId" clId="{81CF669C-6996-674A-8375-EBD66AC830CF}" dt="2021-01-29T14:08:55.445" v="114"/>
          <ac:inkMkLst>
            <pc:docMk/>
            <pc:sldMk cId="0" sldId="257"/>
            <ac:inkMk id="114" creationId="{461B81B4-7D49-494C-B231-2B13F4CFD85B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115" creationId="{9426BEE7-2B7B-DE4A-9E3C-A916FF95603C}"/>
          </ac:inkMkLst>
        </pc:inkChg>
        <pc:inkChg chg="add">
          <ac:chgData name="Aggie Menezes" userId="74619c95fa3483c9" providerId="LiveId" clId="{81CF669C-6996-674A-8375-EBD66AC830CF}" dt="2021-01-29T14:08:51.920" v="108"/>
          <ac:inkMkLst>
            <pc:docMk/>
            <pc:sldMk cId="0" sldId="257"/>
            <ac:inkMk id="116" creationId="{C15DB0F4-8AEF-7347-B4D6-6CC049A223F5}"/>
          </ac:inkMkLst>
        </pc:inkChg>
        <pc:inkChg chg="add">
          <ac:chgData name="Aggie Menezes" userId="74619c95fa3483c9" providerId="LiveId" clId="{81CF669C-6996-674A-8375-EBD66AC830CF}" dt="2021-01-29T14:08:52.705" v="109"/>
          <ac:inkMkLst>
            <pc:docMk/>
            <pc:sldMk cId="0" sldId="257"/>
            <ac:inkMk id="117" creationId="{75760628-FEDB-E642-9570-03FF398C1E0C}"/>
          </ac:inkMkLst>
        </pc:inkChg>
        <pc:inkChg chg="add">
          <ac:chgData name="Aggie Menezes" userId="74619c95fa3483c9" providerId="LiveId" clId="{81CF669C-6996-674A-8375-EBD66AC830CF}" dt="2021-01-29T14:08:53.027" v="110"/>
          <ac:inkMkLst>
            <pc:docMk/>
            <pc:sldMk cId="0" sldId="257"/>
            <ac:inkMk id="118" creationId="{42BDA31D-4F75-084F-BFDD-0CE3B47D725A}"/>
          </ac:inkMkLst>
        </pc:inkChg>
        <pc:inkChg chg="add">
          <ac:chgData name="Aggie Menezes" userId="74619c95fa3483c9" providerId="LiveId" clId="{81CF669C-6996-674A-8375-EBD66AC830CF}" dt="2021-01-29T14:08:53.593" v="111"/>
          <ac:inkMkLst>
            <pc:docMk/>
            <pc:sldMk cId="0" sldId="257"/>
            <ac:inkMk id="119" creationId="{B94C2861-173F-9248-BE0F-E520CFCDD2B9}"/>
          </ac:inkMkLst>
        </pc:inkChg>
        <pc:inkChg chg="add">
          <ac:chgData name="Aggie Menezes" userId="74619c95fa3483c9" providerId="LiveId" clId="{81CF669C-6996-674A-8375-EBD66AC830CF}" dt="2021-01-29T14:08:53.804" v="112"/>
          <ac:inkMkLst>
            <pc:docMk/>
            <pc:sldMk cId="0" sldId="257"/>
            <ac:inkMk id="120" creationId="{567224A4-66E8-594B-89FB-00D9602205B0}"/>
          </ac:inkMkLst>
        </pc:inkChg>
        <pc:inkChg chg="add">
          <ac:chgData name="Aggie Menezes" userId="74619c95fa3483c9" providerId="LiveId" clId="{81CF669C-6996-674A-8375-EBD66AC830CF}" dt="2021-01-29T14:08:54.447" v="113"/>
          <ac:inkMkLst>
            <pc:docMk/>
            <pc:sldMk cId="0" sldId="257"/>
            <ac:inkMk id="121" creationId="{6F47DAF6-A729-BB4C-AD89-1CCD456847B9}"/>
          </ac:inkMkLst>
        </pc:inkChg>
        <pc:inkChg chg="add topLvl">
          <ac:chgData name="Aggie Menezes" userId="74619c95fa3483c9" providerId="LiveId" clId="{81CF669C-6996-674A-8375-EBD66AC830CF}" dt="2021-01-29T14:10:18.201" v="149"/>
          <ac:inkMkLst>
            <pc:docMk/>
            <pc:sldMk cId="0" sldId="257"/>
            <ac:inkMk id="123" creationId="{A5AB737D-2939-9E49-80C4-FE03F038B8C8}"/>
          </ac:inkMkLst>
        </pc:inkChg>
        <pc:inkChg chg="add topLvl">
          <ac:chgData name="Aggie Menezes" userId="74619c95fa3483c9" providerId="LiveId" clId="{81CF669C-6996-674A-8375-EBD66AC830CF}" dt="2021-01-29T14:10:18.201" v="149"/>
          <ac:inkMkLst>
            <pc:docMk/>
            <pc:sldMk cId="0" sldId="257"/>
            <ac:inkMk id="124" creationId="{5821039C-8D64-FE4C-B85A-C0883A4CCDBE}"/>
          </ac:inkMkLst>
        </pc:inkChg>
        <pc:inkChg chg="add topLvl">
          <ac:chgData name="Aggie Menezes" userId="74619c95fa3483c9" providerId="LiveId" clId="{81CF669C-6996-674A-8375-EBD66AC830CF}" dt="2021-01-29T14:10:18.201" v="149"/>
          <ac:inkMkLst>
            <pc:docMk/>
            <pc:sldMk cId="0" sldId="257"/>
            <ac:inkMk id="125" creationId="{9E2517EA-F84D-BB41-97C9-760A961B4E78}"/>
          </ac:inkMkLst>
        </pc:inkChg>
        <pc:inkChg chg="add topLvl">
          <ac:chgData name="Aggie Menezes" userId="74619c95fa3483c9" providerId="LiveId" clId="{81CF669C-6996-674A-8375-EBD66AC830CF}" dt="2021-01-29T14:10:18.201" v="149"/>
          <ac:inkMkLst>
            <pc:docMk/>
            <pc:sldMk cId="0" sldId="257"/>
            <ac:inkMk id="126" creationId="{7CDF0810-7CF5-0E49-B46C-B7E30DF9C648}"/>
          </ac:inkMkLst>
        </pc:inkChg>
        <pc:inkChg chg="add topLvl">
          <ac:chgData name="Aggie Menezes" userId="74619c95fa3483c9" providerId="LiveId" clId="{81CF669C-6996-674A-8375-EBD66AC830CF}" dt="2021-01-29T14:09:45.537" v="137"/>
          <ac:inkMkLst>
            <pc:docMk/>
            <pc:sldMk cId="0" sldId="257"/>
            <ac:inkMk id="128" creationId="{B72FB99A-8110-B048-AA56-6D340BA455ED}"/>
          </ac:inkMkLst>
        </pc:inkChg>
        <pc:inkChg chg="add topLvl">
          <ac:chgData name="Aggie Menezes" userId="74619c95fa3483c9" providerId="LiveId" clId="{81CF669C-6996-674A-8375-EBD66AC830CF}" dt="2021-01-29T14:09:45.537" v="137"/>
          <ac:inkMkLst>
            <pc:docMk/>
            <pc:sldMk cId="0" sldId="257"/>
            <ac:inkMk id="129" creationId="{4750C84F-DBBF-FE4F-A8BD-D9F3E5F8548D}"/>
          </ac:inkMkLst>
        </pc:inkChg>
        <pc:inkChg chg="add topLvl">
          <ac:chgData name="Aggie Menezes" userId="74619c95fa3483c9" providerId="LiveId" clId="{81CF669C-6996-674A-8375-EBD66AC830CF}" dt="2021-01-29T14:09:45.537" v="137"/>
          <ac:inkMkLst>
            <pc:docMk/>
            <pc:sldMk cId="0" sldId="257"/>
            <ac:inkMk id="130" creationId="{230ACEF1-9F99-3348-B2F8-6C91ACB99C39}"/>
          </ac:inkMkLst>
        </pc:inkChg>
        <pc:inkChg chg="add topLvl">
          <ac:chgData name="Aggie Menezes" userId="74619c95fa3483c9" providerId="LiveId" clId="{81CF669C-6996-674A-8375-EBD66AC830CF}" dt="2021-01-29T14:09:45.537" v="137"/>
          <ac:inkMkLst>
            <pc:docMk/>
            <pc:sldMk cId="0" sldId="257"/>
            <ac:inkMk id="131" creationId="{285B24D6-750C-3647-91B7-65EDB6D0DEBA}"/>
          </ac:inkMkLst>
        </pc:inkChg>
        <pc:inkChg chg="add topLvl">
          <ac:chgData name="Aggie Menezes" userId="74619c95fa3483c9" providerId="LiveId" clId="{81CF669C-6996-674A-8375-EBD66AC830CF}" dt="2021-01-29T14:09:45.537" v="137"/>
          <ac:inkMkLst>
            <pc:docMk/>
            <pc:sldMk cId="0" sldId="257"/>
            <ac:inkMk id="132" creationId="{D98F1A58-30CF-9644-99B4-642DE3EE7AF6}"/>
          </ac:inkMkLst>
        </pc:inkChg>
        <pc:inkChg chg="add topLvl">
          <ac:chgData name="Aggie Menezes" userId="74619c95fa3483c9" providerId="LiveId" clId="{81CF669C-6996-674A-8375-EBD66AC830CF}" dt="2021-01-29T14:09:45.537" v="137"/>
          <ac:inkMkLst>
            <pc:docMk/>
            <pc:sldMk cId="0" sldId="257"/>
            <ac:inkMk id="133" creationId="{7B1F06F7-822F-394A-BF62-3B280C862151}"/>
          </ac:inkMkLst>
        </pc:inkChg>
        <pc:inkChg chg="add topLvl">
          <ac:chgData name="Aggie Menezes" userId="74619c95fa3483c9" providerId="LiveId" clId="{81CF669C-6996-674A-8375-EBD66AC830CF}" dt="2021-01-29T14:09:48.533" v="142"/>
          <ac:inkMkLst>
            <pc:docMk/>
            <pc:sldMk cId="0" sldId="257"/>
            <ac:inkMk id="134" creationId="{6BCB2F33-3AF7-5E49-B235-08C7695A1534}"/>
          </ac:inkMkLst>
        </pc:inkChg>
        <pc:inkChg chg="add topLvl">
          <ac:chgData name="Aggie Menezes" userId="74619c95fa3483c9" providerId="LiveId" clId="{81CF669C-6996-674A-8375-EBD66AC830CF}" dt="2021-01-29T14:09:48.533" v="142"/>
          <ac:inkMkLst>
            <pc:docMk/>
            <pc:sldMk cId="0" sldId="257"/>
            <ac:inkMk id="135" creationId="{BFF30DCF-6926-C344-A056-83EBEA82E9B3}"/>
          </ac:inkMkLst>
        </pc:inkChg>
        <pc:inkChg chg="add topLvl">
          <ac:chgData name="Aggie Menezes" userId="74619c95fa3483c9" providerId="LiveId" clId="{81CF669C-6996-674A-8375-EBD66AC830CF}" dt="2021-01-29T14:09:48.533" v="142"/>
          <ac:inkMkLst>
            <pc:docMk/>
            <pc:sldMk cId="0" sldId="257"/>
            <ac:inkMk id="136" creationId="{21944C84-98F8-8743-BA66-67EABA08518F}"/>
          </ac:inkMkLst>
        </pc:inkChg>
        <pc:inkChg chg="add topLvl">
          <ac:chgData name="Aggie Menezes" userId="74619c95fa3483c9" providerId="LiveId" clId="{81CF669C-6996-674A-8375-EBD66AC830CF}" dt="2021-01-29T14:09:48.533" v="142"/>
          <ac:inkMkLst>
            <pc:docMk/>
            <pc:sldMk cId="0" sldId="257"/>
            <ac:inkMk id="137" creationId="{7357EEF7-1AE6-B149-A566-57D365533AA0}"/>
          </ac:inkMkLst>
        </pc:inkChg>
        <pc:inkChg chg="add topLvl">
          <ac:chgData name="Aggie Menezes" userId="74619c95fa3483c9" providerId="LiveId" clId="{81CF669C-6996-674A-8375-EBD66AC830CF}" dt="2021-01-29T14:09:48.533" v="142"/>
          <ac:inkMkLst>
            <pc:docMk/>
            <pc:sldMk cId="0" sldId="257"/>
            <ac:inkMk id="138" creationId="{1739311A-8650-964A-A18C-D9EDE5AB2696}"/>
          </ac:inkMkLst>
        </pc:inkChg>
        <pc:inkChg chg="add topLvl">
          <ac:chgData name="Aggie Menezes" userId="74619c95fa3483c9" providerId="LiveId" clId="{81CF669C-6996-674A-8375-EBD66AC830CF}" dt="2021-01-29T14:09:48.533" v="142"/>
          <ac:inkMkLst>
            <pc:docMk/>
            <pc:sldMk cId="0" sldId="257"/>
            <ac:inkMk id="139" creationId="{855227EA-B568-3B41-9A2C-8FF42440D0D8}"/>
          </ac:inkMkLst>
        </pc:inkChg>
        <pc:inkChg chg="add topLvl">
          <ac:chgData name="Aggie Menezes" userId="74619c95fa3483c9" providerId="LiveId" clId="{81CF669C-6996-674A-8375-EBD66AC830CF}" dt="2021-01-29T14:09:48.533" v="142"/>
          <ac:inkMkLst>
            <pc:docMk/>
            <pc:sldMk cId="0" sldId="257"/>
            <ac:inkMk id="140" creationId="{5B9F3375-4B7E-7242-9FA4-4C4CF1C06027}"/>
          </ac:inkMkLst>
        </pc:inkChg>
        <pc:inkChg chg="add topLvl">
          <ac:chgData name="Aggie Menezes" userId="74619c95fa3483c9" providerId="LiveId" clId="{81CF669C-6996-674A-8375-EBD66AC830CF}" dt="2021-01-29T14:09:48.533" v="142"/>
          <ac:inkMkLst>
            <pc:docMk/>
            <pc:sldMk cId="0" sldId="257"/>
            <ac:inkMk id="141" creationId="{1D701A16-35F5-3A4E-B4EF-44F763060F0F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142" creationId="{6957DF65-D25B-C142-A204-B4DFC0269C5E}"/>
          </ac:inkMkLst>
        </pc:inkChg>
        <pc:inkChg chg="add topLvl">
          <ac:chgData name="Aggie Menezes" userId="74619c95fa3483c9" providerId="LiveId" clId="{81CF669C-6996-674A-8375-EBD66AC830CF}" dt="2021-01-29T14:09:48.533" v="142"/>
          <ac:inkMkLst>
            <pc:docMk/>
            <pc:sldMk cId="0" sldId="257"/>
            <ac:inkMk id="143" creationId="{9994E131-9FCE-134D-AB60-37BE0C81B824}"/>
          </ac:inkMkLst>
        </pc:inkChg>
        <pc:inkChg chg="add topLvl">
          <ac:chgData name="Aggie Menezes" userId="74619c95fa3483c9" providerId="LiveId" clId="{81CF669C-6996-674A-8375-EBD66AC830CF}" dt="2021-01-29T14:09:48.533" v="142"/>
          <ac:inkMkLst>
            <pc:docMk/>
            <pc:sldMk cId="0" sldId="257"/>
            <ac:inkMk id="144" creationId="{A2B357AF-F784-C742-82E6-FD1DAE31A3E1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145" creationId="{CB62C58F-E2FA-9C4E-A429-D604C50E97B6}"/>
          </ac:inkMkLst>
        </pc:inkChg>
        <pc:inkChg chg="add">
          <ac:chgData name="Aggie Menezes" userId="74619c95fa3483c9" providerId="LiveId" clId="{81CF669C-6996-674A-8375-EBD66AC830CF}" dt="2021-01-29T14:09:46.805" v="138"/>
          <ac:inkMkLst>
            <pc:docMk/>
            <pc:sldMk cId="0" sldId="257"/>
            <ac:inkMk id="146" creationId="{6F595A71-E1BD-D644-95AF-84E980064449}"/>
          </ac:inkMkLst>
        </pc:inkChg>
        <pc:inkChg chg="add">
          <ac:chgData name="Aggie Menezes" userId="74619c95fa3483c9" providerId="LiveId" clId="{81CF669C-6996-674A-8375-EBD66AC830CF}" dt="2021-01-29T14:09:47.238" v="139"/>
          <ac:inkMkLst>
            <pc:docMk/>
            <pc:sldMk cId="0" sldId="257"/>
            <ac:inkMk id="147" creationId="{018FF555-2B62-A24F-B63A-70E0E4B0060D}"/>
          </ac:inkMkLst>
        </pc:inkChg>
        <pc:inkChg chg="add">
          <ac:chgData name="Aggie Menezes" userId="74619c95fa3483c9" providerId="LiveId" clId="{81CF669C-6996-674A-8375-EBD66AC830CF}" dt="2021-01-29T14:09:47.552" v="140"/>
          <ac:inkMkLst>
            <pc:docMk/>
            <pc:sldMk cId="0" sldId="257"/>
            <ac:inkMk id="148" creationId="{9EB0C4A7-C5BE-3547-923B-A55FA31BF2A3}"/>
          </ac:inkMkLst>
        </pc:inkChg>
        <pc:inkChg chg="add">
          <ac:chgData name="Aggie Menezes" userId="74619c95fa3483c9" providerId="LiveId" clId="{81CF669C-6996-674A-8375-EBD66AC830CF}" dt="2021-01-29T14:09:47.896" v="141"/>
          <ac:inkMkLst>
            <pc:docMk/>
            <pc:sldMk cId="0" sldId="257"/>
            <ac:inkMk id="149" creationId="{9139459F-C5FE-3547-B7CF-206043C3B8A4}"/>
          </ac:inkMkLst>
        </pc:inkChg>
        <pc:inkChg chg="add topLvl">
          <ac:chgData name="Aggie Menezes" userId="74619c95fa3483c9" providerId="LiveId" clId="{81CF669C-6996-674A-8375-EBD66AC830CF}" dt="2021-01-29T14:10:18.201" v="149"/>
          <ac:inkMkLst>
            <pc:docMk/>
            <pc:sldMk cId="0" sldId="257"/>
            <ac:inkMk id="151" creationId="{F121BA70-AC86-A14A-8A64-38CEA0D83E98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152" creationId="{71E6EF7B-8DA5-3A4F-A712-1DE09285081B}"/>
          </ac:inkMkLst>
        </pc:inkChg>
        <pc:inkChg chg="add">
          <ac:chgData name="Aggie Menezes" userId="74619c95fa3483c9" providerId="LiveId" clId="{81CF669C-6996-674A-8375-EBD66AC830CF}" dt="2021-01-29T14:10:16.568" v="145"/>
          <ac:inkMkLst>
            <pc:docMk/>
            <pc:sldMk cId="0" sldId="257"/>
            <ac:inkMk id="153" creationId="{18F26ED9-A85A-1246-90EE-C93E087D81CF}"/>
          </ac:inkMkLst>
        </pc:inkChg>
        <pc:inkChg chg="add">
          <ac:chgData name="Aggie Menezes" userId="74619c95fa3483c9" providerId="LiveId" clId="{81CF669C-6996-674A-8375-EBD66AC830CF}" dt="2021-01-29T14:10:16.872" v="146"/>
          <ac:inkMkLst>
            <pc:docMk/>
            <pc:sldMk cId="0" sldId="257"/>
            <ac:inkMk id="154" creationId="{677589FD-4A6F-0F4D-B388-C8FE38A7E81D}"/>
          </ac:inkMkLst>
        </pc:inkChg>
        <pc:inkChg chg="add">
          <ac:chgData name="Aggie Menezes" userId="74619c95fa3483c9" providerId="LiveId" clId="{81CF669C-6996-674A-8375-EBD66AC830CF}" dt="2021-01-29T14:10:17.176" v="147"/>
          <ac:inkMkLst>
            <pc:docMk/>
            <pc:sldMk cId="0" sldId="257"/>
            <ac:inkMk id="155" creationId="{F5360623-9241-E744-83BC-263E9E9A4A22}"/>
          </ac:inkMkLst>
        </pc:inkChg>
        <pc:inkChg chg="add">
          <ac:chgData name="Aggie Menezes" userId="74619c95fa3483c9" providerId="LiveId" clId="{81CF669C-6996-674A-8375-EBD66AC830CF}" dt="2021-01-29T14:10:17.419" v="148"/>
          <ac:inkMkLst>
            <pc:docMk/>
            <pc:sldMk cId="0" sldId="257"/>
            <ac:inkMk id="156" creationId="{D187B69A-42B5-8942-98E1-22FEE89631E4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58" creationId="{72D1F8DE-B4F7-3A47-B39E-A4FC9025F074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159" creationId="{B6EFD506-66FE-734E-8180-E3BFCC5FDB02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60" creationId="{9F2C9507-A797-B240-8E01-F95D1071644C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61" creationId="{9AA3C609-AA47-9C44-9E42-286AD39DE3DC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62" creationId="{304A65D5-9429-8B40-9BE7-604C49F74136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63" creationId="{976F1A6B-46F1-8A43-9638-56680F68B039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64" creationId="{9698E36B-BBFD-1347-A541-63CCE171A27E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65" creationId="{0EDED3BC-16D7-DD44-8F33-EAB9A8C49B79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66" creationId="{6B405F5A-28EB-3744-A072-578BF6FDF61E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67" creationId="{F671ABFC-3171-7845-B0BC-1EB9FD0B312E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68" creationId="{FAD228AB-F80A-9446-9DCA-31079C69FF77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69" creationId="{057DBA17-D8E5-6740-80ED-C2F334A2CADA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70" creationId="{F5173FBE-0528-524E-BABB-52E144B2E07F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71" creationId="{3C52A646-3AF9-1843-9F5F-212B7C088E07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72" creationId="{DC2DDC37-7B61-C648-A467-DF019A362A82}"/>
          </ac:inkMkLst>
        </pc:inkChg>
        <pc:inkChg chg="add topLvl">
          <ac:chgData name="Aggie Menezes" userId="74619c95fa3483c9" providerId="LiveId" clId="{81CF669C-6996-674A-8375-EBD66AC830CF}" dt="2021-01-29T14:11:00.214" v="171"/>
          <ac:inkMkLst>
            <pc:docMk/>
            <pc:sldMk cId="0" sldId="257"/>
            <ac:inkMk id="173" creationId="{20A0330C-5E2D-D249-88B3-D6D51E47AD21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174" creationId="{090568A9-8E61-034F-A75F-AC63AC76258D}"/>
          </ac:inkMkLst>
        </pc:inkChg>
        <pc:inkChg chg="add">
          <ac:chgData name="Aggie Menezes" userId="74619c95fa3483c9" providerId="LiveId" clId="{81CF669C-6996-674A-8375-EBD66AC830CF}" dt="2021-01-29T14:10:57.370" v="167"/>
          <ac:inkMkLst>
            <pc:docMk/>
            <pc:sldMk cId="0" sldId="257"/>
            <ac:inkMk id="175" creationId="{B9272568-624D-8D4A-BBE6-FA910CA9FBD7}"/>
          </ac:inkMkLst>
        </pc:inkChg>
        <pc:inkChg chg="add">
          <ac:chgData name="Aggie Menezes" userId="74619c95fa3483c9" providerId="LiveId" clId="{81CF669C-6996-674A-8375-EBD66AC830CF}" dt="2021-01-29T14:10:57.844" v="168"/>
          <ac:inkMkLst>
            <pc:docMk/>
            <pc:sldMk cId="0" sldId="257"/>
            <ac:inkMk id="176" creationId="{94E1B8DE-72A9-FD4F-A3EC-A5329AA1AD5C}"/>
          </ac:inkMkLst>
        </pc:inkChg>
        <pc:inkChg chg="add">
          <ac:chgData name="Aggie Menezes" userId="74619c95fa3483c9" providerId="LiveId" clId="{81CF669C-6996-674A-8375-EBD66AC830CF}" dt="2021-01-29T14:10:58.797" v="169"/>
          <ac:inkMkLst>
            <pc:docMk/>
            <pc:sldMk cId="0" sldId="257"/>
            <ac:inkMk id="177" creationId="{EE777E2D-7510-984B-8F92-619CF32AD921}"/>
          </ac:inkMkLst>
        </pc:inkChg>
        <pc:inkChg chg="add">
          <ac:chgData name="Aggie Menezes" userId="74619c95fa3483c9" providerId="LiveId" clId="{81CF669C-6996-674A-8375-EBD66AC830CF}" dt="2021-01-29T14:10:59.159" v="170"/>
          <ac:inkMkLst>
            <pc:docMk/>
            <pc:sldMk cId="0" sldId="257"/>
            <ac:inkMk id="178" creationId="{483917B8-4010-D243-9274-98030A6A0772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180" creationId="{E8F49BE3-168D-E14C-942D-E011C53E3ACF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181" creationId="{8C7F74F3-8388-5B4C-ACA8-401DC1996218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182" creationId="{840C6E67-4FE9-B940-929D-AA8C395323FD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183" creationId="{27B7EB09-CA02-1344-8486-BD5466E2EDAE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184" creationId="{6F67C724-9098-614F-8922-FDD34AA46C4F}"/>
          </ac:inkMkLst>
        </pc:inkChg>
        <pc:inkChg chg="add topLvl">
          <ac:chgData name="Aggie Menezes" userId="74619c95fa3483c9" providerId="LiveId" clId="{81CF669C-6996-674A-8375-EBD66AC830CF}" dt="2021-01-29T14:18:15.329" v="198"/>
          <ac:inkMkLst>
            <pc:docMk/>
            <pc:sldMk cId="0" sldId="257"/>
            <ac:inkMk id="186" creationId="{F11BABEB-B6B9-8F4E-A378-6F3FBED65844}"/>
          </ac:inkMkLst>
        </pc:inkChg>
        <pc:inkChg chg="add">
          <ac:chgData name="Aggie Menezes" userId="74619c95fa3483c9" providerId="LiveId" clId="{81CF669C-6996-674A-8375-EBD66AC830CF}" dt="2021-01-29T14:18:11.394" v="192"/>
          <ac:inkMkLst>
            <pc:docMk/>
            <pc:sldMk cId="0" sldId="257"/>
            <ac:inkMk id="188" creationId="{56E9D793-5602-C24B-AB42-32ED541DD550}"/>
          </ac:inkMkLst>
        </pc:inkChg>
        <pc:inkChg chg="add">
          <ac:chgData name="Aggie Menezes" userId="74619c95fa3483c9" providerId="LiveId" clId="{81CF669C-6996-674A-8375-EBD66AC830CF}" dt="2021-01-29T14:18:11.922" v="193"/>
          <ac:inkMkLst>
            <pc:docMk/>
            <pc:sldMk cId="0" sldId="257"/>
            <ac:inkMk id="189" creationId="{2A30BA7F-98EF-DA4D-A696-BCD53EDF3739}"/>
          </ac:inkMkLst>
        </pc:inkChg>
        <pc:inkChg chg="add">
          <ac:chgData name="Aggie Menezes" userId="74619c95fa3483c9" providerId="LiveId" clId="{81CF669C-6996-674A-8375-EBD66AC830CF}" dt="2021-01-29T14:18:12.637" v="194"/>
          <ac:inkMkLst>
            <pc:docMk/>
            <pc:sldMk cId="0" sldId="257"/>
            <ac:inkMk id="190" creationId="{8C23670E-A210-434C-99D8-043716DD317B}"/>
          </ac:inkMkLst>
        </pc:inkChg>
        <pc:inkChg chg="add">
          <ac:chgData name="Aggie Menezes" userId="74619c95fa3483c9" providerId="LiveId" clId="{81CF669C-6996-674A-8375-EBD66AC830CF}" dt="2021-01-29T14:18:13.540" v="195"/>
          <ac:inkMkLst>
            <pc:docMk/>
            <pc:sldMk cId="0" sldId="257"/>
            <ac:inkMk id="191" creationId="{2D48C3C2-5770-744C-80CF-17CE9A2ED3E5}"/>
          </ac:inkMkLst>
        </pc:inkChg>
        <pc:inkChg chg="add">
          <ac:chgData name="Aggie Menezes" userId="74619c95fa3483c9" providerId="LiveId" clId="{81CF669C-6996-674A-8375-EBD66AC830CF}" dt="2021-01-29T14:18:14.019" v="196"/>
          <ac:inkMkLst>
            <pc:docMk/>
            <pc:sldMk cId="0" sldId="257"/>
            <ac:inkMk id="192" creationId="{4627F079-0217-894A-B3EC-DDFB843AC914}"/>
          </ac:inkMkLst>
        </pc:inkChg>
        <pc:inkChg chg="add">
          <ac:chgData name="Aggie Menezes" userId="74619c95fa3483c9" providerId="LiveId" clId="{81CF669C-6996-674A-8375-EBD66AC830CF}" dt="2021-01-29T14:18:14.622" v="197"/>
          <ac:inkMkLst>
            <pc:docMk/>
            <pc:sldMk cId="0" sldId="257"/>
            <ac:inkMk id="193" creationId="{D1D7B618-DC2B-CB4D-9308-5D35AAA3501C}"/>
          </ac:inkMkLst>
        </pc:inkChg>
      </pc:sldChg>
      <pc:sldChg chg="addSp delSp new">
        <pc:chgData name="Aggie Menezes" userId="74619c95fa3483c9" providerId="LiveId" clId="{81CF669C-6996-674A-8375-EBD66AC830CF}" dt="2021-01-29T14:23:10.241" v="341"/>
        <pc:sldMkLst>
          <pc:docMk/>
          <pc:sldMk cId="1086831497" sldId="310"/>
        </pc:sldMkLst>
        <pc:grpChg chg="add">
          <ac:chgData name="Aggie Menezes" userId="74619c95fa3483c9" providerId="LiveId" clId="{81CF669C-6996-674A-8375-EBD66AC830CF}" dt="2021-01-29T14:18:53.576" v="206"/>
          <ac:grpSpMkLst>
            <pc:docMk/>
            <pc:sldMk cId="1086831497" sldId="310"/>
            <ac:grpSpMk id="9" creationId="{0AB1027A-8C1F-5441-88FD-165C236932F9}"/>
          </ac:grpSpMkLst>
        </pc:grpChg>
        <pc:grpChg chg="add del">
          <ac:chgData name="Aggie Menezes" userId="74619c95fa3483c9" providerId="LiveId" clId="{81CF669C-6996-674A-8375-EBD66AC830CF}" dt="2021-01-29T14:19:28.271" v="212"/>
          <ac:grpSpMkLst>
            <pc:docMk/>
            <pc:sldMk cId="1086831497" sldId="310"/>
            <ac:grpSpMk id="12" creationId="{AE0F8453-679C-674D-9690-5F09423F32E3}"/>
          </ac:grpSpMkLst>
        </pc:grpChg>
        <pc:grpChg chg="add">
          <ac:chgData name="Aggie Menezes" userId="74619c95fa3483c9" providerId="LiveId" clId="{81CF669C-6996-674A-8375-EBD66AC830CF}" dt="2021-01-29T14:19:28.271" v="212"/>
          <ac:grpSpMkLst>
            <pc:docMk/>
            <pc:sldMk cId="1086831497" sldId="310"/>
            <ac:grpSpMk id="15" creationId="{221DE29A-2A46-5E4D-9122-7F2A43A385DD}"/>
          </ac:grpSpMkLst>
        </pc:grpChg>
        <pc:grpChg chg="add">
          <ac:chgData name="Aggie Menezes" userId="74619c95fa3483c9" providerId="LiveId" clId="{81CF669C-6996-674A-8375-EBD66AC830CF}" dt="2021-01-29T14:19:31.453" v="217"/>
          <ac:grpSpMkLst>
            <pc:docMk/>
            <pc:sldMk cId="1086831497" sldId="310"/>
            <ac:grpSpMk id="20" creationId="{17671E24-DF3F-904C-9DF9-8F4B7D16FD8D}"/>
          </ac:grpSpMkLst>
        </pc:grpChg>
        <pc:grpChg chg="add">
          <ac:chgData name="Aggie Menezes" userId="74619c95fa3483c9" providerId="LiveId" clId="{81CF669C-6996-674A-8375-EBD66AC830CF}" dt="2021-01-29T14:19:42.196" v="224"/>
          <ac:grpSpMkLst>
            <pc:docMk/>
            <pc:sldMk cId="1086831497" sldId="310"/>
            <ac:grpSpMk id="27" creationId="{58B4B2E7-0B15-E14F-8EF4-32FA584FDA05}"/>
          </ac:grpSpMkLst>
        </pc:grpChg>
        <pc:grpChg chg="add">
          <ac:chgData name="Aggie Menezes" userId="74619c95fa3483c9" providerId="LiveId" clId="{81CF669C-6996-674A-8375-EBD66AC830CF}" dt="2021-01-29T14:19:52.955" v="229"/>
          <ac:grpSpMkLst>
            <pc:docMk/>
            <pc:sldMk cId="1086831497" sldId="310"/>
            <ac:grpSpMk id="32" creationId="{4999887D-E138-7B42-A5FC-A90AC8AFB8D7}"/>
          </ac:grpSpMkLst>
        </pc:grpChg>
        <pc:grpChg chg="add">
          <ac:chgData name="Aggie Menezes" userId="74619c95fa3483c9" providerId="LiveId" clId="{81CF669C-6996-674A-8375-EBD66AC830CF}" dt="2021-01-29T14:19:52.955" v="229"/>
          <ac:grpSpMkLst>
            <pc:docMk/>
            <pc:sldMk cId="1086831497" sldId="310"/>
            <ac:grpSpMk id="33" creationId="{E190A1CE-4841-2246-91AD-D1B814575B74}"/>
          </ac:grpSpMkLst>
        </pc:grpChg>
        <pc:grpChg chg="add del">
          <ac:chgData name="Aggie Menezes" userId="74619c95fa3483c9" providerId="LiveId" clId="{81CF669C-6996-674A-8375-EBD66AC830CF}" dt="2021-01-29T14:20:16.024" v="240"/>
          <ac:grpSpMkLst>
            <pc:docMk/>
            <pc:sldMk cId="1086831497" sldId="310"/>
            <ac:grpSpMk id="38" creationId="{091C3798-91FC-0448-9063-0856B6904FA1}"/>
          </ac:grpSpMkLst>
        </pc:grpChg>
        <pc:grpChg chg="add">
          <ac:chgData name="Aggie Menezes" userId="74619c95fa3483c9" providerId="LiveId" clId="{81CF669C-6996-674A-8375-EBD66AC830CF}" dt="2021-01-29T14:20:16.024" v="240"/>
          <ac:grpSpMkLst>
            <pc:docMk/>
            <pc:sldMk cId="1086831497" sldId="310"/>
            <ac:grpSpMk id="44" creationId="{559DABE7-A2FA-564F-A5A3-CA43F145B239}"/>
          </ac:grpSpMkLst>
        </pc:grpChg>
        <pc:grpChg chg="add">
          <ac:chgData name="Aggie Menezes" userId="74619c95fa3483c9" providerId="LiveId" clId="{81CF669C-6996-674A-8375-EBD66AC830CF}" dt="2021-01-29T14:20:20.753" v="244"/>
          <ac:grpSpMkLst>
            <pc:docMk/>
            <pc:sldMk cId="1086831497" sldId="310"/>
            <ac:grpSpMk id="48" creationId="{BCD6C333-E1D8-D84C-AAB0-7C4BD7968AFC}"/>
          </ac:grpSpMkLst>
        </pc:grpChg>
        <pc:grpChg chg="add del">
          <ac:chgData name="Aggie Menezes" userId="74619c95fa3483c9" providerId="LiveId" clId="{81CF669C-6996-674A-8375-EBD66AC830CF}" dt="2021-01-29T14:20:28.042" v="249"/>
          <ac:grpSpMkLst>
            <pc:docMk/>
            <pc:sldMk cId="1086831497" sldId="310"/>
            <ac:grpSpMk id="51" creationId="{60BF29EF-DE13-A342-B7C0-3456F3EFC4B0}"/>
          </ac:grpSpMkLst>
        </pc:grpChg>
        <pc:grpChg chg="add">
          <ac:chgData name="Aggie Menezes" userId="74619c95fa3483c9" providerId="LiveId" clId="{81CF669C-6996-674A-8375-EBD66AC830CF}" dt="2021-01-29T14:20:28.042" v="249"/>
          <ac:grpSpMkLst>
            <pc:docMk/>
            <pc:sldMk cId="1086831497" sldId="310"/>
            <ac:grpSpMk id="53" creationId="{6FA3EFD7-58C7-4B46-9C48-BDB190D96DF0}"/>
          </ac:grpSpMkLst>
        </pc:grpChg>
        <pc:grpChg chg="add">
          <ac:chgData name="Aggie Menezes" userId="74619c95fa3483c9" providerId="LiveId" clId="{81CF669C-6996-674A-8375-EBD66AC830CF}" dt="2021-01-29T14:21:12.980" v="255"/>
          <ac:grpSpMkLst>
            <pc:docMk/>
            <pc:sldMk cId="1086831497" sldId="310"/>
            <ac:grpSpMk id="59" creationId="{64A39E6C-98AB-4B42-A7AC-6B1016BA2B53}"/>
          </ac:grpSpMkLst>
        </pc:grpChg>
        <pc:grpChg chg="add del">
          <ac:chgData name="Aggie Menezes" userId="74619c95fa3483c9" providerId="LiveId" clId="{81CF669C-6996-674A-8375-EBD66AC830CF}" dt="2021-01-29T14:21:19.275" v="263"/>
          <ac:grpSpMkLst>
            <pc:docMk/>
            <pc:sldMk cId="1086831497" sldId="310"/>
            <ac:grpSpMk id="65" creationId="{510820F5-33E5-0A42-9F08-D71A63FA8008}"/>
          </ac:grpSpMkLst>
        </pc:grpChg>
        <pc:grpChg chg="add">
          <ac:chgData name="Aggie Menezes" userId="74619c95fa3483c9" providerId="LiveId" clId="{81CF669C-6996-674A-8375-EBD66AC830CF}" dt="2021-01-29T14:21:17.565" v="261"/>
          <ac:grpSpMkLst>
            <pc:docMk/>
            <pc:sldMk cId="1086831497" sldId="310"/>
            <ac:grpSpMk id="66" creationId="{E0C58FFB-3F76-3249-B6FD-3B0EBF8A0D92}"/>
          </ac:grpSpMkLst>
        </pc:grpChg>
        <pc:grpChg chg="add del">
          <ac:chgData name="Aggie Menezes" userId="74619c95fa3483c9" providerId="LiveId" clId="{81CF669C-6996-674A-8375-EBD66AC830CF}" dt="2021-01-29T14:21:20.067" v="265"/>
          <ac:grpSpMkLst>
            <pc:docMk/>
            <pc:sldMk cId="1086831497" sldId="310"/>
            <ac:grpSpMk id="68" creationId="{FE5308B9-C0EB-D544-AE5B-75BC9137D9FE}"/>
          </ac:grpSpMkLst>
        </pc:grpChg>
        <pc:grpChg chg="add">
          <ac:chgData name="Aggie Menezes" userId="74619c95fa3483c9" providerId="LiveId" clId="{81CF669C-6996-674A-8375-EBD66AC830CF}" dt="2021-01-29T14:21:20.067" v="265"/>
          <ac:grpSpMkLst>
            <pc:docMk/>
            <pc:sldMk cId="1086831497" sldId="310"/>
            <ac:grpSpMk id="70" creationId="{1CFC8B32-DF06-A042-A531-37424F40BED5}"/>
          </ac:grpSpMkLst>
        </pc:grpChg>
        <pc:grpChg chg="add">
          <ac:chgData name="Aggie Menezes" userId="74619c95fa3483c9" providerId="LiveId" clId="{81CF669C-6996-674A-8375-EBD66AC830CF}" dt="2021-01-29T14:21:23.446" v="268"/>
          <ac:grpSpMkLst>
            <pc:docMk/>
            <pc:sldMk cId="1086831497" sldId="310"/>
            <ac:grpSpMk id="73" creationId="{E476DCF0-C59D-E94D-A0EE-C6EC8E886FEE}"/>
          </ac:grpSpMkLst>
        </pc:grpChg>
        <pc:grpChg chg="add">
          <ac:chgData name="Aggie Menezes" userId="74619c95fa3483c9" providerId="LiveId" clId="{81CF669C-6996-674A-8375-EBD66AC830CF}" dt="2021-01-29T14:21:33.130" v="272"/>
          <ac:grpSpMkLst>
            <pc:docMk/>
            <pc:sldMk cId="1086831497" sldId="310"/>
            <ac:grpSpMk id="77" creationId="{A399C549-3343-C147-B35A-A924675358D8}"/>
          </ac:grpSpMkLst>
        </pc:grpChg>
        <pc:grpChg chg="add del">
          <ac:chgData name="Aggie Menezes" userId="74619c95fa3483c9" providerId="LiveId" clId="{81CF669C-6996-674A-8375-EBD66AC830CF}" dt="2021-01-29T14:21:38.773" v="278"/>
          <ac:grpSpMkLst>
            <pc:docMk/>
            <pc:sldMk cId="1086831497" sldId="310"/>
            <ac:grpSpMk id="80" creationId="{36E62492-4A37-4243-9771-A12C32C54C8F}"/>
          </ac:grpSpMkLst>
        </pc:grpChg>
        <pc:grpChg chg="add del">
          <ac:chgData name="Aggie Menezes" userId="74619c95fa3483c9" providerId="LiveId" clId="{81CF669C-6996-674A-8375-EBD66AC830CF}" dt="2021-01-29T14:21:45.271" v="280"/>
          <ac:grpSpMkLst>
            <pc:docMk/>
            <pc:sldMk cId="1086831497" sldId="310"/>
            <ac:grpSpMk id="83" creationId="{54E06A2A-72DB-1A42-A99E-16CD3453BF0D}"/>
          </ac:grpSpMkLst>
        </pc:grpChg>
        <pc:grpChg chg="add">
          <ac:chgData name="Aggie Menezes" userId="74619c95fa3483c9" providerId="LiveId" clId="{81CF669C-6996-674A-8375-EBD66AC830CF}" dt="2021-01-29T14:21:45.271" v="280"/>
          <ac:grpSpMkLst>
            <pc:docMk/>
            <pc:sldMk cId="1086831497" sldId="310"/>
            <ac:grpSpMk id="85" creationId="{5BF8BF90-93C0-984C-9F14-60170FC89B77}"/>
          </ac:grpSpMkLst>
        </pc:grpChg>
        <pc:grpChg chg="add del">
          <ac:chgData name="Aggie Menezes" userId="74619c95fa3483c9" providerId="LiveId" clId="{81CF669C-6996-674A-8375-EBD66AC830CF}" dt="2021-01-29T14:22:21.193" v="295"/>
          <ac:grpSpMkLst>
            <pc:docMk/>
            <pc:sldMk cId="1086831497" sldId="310"/>
            <ac:grpSpMk id="97" creationId="{DA2BF014-D2ED-764C-B717-D8EB9BE8A2E8}"/>
          </ac:grpSpMkLst>
        </pc:grpChg>
        <pc:grpChg chg="add del">
          <ac:chgData name="Aggie Menezes" userId="74619c95fa3483c9" providerId="LiveId" clId="{81CF669C-6996-674A-8375-EBD66AC830CF}" dt="2021-01-29T14:22:27.669" v="299"/>
          <ac:grpSpMkLst>
            <pc:docMk/>
            <pc:sldMk cId="1086831497" sldId="310"/>
            <ac:grpSpMk id="100" creationId="{D5BF7165-AA2A-904B-A171-E6F0672EAF56}"/>
          </ac:grpSpMkLst>
        </pc:grpChg>
        <pc:grpChg chg="add del">
          <ac:chgData name="Aggie Menezes" userId="74619c95fa3483c9" providerId="LiveId" clId="{81CF669C-6996-674A-8375-EBD66AC830CF}" dt="2021-01-29T14:22:29.692" v="301"/>
          <ac:grpSpMkLst>
            <pc:docMk/>
            <pc:sldMk cId="1086831497" sldId="310"/>
            <ac:grpSpMk id="104" creationId="{CA816E73-DB74-DB45-88E8-F02889982B5C}"/>
          </ac:grpSpMkLst>
        </pc:grpChg>
        <pc:grpChg chg="add del">
          <ac:chgData name="Aggie Menezes" userId="74619c95fa3483c9" providerId="LiveId" clId="{81CF669C-6996-674A-8375-EBD66AC830CF}" dt="2021-01-29T14:22:34.819" v="311"/>
          <ac:grpSpMkLst>
            <pc:docMk/>
            <pc:sldMk cId="1086831497" sldId="310"/>
            <ac:grpSpMk id="106" creationId="{01FFD494-D402-C848-90A6-F8694B2A38C1}"/>
          </ac:grpSpMkLst>
        </pc:grpChg>
        <pc:grpChg chg="add del">
          <ac:chgData name="Aggie Menezes" userId="74619c95fa3483c9" providerId="LiveId" clId="{81CF669C-6996-674A-8375-EBD66AC830CF}" dt="2021-01-29T14:22:43.580" v="317"/>
          <ac:grpSpMkLst>
            <pc:docMk/>
            <pc:sldMk cId="1086831497" sldId="310"/>
            <ac:grpSpMk id="116" creationId="{1F70E680-4E87-784D-A073-1964E8B7036F}"/>
          </ac:grpSpMkLst>
        </pc:grpChg>
        <pc:grpChg chg="add del">
          <ac:chgData name="Aggie Menezes" userId="74619c95fa3483c9" providerId="LiveId" clId="{81CF669C-6996-674A-8375-EBD66AC830CF}" dt="2021-01-29T14:22:43.580" v="317"/>
          <ac:grpSpMkLst>
            <pc:docMk/>
            <pc:sldMk cId="1086831497" sldId="310"/>
            <ac:grpSpMk id="117" creationId="{31B7C5D8-676A-824F-A0DA-0F4338BDE2DE}"/>
          </ac:grpSpMkLst>
        </pc:grpChg>
        <pc:grpChg chg="add del">
          <ac:chgData name="Aggie Menezes" userId="74619c95fa3483c9" providerId="LiveId" clId="{81CF669C-6996-674A-8375-EBD66AC830CF}" dt="2021-01-29T14:22:43.580" v="317"/>
          <ac:grpSpMkLst>
            <pc:docMk/>
            <pc:sldMk cId="1086831497" sldId="310"/>
            <ac:grpSpMk id="120" creationId="{DDCA1CC7-0C1D-AD4D-9D73-69E4B026AA76}"/>
          </ac:grpSpMkLst>
        </pc:grpChg>
        <pc:grpChg chg="add">
          <ac:chgData name="Aggie Menezes" userId="74619c95fa3483c9" providerId="LiveId" clId="{81CF669C-6996-674A-8375-EBD66AC830CF}" dt="2021-01-29T14:22:43.580" v="317"/>
          <ac:grpSpMkLst>
            <pc:docMk/>
            <pc:sldMk cId="1086831497" sldId="310"/>
            <ac:grpSpMk id="123" creationId="{57835BD2-7F55-274C-BD12-4EE80DF68C16}"/>
          </ac:grpSpMkLst>
        </pc:grpChg>
        <pc:grpChg chg="add del">
          <ac:chgData name="Aggie Menezes" userId="74619c95fa3483c9" providerId="LiveId" clId="{81CF669C-6996-674A-8375-EBD66AC830CF}" dt="2021-01-29T14:22:57.464" v="327"/>
          <ac:grpSpMkLst>
            <pc:docMk/>
            <pc:sldMk cId="1086831497" sldId="310"/>
            <ac:grpSpMk id="127" creationId="{614104CA-E97D-584A-AF73-D601C64802B6}"/>
          </ac:grpSpMkLst>
        </pc:grpChg>
        <pc:grpChg chg="add">
          <ac:chgData name="Aggie Menezes" userId="74619c95fa3483c9" providerId="LiveId" clId="{81CF669C-6996-674A-8375-EBD66AC830CF}" dt="2021-01-29T14:22:57.464" v="327"/>
          <ac:grpSpMkLst>
            <pc:docMk/>
            <pc:sldMk cId="1086831497" sldId="310"/>
            <ac:grpSpMk id="133" creationId="{A18A8C36-FE5B-FC4B-BB2F-228392FCB56C}"/>
          </ac:grpSpMkLst>
        </pc:grpChg>
        <pc:grpChg chg="add del">
          <ac:chgData name="Aggie Menezes" userId="74619c95fa3483c9" providerId="LiveId" clId="{81CF669C-6996-674A-8375-EBD66AC830CF}" dt="2021-01-29T14:23:10.241" v="341"/>
          <ac:grpSpMkLst>
            <pc:docMk/>
            <pc:sldMk cId="1086831497" sldId="310"/>
            <ac:grpSpMk id="140" creationId="{00302066-D4BA-F44C-8979-D38C0AA13534}"/>
          </ac:grpSpMkLst>
        </pc:grpChg>
        <pc:grpChg chg="add">
          <ac:chgData name="Aggie Menezes" userId="74619c95fa3483c9" providerId="LiveId" clId="{81CF669C-6996-674A-8375-EBD66AC830CF}" dt="2021-01-29T14:23:10.241" v="341"/>
          <ac:grpSpMkLst>
            <pc:docMk/>
            <pc:sldMk cId="1086831497" sldId="310"/>
            <ac:grpSpMk id="147" creationId="{5DAE898C-7CEB-6241-B36A-6D43E7138F44}"/>
          </ac:grpSpMkLst>
        </pc:grpChg>
        <pc:grpChg chg="add">
          <ac:chgData name="Aggie Menezes" userId="74619c95fa3483c9" providerId="LiveId" clId="{81CF669C-6996-674A-8375-EBD66AC830CF}" dt="2021-01-29T14:23:10.241" v="341"/>
          <ac:grpSpMkLst>
            <pc:docMk/>
            <pc:sldMk cId="1086831497" sldId="310"/>
            <ac:grpSpMk id="148" creationId="{9129F52C-08AA-1243-A9B1-02B806A0311A}"/>
          </ac:grpSpMkLst>
        </pc:grpChg>
        <pc:inkChg chg="add">
          <ac:chgData name="Aggie Menezes" userId="74619c95fa3483c9" providerId="LiveId" clId="{81CF669C-6996-674A-8375-EBD66AC830CF}" dt="2021-01-29T14:18:50.383" v="200"/>
          <ac:inkMkLst>
            <pc:docMk/>
            <pc:sldMk cId="1086831497" sldId="310"/>
            <ac:inkMk id="3" creationId="{1BF58C75-88A6-C843-A068-72624F96D4C8}"/>
          </ac:inkMkLst>
        </pc:inkChg>
        <pc:inkChg chg="add">
          <ac:chgData name="Aggie Menezes" userId="74619c95fa3483c9" providerId="LiveId" clId="{81CF669C-6996-674A-8375-EBD66AC830CF}" dt="2021-01-29T14:18:51.048" v="201"/>
          <ac:inkMkLst>
            <pc:docMk/>
            <pc:sldMk cId="1086831497" sldId="310"/>
            <ac:inkMk id="4" creationId="{14A724C6-4F93-8147-9B2F-D9468716858E}"/>
          </ac:inkMkLst>
        </pc:inkChg>
        <pc:inkChg chg="add">
          <ac:chgData name="Aggie Menezes" userId="74619c95fa3483c9" providerId="LiveId" clId="{81CF669C-6996-674A-8375-EBD66AC830CF}" dt="2021-01-29T14:18:51.773" v="202"/>
          <ac:inkMkLst>
            <pc:docMk/>
            <pc:sldMk cId="1086831497" sldId="310"/>
            <ac:inkMk id="5" creationId="{ADD2A40E-8F8C-3F46-A209-A46BFA028D9B}"/>
          </ac:inkMkLst>
        </pc:inkChg>
        <pc:inkChg chg="add">
          <ac:chgData name="Aggie Menezes" userId="74619c95fa3483c9" providerId="LiveId" clId="{81CF669C-6996-674A-8375-EBD66AC830CF}" dt="2021-01-29T14:18:52.432" v="203"/>
          <ac:inkMkLst>
            <pc:docMk/>
            <pc:sldMk cId="1086831497" sldId="310"/>
            <ac:inkMk id="6" creationId="{AC5734F7-2226-3B4F-B9DD-7CF58E17DC03}"/>
          </ac:inkMkLst>
        </pc:inkChg>
        <pc:inkChg chg="add">
          <ac:chgData name="Aggie Menezes" userId="74619c95fa3483c9" providerId="LiveId" clId="{81CF669C-6996-674A-8375-EBD66AC830CF}" dt="2021-01-29T14:18:52.735" v="204"/>
          <ac:inkMkLst>
            <pc:docMk/>
            <pc:sldMk cId="1086831497" sldId="310"/>
            <ac:inkMk id="7" creationId="{AA03315C-6BC0-4F47-81AA-E8252325C312}"/>
          </ac:inkMkLst>
        </pc:inkChg>
        <pc:inkChg chg="add">
          <ac:chgData name="Aggie Menezes" userId="74619c95fa3483c9" providerId="LiveId" clId="{81CF669C-6996-674A-8375-EBD66AC830CF}" dt="2021-01-29T14:18:52.957" v="205"/>
          <ac:inkMkLst>
            <pc:docMk/>
            <pc:sldMk cId="1086831497" sldId="310"/>
            <ac:inkMk id="8" creationId="{7AADC282-C709-374D-932C-8F2AA4BF3F39}"/>
          </ac:inkMkLst>
        </pc:inkChg>
        <pc:inkChg chg="add topLvl">
          <ac:chgData name="Aggie Menezes" userId="74619c95fa3483c9" providerId="LiveId" clId="{81CF669C-6996-674A-8375-EBD66AC830CF}" dt="2021-01-29T14:19:28.271" v="212"/>
          <ac:inkMkLst>
            <pc:docMk/>
            <pc:sldMk cId="1086831497" sldId="310"/>
            <ac:inkMk id="10" creationId="{2680CE2F-06DD-8342-8A45-6ED66CC95E0F}"/>
          </ac:inkMkLst>
        </pc:inkChg>
        <pc:inkChg chg="add topLvl">
          <ac:chgData name="Aggie Menezes" userId="74619c95fa3483c9" providerId="LiveId" clId="{81CF669C-6996-674A-8375-EBD66AC830CF}" dt="2021-01-29T14:19:28.271" v="212"/>
          <ac:inkMkLst>
            <pc:docMk/>
            <pc:sldMk cId="1086831497" sldId="310"/>
            <ac:inkMk id="11" creationId="{12BB8E43-091D-7F43-9279-7DDF4B0986FC}"/>
          </ac:inkMkLst>
        </pc:inkChg>
        <pc:inkChg chg="add">
          <ac:chgData name="Aggie Menezes" userId="74619c95fa3483c9" providerId="LiveId" clId="{81CF669C-6996-674A-8375-EBD66AC830CF}" dt="2021-01-29T14:19:27.190" v="210"/>
          <ac:inkMkLst>
            <pc:docMk/>
            <pc:sldMk cId="1086831497" sldId="310"/>
            <ac:inkMk id="13" creationId="{D43136FA-E8FD-B04F-969D-8D7801F3EAE0}"/>
          </ac:inkMkLst>
        </pc:inkChg>
        <pc:inkChg chg="add">
          <ac:chgData name="Aggie Menezes" userId="74619c95fa3483c9" providerId="LiveId" clId="{81CF669C-6996-674A-8375-EBD66AC830CF}" dt="2021-01-29T14:19:27.518" v="211"/>
          <ac:inkMkLst>
            <pc:docMk/>
            <pc:sldMk cId="1086831497" sldId="310"/>
            <ac:inkMk id="14" creationId="{72F0D2DA-DD3D-B047-9014-B901AAF523A8}"/>
          </ac:inkMkLst>
        </pc:inkChg>
        <pc:inkChg chg="add">
          <ac:chgData name="Aggie Menezes" userId="74619c95fa3483c9" providerId="LiveId" clId="{81CF669C-6996-674A-8375-EBD66AC830CF}" dt="2021-01-29T14:19:29.274" v="213"/>
          <ac:inkMkLst>
            <pc:docMk/>
            <pc:sldMk cId="1086831497" sldId="310"/>
            <ac:inkMk id="16" creationId="{E5736A49-557A-E047-9C55-211948E2B766}"/>
          </ac:inkMkLst>
        </pc:inkChg>
        <pc:inkChg chg="add">
          <ac:chgData name="Aggie Menezes" userId="74619c95fa3483c9" providerId="LiveId" clId="{81CF669C-6996-674A-8375-EBD66AC830CF}" dt="2021-01-29T14:19:29.516" v="214"/>
          <ac:inkMkLst>
            <pc:docMk/>
            <pc:sldMk cId="1086831497" sldId="310"/>
            <ac:inkMk id="17" creationId="{0A32367C-B9F0-2849-85D5-22F58F97E9A1}"/>
          </ac:inkMkLst>
        </pc:inkChg>
        <pc:inkChg chg="add">
          <ac:chgData name="Aggie Menezes" userId="74619c95fa3483c9" providerId="LiveId" clId="{81CF669C-6996-674A-8375-EBD66AC830CF}" dt="2021-01-29T14:19:30.220" v="215"/>
          <ac:inkMkLst>
            <pc:docMk/>
            <pc:sldMk cId="1086831497" sldId="310"/>
            <ac:inkMk id="18" creationId="{B5CA6EAB-F0F1-EF46-B70A-5A42979BC035}"/>
          </ac:inkMkLst>
        </pc:inkChg>
        <pc:inkChg chg="add">
          <ac:chgData name="Aggie Menezes" userId="74619c95fa3483c9" providerId="LiveId" clId="{81CF669C-6996-674A-8375-EBD66AC830CF}" dt="2021-01-29T14:19:30.699" v="216"/>
          <ac:inkMkLst>
            <pc:docMk/>
            <pc:sldMk cId="1086831497" sldId="310"/>
            <ac:inkMk id="19" creationId="{9E1BAE36-8336-5047-BAF5-EAC6CA4A39CB}"/>
          </ac:inkMkLst>
        </pc:inkChg>
        <pc:inkChg chg="add">
          <ac:chgData name="Aggie Menezes" userId="74619c95fa3483c9" providerId="LiveId" clId="{81CF669C-6996-674A-8375-EBD66AC830CF}" dt="2021-01-29T14:19:38.387" v="218"/>
          <ac:inkMkLst>
            <pc:docMk/>
            <pc:sldMk cId="1086831497" sldId="310"/>
            <ac:inkMk id="21" creationId="{C552EC1E-2944-9043-8D1F-0C28A252CE24}"/>
          </ac:inkMkLst>
        </pc:inkChg>
        <pc:inkChg chg="add">
          <ac:chgData name="Aggie Menezes" userId="74619c95fa3483c9" providerId="LiveId" clId="{81CF669C-6996-674A-8375-EBD66AC830CF}" dt="2021-01-29T14:19:39.228" v="219"/>
          <ac:inkMkLst>
            <pc:docMk/>
            <pc:sldMk cId="1086831497" sldId="310"/>
            <ac:inkMk id="22" creationId="{A4BF6713-B348-B143-AFBC-DE63E376D83E}"/>
          </ac:inkMkLst>
        </pc:inkChg>
        <pc:inkChg chg="add">
          <ac:chgData name="Aggie Menezes" userId="74619c95fa3483c9" providerId="LiveId" clId="{81CF669C-6996-674A-8375-EBD66AC830CF}" dt="2021-01-29T14:19:39.799" v="220"/>
          <ac:inkMkLst>
            <pc:docMk/>
            <pc:sldMk cId="1086831497" sldId="310"/>
            <ac:inkMk id="23" creationId="{7E0B8FC0-6391-C343-A775-85C2CC045327}"/>
          </ac:inkMkLst>
        </pc:inkChg>
        <pc:inkChg chg="add">
          <ac:chgData name="Aggie Menezes" userId="74619c95fa3483c9" providerId="LiveId" clId="{81CF669C-6996-674A-8375-EBD66AC830CF}" dt="2021-01-29T14:19:40.752" v="221"/>
          <ac:inkMkLst>
            <pc:docMk/>
            <pc:sldMk cId="1086831497" sldId="310"/>
            <ac:inkMk id="24" creationId="{B4E7EE8A-3C06-4142-9E13-44604358D660}"/>
          </ac:inkMkLst>
        </pc:inkChg>
        <pc:inkChg chg="add">
          <ac:chgData name="Aggie Menezes" userId="74619c95fa3483c9" providerId="LiveId" clId="{81CF669C-6996-674A-8375-EBD66AC830CF}" dt="2021-01-29T14:19:41.235" v="222"/>
          <ac:inkMkLst>
            <pc:docMk/>
            <pc:sldMk cId="1086831497" sldId="310"/>
            <ac:inkMk id="25" creationId="{9DF9B81F-6485-BB45-AB5C-A56334857649}"/>
          </ac:inkMkLst>
        </pc:inkChg>
        <pc:inkChg chg="add">
          <ac:chgData name="Aggie Menezes" userId="74619c95fa3483c9" providerId="LiveId" clId="{81CF669C-6996-674A-8375-EBD66AC830CF}" dt="2021-01-29T14:19:41.674" v="223"/>
          <ac:inkMkLst>
            <pc:docMk/>
            <pc:sldMk cId="1086831497" sldId="310"/>
            <ac:inkMk id="26" creationId="{67E7420F-ED54-EB44-B0CD-7AA6D41A5ADF}"/>
          </ac:inkMkLst>
        </pc:inkChg>
        <pc:inkChg chg="add">
          <ac:chgData name="Aggie Menezes" userId="74619c95fa3483c9" providerId="LiveId" clId="{81CF669C-6996-674A-8375-EBD66AC830CF}" dt="2021-01-29T14:19:50.236" v="225"/>
          <ac:inkMkLst>
            <pc:docMk/>
            <pc:sldMk cId="1086831497" sldId="310"/>
            <ac:inkMk id="28" creationId="{6AC46C2F-6205-284B-9C9C-33089001AEFF}"/>
          </ac:inkMkLst>
        </pc:inkChg>
        <pc:inkChg chg="add">
          <ac:chgData name="Aggie Menezes" userId="74619c95fa3483c9" providerId="LiveId" clId="{81CF669C-6996-674A-8375-EBD66AC830CF}" dt="2021-01-29T14:19:50.450" v="226"/>
          <ac:inkMkLst>
            <pc:docMk/>
            <pc:sldMk cId="1086831497" sldId="310"/>
            <ac:inkMk id="29" creationId="{AC2E029D-8E99-D247-B189-34F6E77D3264}"/>
          </ac:inkMkLst>
        </pc:inkChg>
        <pc:inkChg chg="add">
          <ac:chgData name="Aggie Menezes" userId="74619c95fa3483c9" providerId="LiveId" clId="{81CF669C-6996-674A-8375-EBD66AC830CF}" dt="2021-01-29T14:19:51.216" v="227"/>
          <ac:inkMkLst>
            <pc:docMk/>
            <pc:sldMk cId="1086831497" sldId="310"/>
            <ac:inkMk id="30" creationId="{2F1B5898-25C5-D949-A672-A930F613806F}"/>
          </ac:inkMkLst>
        </pc:inkChg>
        <pc:inkChg chg="add">
          <ac:chgData name="Aggie Menezes" userId="74619c95fa3483c9" providerId="LiveId" clId="{81CF669C-6996-674A-8375-EBD66AC830CF}" dt="2021-01-29T14:19:52.190" v="228"/>
          <ac:inkMkLst>
            <pc:docMk/>
            <pc:sldMk cId="1086831497" sldId="310"/>
            <ac:inkMk id="31" creationId="{12DD3278-7909-4A48-A3A7-D9E9F9C8A0F5}"/>
          </ac:inkMkLst>
        </pc:inkChg>
        <pc:inkChg chg="add">
          <ac:chgData name="Aggie Menezes" userId="74619c95fa3483c9" providerId="LiveId" clId="{81CF669C-6996-674A-8375-EBD66AC830CF}" dt="2021-01-29T14:20:01.896" v="230"/>
          <ac:inkMkLst>
            <pc:docMk/>
            <pc:sldMk cId="1086831497" sldId="310"/>
            <ac:inkMk id="34" creationId="{37EC07DE-E82C-834C-986B-F85C3B3CEE64}"/>
          </ac:inkMkLst>
        </pc:inkChg>
        <pc:inkChg chg="add topLvl">
          <ac:chgData name="Aggie Menezes" userId="74619c95fa3483c9" providerId="LiveId" clId="{81CF669C-6996-674A-8375-EBD66AC830CF}" dt="2021-01-29T14:20:16.024" v="240"/>
          <ac:inkMkLst>
            <pc:docMk/>
            <pc:sldMk cId="1086831497" sldId="310"/>
            <ac:inkMk id="35" creationId="{09F1434C-3513-CD4D-8C90-CB8733B35E07}"/>
          </ac:inkMkLst>
        </pc:inkChg>
        <pc:inkChg chg="add topLvl">
          <ac:chgData name="Aggie Menezes" userId="74619c95fa3483c9" providerId="LiveId" clId="{81CF669C-6996-674A-8375-EBD66AC830CF}" dt="2021-01-29T14:20:16.024" v="240"/>
          <ac:inkMkLst>
            <pc:docMk/>
            <pc:sldMk cId="1086831497" sldId="310"/>
            <ac:inkMk id="36" creationId="{BB263040-C5BD-844C-8784-B74DE554A099}"/>
          </ac:inkMkLst>
        </pc:inkChg>
        <pc:inkChg chg="add topLvl">
          <ac:chgData name="Aggie Menezes" userId="74619c95fa3483c9" providerId="LiveId" clId="{81CF669C-6996-674A-8375-EBD66AC830CF}" dt="2021-01-29T14:20:16.024" v="240"/>
          <ac:inkMkLst>
            <pc:docMk/>
            <pc:sldMk cId="1086831497" sldId="310"/>
            <ac:inkMk id="37" creationId="{EFD50514-9015-EE44-AA38-6341A80E3D71}"/>
          </ac:inkMkLst>
        </pc:inkChg>
        <pc:inkChg chg="add">
          <ac:chgData name="Aggie Menezes" userId="74619c95fa3483c9" providerId="LiveId" clId="{81CF669C-6996-674A-8375-EBD66AC830CF}" dt="2021-01-29T14:20:13.319" v="235"/>
          <ac:inkMkLst>
            <pc:docMk/>
            <pc:sldMk cId="1086831497" sldId="310"/>
            <ac:inkMk id="39" creationId="{963B5E72-B1A0-3045-B996-9E97D189615E}"/>
          </ac:inkMkLst>
        </pc:inkChg>
        <pc:inkChg chg="add">
          <ac:chgData name="Aggie Menezes" userId="74619c95fa3483c9" providerId="LiveId" clId="{81CF669C-6996-674A-8375-EBD66AC830CF}" dt="2021-01-29T14:20:13.892" v="236"/>
          <ac:inkMkLst>
            <pc:docMk/>
            <pc:sldMk cId="1086831497" sldId="310"/>
            <ac:inkMk id="40" creationId="{F5D184D7-164E-D246-A270-018B685FB226}"/>
          </ac:inkMkLst>
        </pc:inkChg>
        <pc:inkChg chg="add">
          <ac:chgData name="Aggie Menezes" userId="74619c95fa3483c9" providerId="LiveId" clId="{81CF669C-6996-674A-8375-EBD66AC830CF}" dt="2021-01-29T14:20:14.140" v="237"/>
          <ac:inkMkLst>
            <pc:docMk/>
            <pc:sldMk cId="1086831497" sldId="310"/>
            <ac:inkMk id="41" creationId="{A3E5D069-6C08-8E44-9019-C0771938DD85}"/>
          </ac:inkMkLst>
        </pc:inkChg>
        <pc:inkChg chg="add">
          <ac:chgData name="Aggie Menezes" userId="74619c95fa3483c9" providerId="LiveId" clId="{81CF669C-6996-674A-8375-EBD66AC830CF}" dt="2021-01-29T14:20:14.649" v="238"/>
          <ac:inkMkLst>
            <pc:docMk/>
            <pc:sldMk cId="1086831497" sldId="310"/>
            <ac:inkMk id="42" creationId="{A34F6092-A59B-B645-83C9-FD495F32404D}"/>
          </ac:inkMkLst>
        </pc:inkChg>
        <pc:inkChg chg="add">
          <ac:chgData name="Aggie Menezes" userId="74619c95fa3483c9" providerId="LiveId" clId="{81CF669C-6996-674A-8375-EBD66AC830CF}" dt="2021-01-29T14:20:15.090" v="239"/>
          <ac:inkMkLst>
            <pc:docMk/>
            <pc:sldMk cId="1086831497" sldId="310"/>
            <ac:inkMk id="43" creationId="{3CF00086-44EF-1D44-AD32-2119E2411313}"/>
          </ac:inkMkLst>
        </pc:inkChg>
        <pc:inkChg chg="add">
          <ac:chgData name="Aggie Menezes" userId="74619c95fa3483c9" providerId="LiveId" clId="{81CF669C-6996-674A-8375-EBD66AC830CF}" dt="2021-01-29T14:20:19.208" v="241"/>
          <ac:inkMkLst>
            <pc:docMk/>
            <pc:sldMk cId="1086831497" sldId="310"/>
            <ac:inkMk id="45" creationId="{3E724C9E-A192-5B40-B652-52C4F03BDE0E}"/>
          </ac:inkMkLst>
        </pc:inkChg>
        <pc:inkChg chg="add">
          <ac:chgData name="Aggie Menezes" userId="74619c95fa3483c9" providerId="LiveId" clId="{81CF669C-6996-674A-8375-EBD66AC830CF}" dt="2021-01-29T14:20:19.507" v="242"/>
          <ac:inkMkLst>
            <pc:docMk/>
            <pc:sldMk cId="1086831497" sldId="310"/>
            <ac:inkMk id="46" creationId="{77728572-15C6-3342-B859-BD6F160D5AE5}"/>
          </ac:inkMkLst>
        </pc:inkChg>
        <pc:inkChg chg="add">
          <ac:chgData name="Aggie Menezes" userId="74619c95fa3483c9" providerId="LiveId" clId="{81CF669C-6996-674A-8375-EBD66AC830CF}" dt="2021-01-29T14:20:20.124" v="243"/>
          <ac:inkMkLst>
            <pc:docMk/>
            <pc:sldMk cId="1086831497" sldId="310"/>
            <ac:inkMk id="47" creationId="{DD4575FB-AA85-8E43-AB49-C91BFB1A3E79}"/>
          </ac:inkMkLst>
        </pc:inkChg>
        <pc:inkChg chg="add topLvl">
          <ac:chgData name="Aggie Menezes" userId="74619c95fa3483c9" providerId="LiveId" clId="{81CF669C-6996-674A-8375-EBD66AC830CF}" dt="2021-01-29T14:20:28.042" v="249"/>
          <ac:inkMkLst>
            <pc:docMk/>
            <pc:sldMk cId="1086831497" sldId="310"/>
            <ac:inkMk id="49" creationId="{F6F7CDF3-EC0A-CF4E-B85E-B50A6152F9AE}"/>
          </ac:inkMkLst>
        </pc:inkChg>
        <pc:inkChg chg="add topLvl">
          <ac:chgData name="Aggie Menezes" userId="74619c95fa3483c9" providerId="LiveId" clId="{81CF669C-6996-674A-8375-EBD66AC830CF}" dt="2021-01-29T14:20:28.042" v="249"/>
          <ac:inkMkLst>
            <pc:docMk/>
            <pc:sldMk cId="1086831497" sldId="310"/>
            <ac:inkMk id="50" creationId="{D51FB16F-7419-5544-8B1D-108799C66567}"/>
          </ac:inkMkLst>
        </pc:inkChg>
        <pc:inkChg chg="add">
          <ac:chgData name="Aggie Menezes" userId="74619c95fa3483c9" providerId="LiveId" clId="{81CF669C-6996-674A-8375-EBD66AC830CF}" dt="2021-01-29T14:20:27.514" v="248"/>
          <ac:inkMkLst>
            <pc:docMk/>
            <pc:sldMk cId="1086831497" sldId="310"/>
            <ac:inkMk id="52" creationId="{40BD33BB-2E42-5740-9D1D-479E9A8B73CC}"/>
          </ac:inkMkLst>
        </pc:inkChg>
        <pc:inkChg chg="add">
          <ac:chgData name="Aggie Menezes" userId="74619c95fa3483c9" providerId="LiveId" clId="{81CF669C-6996-674A-8375-EBD66AC830CF}" dt="2021-01-29T14:21:10.321" v="250"/>
          <ac:inkMkLst>
            <pc:docMk/>
            <pc:sldMk cId="1086831497" sldId="310"/>
            <ac:inkMk id="54" creationId="{AF65277C-DBE3-BD40-B8B6-CD136AA15DC1}"/>
          </ac:inkMkLst>
        </pc:inkChg>
        <pc:inkChg chg="add">
          <ac:chgData name="Aggie Menezes" userId="74619c95fa3483c9" providerId="LiveId" clId="{81CF669C-6996-674A-8375-EBD66AC830CF}" dt="2021-01-29T14:21:10.974" v="251"/>
          <ac:inkMkLst>
            <pc:docMk/>
            <pc:sldMk cId="1086831497" sldId="310"/>
            <ac:inkMk id="55" creationId="{B62E0002-D591-684E-A3EF-FEE622BDC911}"/>
          </ac:inkMkLst>
        </pc:inkChg>
        <pc:inkChg chg="add">
          <ac:chgData name="Aggie Menezes" userId="74619c95fa3483c9" providerId="LiveId" clId="{81CF669C-6996-674A-8375-EBD66AC830CF}" dt="2021-01-29T14:21:11.795" v="252"/>
          <ac:inkMkLst>
            <pc:docMk/>
            <pc:sldMk cId="1086831497" sldId="310"/>
            <ac:inkMk id="56" creationId="{590EDE19-5D7A-EC40-BF66-39DAC8C3479A}"/>
          </ac:inkMkLst>
        </pc:inkChg>
        <pc:inkChg chg="add">
          <ac:chgData name="Aggie Menezes" userId="74619c95fa3483c9" providerId="LiveId" clId="{81CF669C-6996-674A-8375-EBD66AC830CF}" dt="2021-01-29T14:21:12.001" v="253"/>
          <ac:inkMkLst>
            <pc:docMk/>
            <pc:sldMk cId="1086831497" sldId="310"/>
            <ac:inkMk id="57" creationId="{262469C5-9D8D-BA4E-B925-0769CF253B4A}"/>
          </ac:inkMkLst>
        </pc:inkChg>
        <pc:inkChg chg="add">
          <ac:chgData name="Aggie Menezes" userId="74619c95fa3483c9" providerId="LiveId" clId="{81CF669C-6996-674A-8375-EBD66AC830CF}" dt="2021-01-29T14:21:12.143" v="254"/>
          <ac:inkMkLst>
            <pc:docMk/>
            <pc:sldMk cId="1086831497" sldId="310"/>
            <ac:inkMk id="58" creationId="{1508192C-531D-854A-B1A2-EFD801BD072E}"/>
          </ac:inkMkLst>
        </pc:inkChg>
        <pc:inkChg chg="add">
          <ac:chgData name="Aggie Menezes" userId="74619c95fa3483c9" providerId="LiveId" clId="{81CF669C-6996-674A-8375-EBD66AC830CF}" dt="2021-01-29T14:21:15.388" v="256"/>
          <ac:inkMkLst>
            <pc:docMk/>
            <pc:sldMk cId="1086831497" sldId="310"/>
            <ac:inkMk id="60" creationId="{6FB5831D-5A0D-E54E-9DB0-3964BD0D46A3}"/>
          </ac:inkMkLst>
        </pc:inkChg>
        <pc:inkChg chg="add">
          <ac:chgData name="Aggie Menezes" userId="74619c95fa3483c9" providerId="LiveId" clId="{81CF669C-6996-674A-8375-EBD66AC830CF}" dt="2021-01-29T14:21:15.641" v="257"/>
          <ac:inkMkLst>
            <pc:docMk/>
            <pc:sldMk cId="1086831497" sldId="310"/>
            <ac:inkMk id="61" creationId="{85FE0E86-E1EA-224E-BE3E-B95C1F4182F1}"/>
          </ac:inkMkLst>
        </pc:inkChg>
        <pc:inkChg chg="add topLvl">
          <ac:chgData name="Aggie Menezes" userId="74619c95fa3483c9" providerId="LiveId" clId="{81CF669C-6996-674A-8375-EBD66AC830CF}" dt="2021-01-29T14:21:20.067" v="265"/>
          <ac:inkMkLst>
            <pc:docMk/>
            <pc:sldMk cId="1086831497" sldId="310"/>
            <ac:inkMk id="62" creationId="{13018982-E8C3-154E-8BB9-B920DB1690A2}"/>
          </ac:inkMkLst>
        </pc:inkChg>
        <pc:inkChg chg="add topLvl">
          <ac:chgData name="Aggie Menezes" userId="74619c95fa3483c9" providerId="LiveId" clId="{81CF669C-6996-674A-8375-EBD66AC830CF}" dt="2021-01-29T14:21:20.067" v="265"/>
          <ac:inkMkLst>
            <pc:docMk/>
            <pc:sldMk cId="1086831497" sldId="310"/>
            <ac:inkMk id="63" creationId="{3FC6C7AA-0FA7-B74E-9854-EC3EC2FDD309}"/>
          </ac:inkMkLst>
        </pc:inkChg>
        <pc:inkChg chg="add topLvl">
          <ac:chgData name="Aggie Menezes" userId="74619c95fa3483c9" providerId="LiveId" clId="{81CF669C-6996-674A-8375-EBD66AC830CF}" dt="2021-01-29T14:21:20.067" v="265"/>
          <ac:inkMkLst>
            <pc:docMk/>
            <pc:sldMk cId="1086831497" sldId="310"/>
            <ac:inkMk id="64" creationId="{2F045514-09FB-0942-A7FF-8594971ADC0B}"/>
          </ac:inkMkLst>
        </pc:inkChg>
        <pc:inkChg chg="add topLvl">
          <ac:chgData name="Aggie Menezes" userId="74619c95fa3483c9" providerId="LiveId" clId="{81CF669C-6996-674A-8375-EBD66AC830CF}" dt="2021-01-29T14:21:20.067" v="265"/>
          <ac:inkMkLst>
            <pc:docMk/>
            <pc:sldMk cId="1086831497" sldId="310"/>
            <ac:inkMk id="67" creationId="{CE7BA2DB-98F5-D041-988E-E60AEB40724F}"/>
          </ac:inkMkLst>
        </pc:inkChg>
        <pc:inkChg chg="add">
          <ac:chgData name="Aggie Menezes" userId="74619c95fa3483c9" providerId="LiveId" clId="{81CF669C-6996-674A-8375-EBD66AC830CF}" dt="2021-01-29T14:21:19.536" v="264"/>
          <ac:inkMkLst>
            <pc:docMk/>
            <pc:sldMk cId="1086831497" sldId="310"/>
            <ac:inkMk id="69" creationId="{B508DE1F-2CC3-174C-85E2-EFE108A1FFCE}"/>
          </ac:inkMkLst>
        </pc:inkChg>
        <pc:inkChg chg="add">
          <ac:chgData name="Aggie Menezes" userId="74619c95fa3483c9" providerId="LiveId" clId="{81CF669C-6996-674A-8375-EBD66AC830CF}" dt="2021-01-29T14:21:22.372" v="266"/>
          <ac:inkMkLst>
            <pc:docMk/>
            <pc:sldMk cId="1086831497" sldId="310"/>
            <ac:inkMk id="71" creationId="{F51C3172-26BA-C141-90AE-07BA33C46E03}"/>
          </ac:inkMkLst>
        </pc:inkChg>
        <pc:inkChg chg="add">
          <ac:chgData name="Aggie Menezes" userId="74619c95fa3483c9" providerId="LiveId" clId="{81CF669C-6996-674A-8375-EBD66AC830CF}" dt="2021-01-29T14:21:22.592" v="267"/>
          <ac:inkMkLst>
            <pc:docMk/>
            <pc:sldMk cId="1086831497" sldId="310"/>
            <ac:inkMk id="72" creationId="{DFF1AC77-02CA-9D4D-8342-D287F3937454}"/>
          </ac:inkMkLst>
        </pc:inkChg>
        <pc:inkChg chg="add">
          <ac:chgData name="Aggie Menezes" userId="74619c95fa3483c9" providerId="LiveId" clId="{81CF669C-6996-674A-8375-EBD66AC830CF}" dt="2021-01-29T14:21:31.993" v="269"/>
          <ac:inkMkLst>
            <pc:docMk/>
            <pc:sldMk cId="1086831497" sldId="310"/>
            <ac:inkMk id="74" creationId="{07D3C734-E7D3-8649-9BDD-927E41FE1A5A}"/>
          </ac:inkMkLst>
        </pc:inkChg>
        <pc:inkChg chg="add">
          <ac:chgData name="Aggie Menezes" userId="74619c95fa3483c9" providerId="LiveId" clId="{81CF669C-6996-674A-8375-EBD66AC830CF}" dt="2021-01-29T14:21:32.336" v="270"/>
          <ac:inkMkLst>
            <pc:docMk/>
            <pc:sldMk cId="1086831497" sldId="310"/>
            <ac:inkMk id="75" creationId="{50BAB5DB-4180-4E4C-9BAC-55AD592F93A4}"/>
          </ac:inkMkLst>
        </pc:inkChg>
        <pc:inkChg chg="add">
          <ac:chgData name="Aggie Menezes" userId="74619c95fa3483c9" providerId="LiveId" clId="{81CF669C-6996-674A-8375-EBD66AC830CF}" dt="2021-01-29T14:21:32.497" v="271"/>
          <ac:inkMkLst>
            <pc:docMk/>
            <pc:sldMk cId="1086831497" sldId="310"/>
            <ac:inkMk id="76" creationId="{ECBEBD49-9DBC-814A-944E-8E2071D13AA3}"/>
          </ac:inkMkLst>
        </pc:inkChg>
        <pc:inkChg chg="add topLvl">
          <ac:chgData name="Aggie Menezes" userId="74619c95fa3483c9" providerId="LiveId" clId="{81CF669C-6996-674A-8375-EBD66AC830CF}" dt="2021-01-29T14:21:45.271" v="280"/>
          <ac:inkMkLst>
            <pc:docMk/>
            <pc:sldMk cId="1086831497" sldId="310"/>
            <ac:inkMk id="78" creationId="{74B46A6C-888C-734C-9146-CA70F7B08422}"/>
          </ac:inkMkLst>
        </pc:inkChg>
        <pc:inkChg chg="add topLvl">
          <ac:chgData name="Aggie Menezes" userId="74619c95fa3483c9" providerId="LiveId" clId="{81CF669C-6996-674A-8375-EBD66AC830CF}" dt="2021-01-29T14:21:45.271" v="280"/>
          <ac:inkMkLst>
            <pc:docMk/>
            <pc:sldMk cId="1086831497" sldId="310"/>
            <ac:inkMk id="79" creationId="{F42C1A39-98C2-0246-BE74-8F640A40F00F}"/>
          </ac:inkMkLst>
        </pc:inkChg>
        <pc:inkChg chg="add topLvl">
          <ac:chgData name="Aggie Menezes" userId="74619c95fa3483c9" providerId="LiveId" clId="{81CF669C-6996-674A-8375-EBD66AC830CF}" dt="2021-01-29T14:21:45.271" v="280"/>
          <ac:inkMkLst>
            <pc:docMk/>
            <pc:sldMk cId="1086831497" sldId="310"/>
            <ac:inkMk id="81" creationId="{3D38747A-4DA9-2348-B6EF-9ED2582E08F2}"/>
          </ac:inkMkLst>
        </pc:inkChg>
        <pc:inkChg chg="add topLvl">
          <ac:chgData name="Aggie Menezes" userId="74619c95fa3483c9" providerId="LiveId" clId="{81CF669C-6996-674A-8375-EBD66AC830CF}" dt="2021-01-29T14:21:45.271" v="280"/>
          <ac:inkMkLst>
            <pc:docMk/>
            <pc:sldMk cId="1086831497" sldId="310"/>
            <ac:inkMk id="82" creationId="{1AD04563-34AE-4945-BA29-1DADAAB8FEDE}"/>
          </ac:inkMkLst>
        </pc:inkChg>
        <pc:inkChg chg="add">
          <ac:chgData name="Aggie Menezes" userId="74619c95fa3483c9" providerId="LiveId" clId="{81CF669C-6996-674A-8375-EBD66AC830CF}" dt="2021-01-29T14:21:44.742" v="279"/>
          <ac:inkMkLst>
            <pc:docMk/>
            <pc:sldMk cId="1086831497" sldId="310"/>
            <ac:inkMk id="84" creationId="{1AB434A2-9E80-DE4B-B9F1-18E4D484C25C}"/>
          </ac:inkMkLst>
        </pc:inkChg>
        <pc:inkChg chg="add">
          <ac:chgData name="Aggie Menezes" userId="74619c95fa3483c9" providerId="LiveId" clId="{81CF669C-6996-674A-8375-EBD66AC830CF}" dt="2021-01-29T14:21:48.058" v="281"/>
          <ac:inkMkLst>
            <pc:docMk/>
            <pc:sldMk cId="1086831497" sldId="310"/>
            <ac:inkMk id="86" creationId="{70BBF853-E1F6-5845-AB82-9B3F4559A827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87" creationId="{E5838282-B575-7242-910A-5BB960ACAD66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88" creationId="{67E61DF8-6CC6-C341-BC84-2A000D41F564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89" creationId="{38D6AD36-55CB-7943-8D35-1FD9A97F7CD8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90" creationId="{DD6C8763-C937-BB4A-A4EA-67C06248B2E3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91" creationId="{7F9A9FDA-BC56-4649-88D3-D949C1324B73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92" creationId="{35487386-8660-D44E-900B-E78236E3110C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93" creationId="{9E92B170-55EA-0A4B-9F43-E3E7DD1A8D07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94" creationId="{93884FDB-19B6-BE4E-B2F0-065711AECBDC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95" creationId="{7C6B4A1B-1699-794E-8C2A-0F9A7C15B9C5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96" creationId="{72D8F3A0-F101-9C4D-A0A4-22B2F9F789BF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98" creationId="{0A71F773-FFEF-984B-AA36-7725D2738A07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99" creationId="{8EA3C60A-BECE-AA44-BA4A-76EC1E6FFD97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01" creationId="{AFE2F42F-2B05-3A4E-9C6C-5CB033F3D521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02" creationId="{261E4C58-B9AC-8248-9F8F-40B5274B0DB4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03" creationId="{A845F5C2-2A5D-914E-BB90-E24CE8E41172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05" creationId="{34F9A341-D5E4-6C4B-AB41-FA0652929D3C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07" creationId="{4A342E14-22DA-C748-807A-B4D9C46EC1F5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08" creationId="{988E38FF-9C25-1D43-82D9-D3B9F79CC5F4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09" creationId="{7DBB11FB-EFF9-4742-AB93-761BFBC7EACB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10" creationId="{5660F1BC-6B47-394B-84A6-185474DADAFF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11" creationId="{A4ECD913-E603-2F41-988B-40067DC1A1BB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12" creationId="{8E6CDA17-EE38-F149-A631-83DD26912A72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13" creationId="{DC73F798-B108-7B46-BB4C-B4356D0ACEE2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14" creationId="{6F1697C8-478D-3040-A283-2A155D90E678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15" creationId="{FA8D038A-74A7-7546-A44C-7DA7B53EFFCB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18" creationId="{FE77A104-C35D-9A46-A247-978F62B66D5F}"/>
          </ac:inkMkLst>
        </pc:inkChg>
        <pc:inkChg chg="add topLvl">
          <ac:chgData name="Aggie Menezes" userId="74619c95fa3483c9" providerId="LiveId" clId="{81CF669C-6996-674A-8375-EBD66AC830CF}" dt="2021-01-29T14:22:43.580" v="317"/>
          <ac:inkMkLst>
            <pc:docMk/>
            <pc:sldMk cId="1086831497" sldId="310"/>
            <ac:inkMk id="119" creationId="{F4869E0E-C503-2148-9E87-2033540CD5A9}"/>
          </ac:inkMkLst>
        </pc:inkChg>
        <pc:inkChg chg="add">
          <ac:chgData name="Aggie Menezes" userId="74619c95fa3483c9" providerId="LiveId" clId="{81CF669C-6996-674A-8375-EBD66AC830CF}" dt="2021-01-29T14:22:42.473" v="315"/>
          <ac:inkMkLst>
            <pc:docMk/>
            <pc:sldMk cId="1086831497" sldId="310"/>
            <ac:inkMk id="121" creationId="{D6D97AE5-2100-1146-B61A-A42F2517A5E8}"/>
          </ac:inkMkLst>
        </pc:inkChg>
        <pc:inkChg chg="add">
          <ac:chgData name="Aggie Menezes" userId="74619c95fa3483c9" providerId="LiveId" clId="{81CF669C-6996-674A-8375-EBD66AC830CF}" dt="2021-01-29T14:22:43.023" v="316"/>
          <ac:inkMkLst>
            <pc:docMk/>
            <pc:sldMk cId="1086831497" sldId="310"/>
            <ac:inkMk id="122" creationId="{F217A7B1-3F60-4E4E-A120-2539F6F2A881}"/>
          </ac:inkMkLst>
        </pc:inkChg>
        <pc:inkChg chg="add topLvl">
          <ac:chgData name="Aggie Menezes" userId="74619c95fa3483c9" providerId="LiveId" clId="{81CF669C-6996-674A-8375-EBD66AC830CF}" dt="2021-01-29T14:22:57.464" v="327"/>
          <ac:inkMkLst>
            <pc:docMk/>
            <pc:sldMk cId="1086831497" sldId="310"/>
            <ac:inkMk id="124" creationId="{21DFF8BB-D2C3-A749-8D60-E8F2ECB72911}"/>
          </ac:inkMkLst>
        </pc:inkChg>
        <pc:inkChg chg="add topLvl">
          <ac:chgData name="Aggie Menezes" userId="74619c95fa3483c9" providerId="LiveId" clId="{81CF669C-6996-674A-8375-EBD66AC830CF}" dt="2021-01-29T14:22:57.464" v="327"/>
          <ac:inkMkLst>
            <pc:docMk/>
            <pc:sldMk cId="1086831497" sldId="310"/>
            <ac:inkMk id="125" creationId="{33392CBA-0750-3A4D-9B48-3078B70B24E6}"/>
          </ac:inkMkLst>
        </pc:inkChg>
        <pc:inkChg chg="add topLvl">
          <ac:chgData name="Aggie Menezes" userId="74619c95fa3483c9" providerId="LiveId" clId="{81CF669C-6996-674A-8375-EBD66AC830CF}" dt="2021-01-29T14:22:57.464" v="327"/>
          <ac:inkMkLst>
            <pc:docMk/>
            <pc:sldMk cId="1086831497" sldId="310"/>
            <ac:inkMk id="126" creationId="{47DC48F0-14AE-2141-91C9-FCD9A579262A}"/>
          </ac:inkMkLst>
        </pc:inkChg>
        <pc:inkChg chg="add">
          <ac:chgData name="Aggie Menezes" userId="74619c95fa3483c9" providerId="LiveId" clId="{81CF669C-6996-674A-8375-EBD66AC830CF}" dt="2021-01-29T14:22:55.281" v="322"/>
          <ac:inkMkLst>
            <pc:docMk/>
            <pc:sldMk cId="1086831497" sldId="310"/>
            <ac:inkMk id="128" creationId="{E5EA2918-D8D9-1E47-AED1-A3E953A7575C}"/>
          </ac:inkMkLst>
        </pc:inkChg>
        <pc:inkChg chg="add">
          <ac:chgData name="Aggie Menezes" userId="74619c95fa3483c9" providerId="LiveId" clId="{81CF669C-6996-674A-8375-EBD66AC830CF}" dt="2021-01-29T14:22:55.456" v="323"/>
          <ac:inkMkLst>
            <pc:docMk/>
            <pc:sldMk cId="1086831497" sldId="310"/>
            <ac:inkMk id="129" creationId="{D7F1FEAD-AB65-DD45-A398-7BCAC96417A1}"/>
          </ac:inkMkLst>
        </pc:inkChg>
        <pc:inkChg chg="add">
          <ac:chgData name="Aggie Menezes" userId="74619c95fa3483c9" providerId="LiveId" clId="{81CF669C-6996-674A-8375-EBD66AC830CF}" dt="2021-01-29T14:22:55.885" v="324"/>
          <ac:inkMkLst>
            <pc:docMk/>
            <pc:sldMk cId="1086831497" sldId="310"/>
            <ac:inkMk id="130" creationId="{4E7EF634-948D-C84C-B89E-FAE19B8EA7F2}"/>
          </ac:inkMkLst>
        </pc:inkChg>
        <pc:inkChg chg="add">
          <ac:chgData name="Aggie Menezes" userId="74619c95fa3483c9" providerId="LiveId" clId="{81CF669C-6996-674A-8375-EBD66AC830CF}" dt="2021-01-29T14:22:56.253" v="325"/>
          <ac:inkMkLst>
            <pc:docMk/>
            <pc:sldMk cId="1086831497" sldId="310"/>
            <ac:inkMk id="131" creationId="{537030A2-2946-2348-BF6E-24C5033CA1AE}"/>
          </ac:inkMkLst>
        </pc:inkChg>
        <pc:inkChg chg="add">
          <ac:chgData name="Aggie Menezes" userId="74619c95fa3483c9" providerId="LiveId" clId="{81CF669C-6996-674A-8375-EBD66AC830CF}" dt="2021-01-29T14:22:56.554" v="326"/>
          <ac:inkMkLst>
            <pc:docMk/>
            <pc:sldMk cId="1086831497" sldId="310"/>
            <ac:inkMk id="132" creationId="{89E9E21E-828C-774B-A65B-643C7DF4CEAD}"/>
          </ac:inkMkLst>
        </pc:inkChg>
        <pc:inkChg chg="add topLvl">
          <ac:chgData name="Aggie Menezes" userId="74619c95fa3483c9" providerId="LiveId" clId="{81CF669C-6996-674A-8375-EBD66AC830CF}" dt="2021-01-29T14:23:10.241" v="341"/>
          <ac:inkMkLst>
            <pc:docMk/>
            <pc:sldMk cId="1086831497" sldId="310"/>
            <ac:inkMk id="134" creationId="{6C227234-B25A-E54F-A5A5-F03FF46E75B5}"/>
          </ac:inkMkLst>
        </pc:inkChg>
        <pc:inkChg chg="add topLvl">
          <ac:chgData name="Aggie Menezes" userId="74619c95fa3483c9" providerId="LiveId" clId="{81CF669C-6996-674A-8375-EBD66AC830CF}" dt="2021-01-29T14:23:10.241" v="341"/>
          <ac:inkMkLst>
            <pc:docMk/>
            <pc:sldMk cId="1086831497" sldId="310"/>
            <ac:inkMk id="135" creationId="{DB76336F-EB58-4A45-BD7C-2CC5D7CF66AB}"/>
          </ac:inkMkLst>
        </pc:inkChg>
        <pc:inkChg chg="add topLvl">
          <ac:chgData name="Aggie Menezes" userId="74619c95fa3483c9" providerId="LiveId" clId="{81CF669C-6996-674A-8375-EBD66AC830CF}" dt="2021-01-29T14:23:10.241" v="341"/>
          <ac:inkMkLst>
            <pc:docMk/>
            <pc:sldMk cId="1086831497" sldId="310"/>
            <ac:inkMk id="136" creationId="{969B98B7-5ABC-F448-A407-71E8CDFAF6AE}"/>
          </ac:inkMkLst>
        </pc:inkChg>
        <pc:inkChg chg="add topLvl">
          <ac:chgData name="Aggie Menezes" userId="74619c95fa3483c9" providerId="LiveId" clId="{81CF669C-6996-674A-8375-EBD66AC830CF}" dt="2021-01-29T14:23:10.241" v="341"/>
          <ac:inkMkLst>
            <pc:docMk/>
            <pc:sldMk cId="1086831497" sldId="310"/>
            <ac:inkMk id="137" creationId="{7DB7F3A5-8EA4-3541-ABDC-3DE183509368}"/>
          </ac:inkMkLst>
        </pc:inkChg>
        <pc:inkChg chg="add topLvl">
          <ac:chgData name="Aggie Menezes" userId="74619c95fa3483c9" providerId="LiveId" clId="{81CF669C-6996-674A-8375-EBD66AC830CF}" dt="2021-01-29T14:23:10.241" v="341"/>
          <ac:inkMkLst>
            <pc:docMk/>
            <pc:sldMk cId="1086831497" sldId="310"/>
            <ac:inkMk id="138" creationId="{D86D05FC-4713-EC4C-A133-110FC627BB26}"/>
          </ac:inkMkLst>
        </pc:inkChg>
        <pc:inkChg chg="add topLvl">
          <ac:chgData name="Aggie Menezes" userId="74619c95fa3483c9" providerId="LiveId" clId="{81CF669C-6996-674A-8375-EBD66AC830CF}" dt="2021-01-29T14:23:10.241" v="341"/>
          <ac:inkMkLst>
            <pc:docMk/>
            <pc:sldMk cId="1086831497" sldId="310"/>
            <ac:inkMk id="139" creationId="{7557C6A0-910A-A04B-B4F5-4216BA2D2C4D}"/>
          </ac:inkMkLst>
        </pc:inkChg>
        <pc:inkChg chg="add">
          <ac:chgData name="Aggie Menezes" userId="74619c95fa3483c9" providerId="LiveId" clId="{81CF669C-6996-674A-8375-EBD66AC830CF}" dt="2021-01-29T14:23:06.871" v="335"/>
          <ac:inkMkLst>
            <pc:docMk/>
            <pc:sldMk cId="1086831497" sldId="310"/>
            <ac:inkMk id="141" creationId="{035512B8-5333-154F-BC67-283F90761590}"/>
          </ac:inkMkLst>
        </pc:inkChg>
        <pc:inkChg chg="add">
          <ac:chgData name="Aggie Menezes" userId="74619c95fa3483c9" providerId="LiveId" clId="{81CF669C-6996-674A-8375-EBD66AC830CF}" dt="2021-01-29T14:23:07.059" v="336"/>
          <ac:inkMkLst>
            <pc:docMk/>
            <pc:sldMk cId="1086831497" sldId="310"/>
            <ac:inkMk id="142" creationId="{50677066-B295-1D49-8020-E9052FC858E3}"/>
          </ac:inkMkLst>
        </pc:inkChg>
        <pc:inkChg chg="add">
          <ac:chgData name="Aggie Menezes" userId="74619c95fa3483c9" providerId="LiveId" clId="{81CF669C-6996-674A-8375-EBD66AC830CF}" dt="2021-01-29T14:23:07.791" v="337"/>
          <ac:inkMkLst>
            <pc:docMk/>
            <pc:sldMk cId="1086831497" sldId="310"/>
            <ac:inkMk id="143" creationId="{BE0551D0-F9C7-C147-8380-9C67B5F07B02}"/>
          </ac:inkMkLst>
        </pc:inkChg>
        <pc:inkChg chg="add">
          <ac:chgData name="Aggie Menezes" userId="74619c95fa3483c9" providerId="LiveId" clId="{81CF669C-6996-674A-8375-EBD66AC830CF}" dt="2021-01-29T14:23:08.249" v="338"/>
          <ac:inkMkLst>
            <pc:docMk/>
            <pc:sldMk cId="1086831497" sldId="310"/>
            <ac:inkMk id="144" creationId="{A5048953-741E-FB48-A0F9-03B0C32A712C}"/>
          </ac:inkMkLst>
        </pc:inkChg>
        <pc:inkChg chg="add">
          <ac:chgData name="Aggie Menezes" userId="74619c95fa3483c9" providerId="LiveId" clId="{81CF669C-6996-674A-8375-EBD66AC830CF}" dt="2021-01-29T14:23:08.712" v="339"/>
          <ac:inkMkLst>
            <pc:docMk/>
            <pc:sldMk cId="1086831497" sldId="310"/>
            <ac:inkMk id="145" creationId="{DC943992-2242-8C42-944A-D39DC9B85291}"/>
          </ac:inkMkLst>
        </pc:inkChg>
        <pc:inkChg chg="add">
          <ac:chgData name="Aggie Menezes" userId="74619c95fa3483c9" providerId="LiveId" clId="{81CF669C-6996-674A-8375-EBD66AC830CF}" dt="2021-01-29T14:23:09.615" v="340"/>
          <ac:inkMkLst>
            <pc:docMk/>
            <pc:sldMk cId="1086831497" sldId="310"/>
            <ac:inkMk id="146" creationId="{2CD6B505-3E1F-2B43-B71B-A17C7336A140}"/>
          </ac:inkMkLst>
        </pc:inkChg>
      </pc:sldChg>
      <pc:sldChg chg="addSp delSp new">
        <pc:chgData name="Aggie Menezes" userId="74619c95fa3483c9" providerId="LiveId" clId="{81CF669C-6996-674A-8375-EBD66AC830CF}" dt="2021-01-29T14:28:42.792" v="515"/>
        <pc:sldMkLst>
          <pc:docMk/>
          <pc:sldMk cId="987085376" sldId="311"/>
        </pc:sldMkLst>
        <pc:grpChg chg="add">
          <ac:chgData name="Aggie Menezes" userId="74619c95fa3483c9" providerId="LiveId" clId="{81CF669C-6996-674A-8375-EBD66AC830CF}" dt="2021-01-29T14:23:19.775" v="346"/>
          <ac:grpSpMkLst>
            <pc:docMk/>
            <pc:sldMk cId="987085376" sldId="311"/>
            <ac:grpSpMk id="6" creationId="{7A43B3EB-D02B-244D-890D-1CC575CCD189}"/>
          </ac:grpSpMkLst>
        </pc:grpChg>
        <pc:grpChg chg="add">
          <ac:chgData name="Aggie Menezes" userId="74619c95fa3483c9" providerId="LiveId" clId="{81CF669C-6996-674A-8375-EBD66AC830CF}" dt="2021-01-29T14:23:26.150" v="360"/>
          <ac:grpSpMkLst>
            <pc:docMk/>
            <pc:sldMk cId="987085376" sldId="311"/>
            <ac:grpSpMk id="20" creationId="{E222F65C-1BBD-7748-9EF8-CE7A5B0F009C}"/>
          </ac:grpSpMkLst>
        </pc:grpChg>
        <pc:grpChg chg="add">
          <ac:chgData name="Aggie Menezes" userId="74619c95fa3483c9" providerId="LiveId" clId="{81CF669C-6996-674A-8375-EBD66AC830CF}" dt="2021-01-29T14:23:26.150" v="360"/>
          <ac:grpSpMkLst>
            <pc:docMk/>
            <pc:sldMk cId="987085376" sldId="311"/>
            <ac:grpSpMk id="21" creationId="{5A9B70EC-7ACF-A74C-BA0F-503E7E0B0BBF}"/>
          </ac:grpSpMkLst>
        </pc:grpChg>
        <pc:grpChg chg="add">
          <ac:chgData name="Aggie Menezes" userId="74619c95fa3483c9" providerId="LiveId" clId="{81CF669C-6996-674A-8375-EBD66AC830CF}" dt="2021-01-29T14:23:26.150" v="360"/>
          <ac:grpSpMkLst>
            <pc:docMk/>
            <pc:sldMk cId="987085376" sldId="311"/>
            <ac:grpSpMk id="22" creationId="{5FE0EF65-7432-6949-8496-629466502F4D}"/>
          </ac:grpSpMkLst>
        </pc:grpChg>
        <pc:grpChg chg="add">
          <ac:chgData name="Aggie Menezes" userId="74619c95fa3483c9" providerId="LiveId" clId="{81CF669C-6996-674A-8375-EBD66AC830CF}" dt="2021-01-29T14:23:26.150" v="360"/>
          <ac:grpSpMkLst>
            <pc:docMk/>
            <pc:sldMk cId="987085376" sldId="311"/>
            <ac:grpSpMk id="23" creationId="{D066D6FA-00F3-EF4C-B8C5-736CE4AA04BA}"/>
          </ac:grpSpMkLst>
        </pc:grpChg>
        <pc:grpChg chg="add">
          <ac:chgData name="Aggie Menezes" userId="74619c95fa3483c9" providerId="LiveId" clId="{81CF669C-6996-674A-8375-EBD66AC830CF}" dt="2021-01-29T14:23:35.012" v="369"/>
          <ac:grpSpMkLst>
            <pc:docMk/>
            <pc:sldMk cId="987085376" sldId="311"/>
            <ac:grpSpMk id="32" creationId="{7C10A1C6-5B72-0244-827E-5A316A701758}"/>
          </ac:grpSpMkLst>
        </pc:grpChg>
        <pc:grpChg chg="add">
          <ac:chgData name="Aggie Menezes" userId="74619c95fa3483c9" providerId="LiveId" clId="{81CF669C-6996-674A-8375-EBD66AC830CF}" dt="2021-01-29T14:23:43.693" v="374"/>
          <ac:grpSpMkLst>
            <pc:docMk/>
            <pc:sldMk cId="987085376" sldId="311"/>
            <ac:grpSpMk id="37" creationId="{960F5B03-ABD6-7F42-8382-41BD5536115A}"/>
          </ac:grpSpMkLst>
        </pc:grpChg>
        <pc:grpChg chg="add del">
          <ac:chgData name="Aggie Menezes" userId="74619c95fa3483c9" providerId="LiveId" clId="{81CF669C-6996-674A-8375-EBD66AC830CF}" dt="2021-01-29T14:23:56.279" v="380"/>
          <ac:grpSpMkLst>
            <pc:docMk/>
            <pc:sldMk cId="987085376" sldId="311"/>
            <ac:grpSpMk id="40" creationId="{5CC05D20-3850-B748-98E9-5A0187B707A8}"/>
          </ac:grpSpMkLst>
        </pc:grpChg>
        <pc:grpChg chg="add">
          <ac:chgData name="Aggie Menezes" userId="74619c95fa3483c9" providerId="LiveId" clId="{81CF669C-6996-674A-8375-EBD66AC830CF}" dt="2021-01-29T14:23:56.279" v="380"/>
          <ac:grpSpMkLst>
            <pc:docMk/>
            <pc:sldMk cId="987085376" sldId="311"/>
            <ac:grpSpMk id="43" creationId="{4F5559F9-A577-4149-9C43-F401CB3C63DD}"/>
          </ac:grpSpMkLst>
        </pc:grpChg>
        <pc:grpChg chg="add">
          <ac:chgData name="Aggie Menezes" userId="74619c95fa3483c9" providerId="LiveId" clId="{81CF669C-6996-674A-8375-EBD66AC830CF}" dt="2021-01-29T14:24:15.701" v="383"/>
          <ac:grpSpMkLst>
            <pc:docMk/>
            <pc:sldMk cId="987085376" sldId="311"/>
            <ac:grpSpMk id="46" creationId="{415AB6FE-C735-CE41-A7D6-734B382B8EE3}"/>
          </ac:grpSpMkLst>
        </pc:grpChg>
        <pc:grpChg chg="add del">
          <ac:chgData name="Aggie Menezes" userId="74619c95fa3483c9" providerId="LiveId" clId="{81CF669C-6996-674A-8375-EBD66AC830CF}" dt="2021-01-29T14:25:47.823" v="408"/>
          <ac:grpSpMkLst>
            <pc:docMk/>
            <pc:sldMk cId="987085376" sldId="311"/>
            <ac:grpSpMk id="49" creationId="{E9FA6416-0E24-5245-93BD-AACD0866270D}"/>
          </ac:grpSpMkLst>
        </pc:grpChg>
        <pc:grpChg chg="add del">
          <ac:chgData name="Aggie Menezes" userId="74619c95fa3483c9" providerId="LiveId" clId="{81CF669C-6996-674A-8375-EBD66AC830CF}" dt="2021-01-29T14:24:33.267" v="396"/>
          <ac:grpSpMkLst>
            <pc:docMk/>
            <pc:sldMk cId="987085376" sldId="311"/>
            <ac:grpSpMk id="54" creationId="{92452991-82B4-7240-8F52-8B0A4897AE13}"/>
          </ac:grpSpMkLst>
        </pc:grpChg>
        <pc:grpChg chg="add del">
          <ac:chgData name="Aggie Menezes" userId="74619c95fa3483c9" providerId="LiveId" clId="{81CF669C-6996-674A-8375-EBD66AC830CF}" dt="2021-01-29T14:24:37.171" v="403"/>
          <ac:grpSpMkLst>
            <pc:docMk/>
            <pc:sldMk cId="987085376" sldId="311"/>
            <ac:grpSpMk id="59" creationId="{C9ABA644-938D-C243-AAE7-99B700109AA9}"/>
          </ac:grpSpMkLst>
        </pc:grpChg>
        <pc:grpChg chg="add del">
          <ac:chgData name="Aggie Menezes" userId="74619c95fa3483c9" providerId="LiveId" clId="{81CF669C-6996-674A-8375-EBD66AC830CF}" dt="2021-01-29T14:25:47.823" v="408"/>
          <ac:grpSpMkLst>
            <pc:docMk/>
            <pc:sldMk cId="987085376" sldId="311"/>
            <ac:grpSpMk id="66" creationId="{958644E2-F81D-CB46-9889-1D987CDB5611}"/>
          </ac:grpSpMkLst>
        </pc:grpChg>
        <pc:grpChg chg="add">
          <ac:chgData name="Aggie Menezes" userId="74619c95fa3483c9" providerId="LiveId" clId="{81CF669C-6996-674A-8375-EBD66AC830CF}" dt="2021-01-29T14:25:27.153" v="406"/>
          <ac:grpSpMkLst>
            <pc:docMk/>
            <pc:sldMk cId="987085376" sldId="311"/>
            <ac:grpSpMk id="69" creationId="{042F9358-4770-D14D-BD5E-1424490E7148}"/>
          </ac:grpSpMkLst>
        </pc:grpChg>
        <pc:grpChg chg="add">
          <ac:chgData name="Aggie Menezes" userId="74619c95fa3483c9" providerId="LiveId" clId="{81CF669C-6996-674A-8375-EBD66AC830CF}" dt="2021-01-29T14:25:47.823" v="408"/>
          <ac:grpSpMkLst>
            <pc:docMk/>
            <pc:sldMk cId="987085376" sldId="311"/>
            <ac:grpSpMk id="71" creationId="{707227B0-DAB3-5642-9802-AC69A0AF6219}"/>
          </ac:grpSpMkLst>
        </pc:grpChg>
        <pc:grpChg chg="add del">
          <ac:chgData name="Aggie Menezes" userId="74619c95fa3483c9" providerId="LiveId" clId="{81CF669C-6996-674A-8375-EBD66AC830CF}" dt="2021-01-29T14:26:25.517" v="417"/>
          <ac:grpSpMkLst>
            <pc:docMk/>
            <pc:sldMk cId="987085376" sldId="311"/>
            <ac:grpSpMk id="75" creationId="{5FA81418-BC88-394C-8D18-07B6D97D5A44}"/>
          </ac:grpSpMkLst>
        </pc:grpChg>
        <pc:grpChg chg="add del">
          <ac:chgData name="Aggie Menezes" userId="74619c95fa3483c9" providerId="LiveId" clId="{81CF669C-6996-674A-8375-EBD66AC830CF}" dt="2021-01-29T14:26:34.984" v="428"/>
          <ac:grpSpMkLst>
            <pc:docMk/>
            <pc:sldMk cId="987085376" sldId="311"/>
            <ac:grpSpMk id="80" creationId="{64548ED1-9471-A940-9A78-60FF120CF293}"/>
          </ac:grpSpMkLst>
        </pc:grpChg>
        <pc:grpChg chg="add">
          <ac:chgData name="Aggie Menezes" userId="74619c95fa3483c9" providerId="LiveId" clId="{81CF669C-6996-674A-8375-EBD66AC830CF}" dt="2021-01-29T14:26:34.984" v="428"/>
          <ac:grpSpMkLst>
            <pc:docMk/>
            <pc:sldMk cId="987085376" sldId="311"/>
            <ac:grpSpMk id="91" creationId="{00E1D4B7-1B05-DC48-A3A0-992C08FAC54E}"/>
          </ac:grpSpMkLst>
        </pc:grpChg>
        <pc:grpChg chg="add del">
          <ac:chgData name="Aggie Menezes" userId="74619c95fa3483c9" providerId="LiveId" clId="{81CF669C-6996-674A-8375-EBD66AC830CF}" dt="2021-01-29T14:28:07.109" v="492"/>
          <ac:grpSpMkLst>
            <pc:docMk/>
            <pc:sldMk cId="987085376" sldId="311"/>
            <ac:grpSpMk id="100" creationId="{4BE7986F-0BA3-DF43-A6BB-1A6AAE39400C}"/>
          </ac:grpSpMkLst>
        </pc:grpChg>
        <pc:grpChg chg="add">
          <ac:chgData name="Aggie Menezes" userId="74619c95fa3483c9" providerId="LiveId" clId="{81CF669C-6996-674A-8375-EBD66AC830CF}" dt="2021-01-29T14:26:58.392" v="444"/>
          <ac:grpSpMkLst>
            <pc:docMk/>
            <pc:sldMk cId="987085376" sldId="311"/>
            <ac:grpSpMk id="107" creationId="{214C99BB-4ED5-C247-A878-6D4C8A131A4E}"/>
          </ac:grpSpMkLst>
        </pc:grpChg>
        <pc:grpChg chg="add del">
          <ac:chgData name="Aggie Menezes" userId="74619c95fa3483c9" providerId="LiveId" clId="{81CF669C-6996-674A-8375-EBD66AC830CF}" dt="2021-01-29T14:27:09.992" v="457"/>
          <ac:grpSpMkLst>
            <pc:docMk/>
            <pc:sldMk cId="987085376" sldId="311"/>
            <ac:grpSpMk id="111" creationId="{CCD9481A-6E15-6A42-88C2-CF68656C99E1}"/>
          </ac:grpSpMkLst>
        </pc:grpChg>
        <pc:grpChg chg="add">
          <ac:chgData name="Aggie Menezes" userId="74619c95fa3483c9" providerId="LiveId" clId="{81CF669C-6996-674A-8375-EBD66AC830CF}" dt="2021-01-29T14:27:09.992" v="457"/>
          <ac:grpSpMkLst>
            <pc:docMk/>
            <pc:sldMk cId="987085376" sldId="311"/>
            <ac:grpSpMk id="120" creationId="{61006D72-9B6E-3841-9AA0-240592CAB99C}"/>
          </ac:grpSpMkLst>
        </pc:grpChg>
        <pc:grpChg chg="add">
          <ac:chgData name="Aggie Menezes" userId="74619c95fa3483c9" providerId="LiveId" clId="{81CF669C-6996-674A-8375-EBD66AC830CF}" dt="2021-01-29T14:27:09.992" v="457"/>
          <ac:grpSpMkLst>
            <pc:docMk/>
            <pc:sldMk cId="987085376" sldId="311"/>
            <ac:grpSpMk id="121" creationId="{C214548F-CBEE-6F4D-A972-FCB7EB1528AA}"/>
          </ac:grpSpMkLst>
        </pc:grpChg>
        <pc:grpChg chg="add del">
          <ac:chgData name="Aggie Menezes" userId="74619c95fa3483c9" providerId="LiveId" clId="{81CF669C-6996-674A-8375-EBD66AC830CF}" dt="2021-01-29T14:27:20.491" v="469"/>
          <ac:grpSpMkLst>
            <pc:docMk/>
            <pc:sldMk cId="987085376" sldId="311"/>
            <ac:grpSpMk id="130" creationId="{9A31B5C0-39B4-324C-9E9D-8148EC0A6963}"/>
          </ac:grpSpMkLst>
        </pc:grpChg>
        <pc:grpChg chg="add del">
          <ac:chgData name="Aggie Menezes" userId="74619c95fa3483c9" providerId="LiveId" clId="{81CF669C-6996-674A-8375-EBD66AC830CF}" dt="2021-01-29T14:27:31.211" v="474"/>
          <ac:grpSpMkLst>
            <pc:docMk/>
            <pc:sldMk cId="987085376" sldId="311"/>
            <ac:grpSpMk id="133" creationId="{5E24A429-FDD6-E145-92BF-54720176CBB7}"/>
          </ac:grpSpMkLst>
        </pc:grpChg>
        <pc:grpChg chg="add del">
          <ac:chgData name="Aggie Menezes" userId="74619c95fa3483c9" providerId="LiveId" clId="{81CF669C-6996-674A-8375-EBD66AC830CF}" dt="2021-01-29T14:28:42.792" v="515"/>
          <ac:grpSpMkLst>
            <pc:docMk/>
            <pc:sldMk cId="987085376" sldId="311"/>
            <ac:grpSpMk id="138" creationId="{B617B25B-EDD0-CB4C-BF2F-0EC27625370E}"/>
          </ac:grpSpMkLst>
        </pc:grpChg>
        <pc:grpChg chg="add del">
          <ac:chgData name="Aggie Menezes" userId="74619c95fa3483c9" providerId="LiveId" clId="{81CF669C-6996-674A-8375-EBD66AC830CF}" dt="2021-01-29T14:27:59.394" v="484"/>
          <ac:grpSpMkLst>
            <pc:docMk/>
            <pc:sldMk cId="987085376" sldId="311"/>
            <ac:grpSpMk id="142" creationId="{81FFCFDB-D7BD-1349-96C0-DF0E0E47A669}"/>
          </ac:grpSpMkLst>
        </pc:grpChg>
        <pc:grpChg chg="add del">
          <ac:chgData name="Aggie Menezes" userId="74619c95fa3483c9" providerId="LiveId" clId="{81CF669C-6996-674A-8375-EBD66AC830CF}" dt="2021-01-29T14:28:07.109" v="492"/>
          <ac:grpSpMkLst>
            <pc:docMk/>
            <pc:sldMk cId="987085376" sldId="311"/>
            <ac:grpSpMk id="148" creationId="{A17FCC4E-3C88-1C41-BD3E-41C6F982DB40}"/>
          </ac:grpSpMkLst>
        </pc:grpChg>
        <pc:grpChg chg="add del">
          <ac:chgData name="Aggie Menezes" userId="74619c95fa3483c9" providerId="LiveId" clId="{81CF669C-6996-674A-8375-EBD66AC830CF}" dt="2021-01-29T14:28:07.109" v="492"/>
          <ac:grpSpMkLst>
            <pc:docMk/>
            <pc:sldMk cId="987085376" sldId="311"/>
            <ac:grpSpMk id="154" creationId="{7DCFF99D-48E0-7345-8708-E2B910BA035E}"/>
          </ac:grpSpMkLst>
        </pc:grpChg>
        <pc:grpChg chg="add del">
          <ac:chgData name="Aggie Menezes" userId="74619c95fa3483c9" providerId="LiveId" clId="{81CF669C-6996-674A-8375-EBD66AC830CF}" dt="2021-01-29T14:28:32.105" v="501"/>
          <ac:grpSpMkLst>
            <pc:docMk/>
            <pc:sldMk cId="987085376" sldId="311"/>
            <ac:grpSpMk id="156" creationId="{B81D64C1-4383-844D-9D92-9DF19F36AA64}"/>
          </ac:grpSpMkLst>
        </pc:grpChg>
        <pc:grpChg chg="add del">
          <ac:chgData name="Aggie Menezes" userId="74619c95fa3483c9" providerId="LiveId" clId="{81CF669C-6996-674A-8375-EBD66AC830CF}" dt="2021-01-29T14:28:15.276" v="497"/>
          <ac:grpSpMkLst>
            <pc:docMk/>
            <pc:sldMk cId="987085376" sldId="311"/>
            <ac:grpSpMk id="159" creationId="{A52A8983-4B9A-E24B-96EC-3C6BCFFA0929}"/>
          </ac:grpSpMkLst>
        </pc:grpChg>
        <pc:grpChg chg="add del">
          <ac:chgData name="Aggie Menezes" userId="74619c95fa3483c9" providerId="LiveId" clId="{81CF669C-6996-674A-8375-EBD66AC830CF}" dt="2021-01-29T14:28:32.105" v="501"/>
          <ac:grpSpMkLst>
            <pc:docMk/>
            <pc:sldMk cId="987085376" sldId="311"/>
            <ac:grpSpMk id="161" creationId="{B03D8AE8-AD0C-A548-9277-68847087C0EB}"/>
          </ac:grpSpMkLst>
        </pc:grpChg>
        <pc:grpChg chg="add del">
          <ac:chgData name="Aggie Menezes" userId="74619c95fa3483c9" providerId="LiveId" clId="{81CF669C-6996-674A-8375-EBD66AC830CF}" dt="2021-01-29T14:28:35.598" v="504"/>
          <ac:grpSpMkLst>
            <pc:docMk/>
            <pc:sldMk cId="987085376" sldId="311"/>
            <ac:grpSpMk id="165" creationId="{16BF665A-1ED0-364E-BBBA-BC90B2C410F3}"/>
          </ac:grpSpMkLst>
        </pc:grpChg>
        <pc:grpChg chg="add del">
          <ac:chgData name="Aggie Menezes" userId="74619c95fa3483c9" providerId="LiveId" clId="{81CF669C-6996-674A-8375-EBD66AC830CF}" dt="2021-01-29T14:28:37.509" v="506"/>
          <ac:grpSpMkLst>
            <pc:docMk/>
            <pc:sldMk cId="987085376" sldId="311"/>
            <ac:grpSpMk id="168" creationId="{D9FDD127-77D2-1841-8357-25B7EAFA56D7}"/>
          </ac:grpSpMkLst>
        </pc:grpChg>
        <pc:grpChg chg="add del">
          <ac:chgData name="Aggie Menezes" userId="74619c95fa3483c9" providerId="LiveId" clId="{81CF669C-6996-674A-8375-EBD66AC830CF}" dt="2021-01-29T14:28:42.792" v="515"/>
          <ac:grpSpMkLst>
            <pc:docMk/>
            <pc:sldMk cId="987085376" sldId="311"/>
            <ac:grpSpMk id="170" creationId="{CF24B5C3-7A3D-E845-9F1F-5F69D8EB9485}"/>
          </ac:grpSpMkLst>
        </pc:grpChg>
        <pc:grpChg chg="add">
          <ac:chgData name="Aggie Menezes" userId="74619c95fa3483c9" providerId="LiveId" clId="{81CF669C-6996-674A-8375-EBD66AC830CF}" dt="2021-01-29T14:28:42.792" v="515"/>
          <ac:grpSpMkLst>
            <pc:docMk/>
            <pc:sldMk cId="987085376" sldId="311"/>
            <ac:grpSpMk id="179" creationId="{D37345B6-0FA7-BC46-B816-750C0BF3A499}"/>
          </ac:grpSpMkLst>
        </pc:grpChg>
        <pc:inkChg chg="add">
          <ac:chgData name="Aggie Menezes" userId="74619c95fa3483c9" providerId="LiveId" clId="{81CF669C-6996-674A-8375-EBD66AC830CF}" dt="2021-01-29T14:23:18.693" v="343"/>
          <ac:inkMkLst>
            <pc:docMk/>
            <pc:sldMk cId="987085376" sldId="311"/>
            <ac:inkMk id="3" creationId="{E5CAFE25-D136-314F-86AD-518B61C34CC1}"/>
          </ac:inkMkLst>
        </pc:inkChg>
        <pc:inkChg chg="add">
          <ac:chgData name="Aggie Menezes" userId="74619c95fa3483c9" providerId="LiveId" clId="{81CF669C-6996-674A-8375-EBD66AC830CF}" dt="2021-01-29T14:23:18.899" v="344"/>
          <ac:inkMkLst>
            <pc:docMk/>
            <pc:sldMk cId="987085376" sldId="311"/>
            <ac:inkMk id="4" creationId="{2AF9C998-EBB5-CB42-9A19-0DBFAEAA6464}"/>
          </ac:inkMkLst>
        </pc:inkChg>
        <pc:inkChg chg="add">
          <ac:chgData name="Aggie Menezes" userId="74619c95fa3483c9" providerId="LiveId" clId="{81CF669C-6996-674A-8375-EBD66AC830CF}" dt="2021-01-29T14:23:19.020" v="345"/>
          <ac:inkMkLst>
            <pc:docMk/>
            <pc:sldMk cId="987085376" sldId="311"/>
            <ac:inkMk id="5" creationId="{457DAD85-9835-2D48-9D11-8FA7D4ABF607}"/>
          </ac:inkMkLst>
        </pc:inkChg>
        <pc:inkChg chg="add">
          <ac:chgData name="Aggie Menezes" userId="74619c95fa3483c9" providerId="LiveId" clId="{81CF669C-6996-674A-8375-EBD66AC830CF}" dt="2021-01-29T14:23:20.239" v="347"/>
          <ac:inkMkLst>
            <pc:docMk/>
            <pc:sldMk cId="987085376" sldId="311"/>
            <ac:inkMk id="7" creationId="{B61B5192-46AC-0D46-A1E5-6EE2B786EF62}"/>
          </ac:inkMkLst>
        </pc:inkChg>
        <pc:inkChg chg="add">
          <ac:chgData name="Aggie Menezes" userId="74619c95fa3483c9" providerId="LiveId" clId="{81CF669C-6996-674A-8375-EBD66AC830CF}" dt="2021-01-29T14:23:20.416" v="348"/>
          <ac:inkMkLst>
            <pc:docMk/>
            <pc:sldMk cId="987085376" sldId="311"/>
            <ac:inkMk id="8" creationId="{C4E01158-45A9-D646-A579-598418AC1106}"/>
          </ac:inkMkLst>
        </pc:inkChg>
        <pc:inkChg chg="add">
          <ac:chgData name="Aggie Menezes" userId="74619c95fa3483c9" providerId="LiveId" clId="{81CF669C-6996-674A-8375-EBD66AC830CF}" dt="2021-01-29T14:23:20.827" v="349"/>
          <ac:inkMkLst>
            <pc:docMk/>
            <pc:sldMk cId="987085376" sldId="311"/>
            <ac:inkMk id="9" creationId="{A3B9C2C0-990A-0441-9CDB-D3DB3258DF61}"/>
          </ac:inkMkLst>
        </pc:inkChg>
        <pc:inkChg chg="add">
          <ac:chgData name="Aggie Menezes" userId="74619c95fa3483c9" providerId="LiveId" clId="{81CF669C-6996-674A-8375-EBD66AC830CF}" dt="2021-01-29T14:23:21.356" v="350"/>
          <ac:inkMkLst>
            <pc:docMk/>
            <pc:sldMk cId="987085376" sldId="311"/>
            <ac:inkMk id="10" creationId="{96A55A8F-4424-2C4B-A6A0-281DC3231599}"/>
          </ac:inkMkLst>
        </pc:inkChg>
        <pc:inkChg chg="add">
          <ac:chgData name="Aggie Menezes" userId="74619c95fa3483c9" providerId="LiveId" clId="{81CF669C-6996-674A-8375-EBD66AC830CF}" dt="2021-01-29T14:23:21.866" v="351"/>
          <ac:inkMkLst>
            <pc:docMk/>
            <pc:sldMk cId="987085376" sldId="311"/>
            <ac:inkMk id="11" creationId="{14762871-D829-6343-8042-2E9B1AE7DD05}"/>
          </ac:inkMkLst>
        </pc:inkChg>
        <pc:inkChg chg="add">
          <ac:chgData name="Aggie Menezes" userId="74619c95fa3483c9" providerId="LiveId" clId="{81CF669C-6996-674A-8375-EBD66AC830CF}" dt="2021-01-29T14:23:22.116" v="352"/>
          <ac:inkMkLst>
            <pc:docMk/>
            <pc:sldMk cId="987085376" sldId="311"/>
            <ac:inkMk id="12" creationId="{98EA24E9-D056-0748-BEC3-1F1B6C4650E6}"/>
          </ac:inkMkLst>
        </pc:inkChg>
        <pc:inkChg chg="add">
          <ac:chgData name="Aggie Menezes" userId="74619c95fa3483c9" providerId="LiveId" clId="{81CF669C-6996-674A-8375-EBD66AC830CF}" dt="2021-01-29T14:23:22.871" v="353"/>
          <ac:inkMkLst>
            <pc:docMk/>
            <pc:sldMk cId="987085376" sldId="311"/>
            <ac:inkMk id="13" creationId="{02E8AFF9-DE72-774A-B918-F48664EEEA80}"/>
          </ac:inkMkLst>
        </pc:inkChg>
        <pc:inkChg chg="add">
          <ac:chgData name="Aggie Menezes" userId="74619c95fa3483c9" providerId="LiveId" clId="{81CF669C-6996-674A-8375-EBD66AC830CF}" dt="2021-01-29T14:23:23.339" v="354"/>
          <ac:inkMkLst>
            <pc:docMk/>
            <pc:sldMk cId="987085376" sldId="311"/>
            <ac:inkMk id="14" creationId="{2AF6F0F9-4116-AB4F-B555-B2E62AD6884B}"/>
          </ac:inkMkLst>
        </pc:inkChg>
        <pc:inkChg chg="add">
          <ac:chgData name="Aggie Menezes" userId="74619c95fa3483c9" providerId="LiveId" clId="{81CF669C-6996-674A-8375-EBD66AC830CF}" dt="2021-01-29T14:23:23.914" v="355"/>
          <ac:inkMkLst>
            <pc:docMk/>
            <pc:sldMk cId="987085376" sldId="311"/>
            <ac:inkMk id="15" creationId="{9CE662A9-2E7F-9842-A5FF-CC69DB572ADC}"/>
          </ac:inkMkLst>
        </pc:inkChg>
        <pc:inkChg chg="add">
          <ac:chgData name="Aggie Menezes" userId="74619c95fa3483c9" providerId="LiveId" clId="{81CF669C-6996-674A-8375-EBD66AC830CF}" dt="2021-01-29T14:23:24.457" v="356"/>
          <ac:inkMkLst>
            <pc:docMk/>
            <pc:sldMk cId="987085376" sldId="311"/>
            <ac:inkMk id="16" creationId="{22303DBA-2A9F-1346-8C93-C97C01EF25DF}"/>
          </ac:inkMkLst>
        </pc:inkChg>
        <pc:inkChg chg="add">
          <ac:chgData name="Aggie Menezes" userId="74619c95fa3483c9" providerId="LiveId" clId="{81CF669C-6996-674A-8375-EBD66AC830CF}" dt="2021-01-29T14:23:24.648" v="357"/>
          <ac:inkMkLst>
            <pc:docMk/>
            <pc:sldMk cId="987085376" sldId="311"/>
            <ac:inkMk id="17" creationId="{F46B5FF0-ACBF-0B41-B6BD-91CDAC23E2C8}"/>
          </ac:inkMkLst>
        </pc:inkChg>
        <pc:inkChg chg="add">
          <ac:chgData name="Aggie Menezes" userId="74619c95fa3483c9" providerId="LiveId" clId="{81CF669C-6996-674A-8375-EBD66AC830CF}" dt="2021-01-29T14:23:25.407" v="358"/>
          <ac:inkMkLst>
            <pc:docMk/>
            <pc:sldMk cId="987085376" sldId="311"/>
            <ac:inkMk id="18" creationId="{7D9C7074-979C-BC44-869F-7910B800A918}"/>
          </ac:inkMkLst>
        </pc:inkChg>
        <pc:inkChg chg="add">
          <ac:chgData name="Aggie Menezes" userId="74619c95fa3483c9" providerId="LiveId" clId="{81CF669C-6996-674A-8375-EBD66AC830CF}" dt="2021-01-29T14:23:25.591" v="359"/>
          <ac:inkMkLst>
            <pc:docMk/>
            <pc:sldMk cId="987085376" sldId="311"/>
            <ac:inkMk id="19" creationId="{D092887F-8082-6C49-9DC8-A92686BF7C4C}"/>
          </ac:inkMkLst>
        </pc:inkChg>
        <pc:inkChg chg="add">
          <ac:chgData name="Aggie Menezes" userId="74619c95fa3483c9" providerId="LiveId" clId="{81CF669C-6996-674A-8375-EBD66AC830CF}" dt="2021-01-29T14:23:31.231" v="361"/>
          <ac:inkMkLst>
            <pc:docMk/>
            <pc:sldMk cId="987085376" sldId="311"/>
            <ac:inkMk id="24" creationId="{D16D7633-7481-FD45-BA12-53F8D8981E90}"/>
          </ac:inkMkLst>
        </pc:inkChg>
        <pc:inkChg chg="add">
          <ac:chgData name="Aggie Menezes" userId="74619c95fa3483c9" providerId="LiveId" clId="{81CF669C-6996-674A-8375-EBD66AC830CF}" dt="2021-01-29T14:23:31.767" v="362"/>
          <ac:inkMkLst>
            <pc:docMk/>
            <pc:sldMk cId="987085376" sldId="311"/>
            <ac:inkMk id="25" creationId="{F51B67CC-8935-5848-B9AF-2AB30FACEFD8}"/>
          </ac:inkMkLst>
        </pc:inkChg>
        <pc:inkChg chg="add">
          <ac:chgData name="Aggie Menezes" userId="74619c95fa3483c9" providerId="LiveId" clId="{81CF669C-6996-674A-8375-EBD66AC830CF}" dt="2021-01-29T14:23:32.156" v="363"/>
          <ac:inkMkLst>
            <pc:docMk/>
            <pc:sldMk cId="987085376" sldId="311"/>
            <ac:inkMk id="26" creationId="{4F4B4921-B47C-E74D-BD43-8DACBCC432B3}"/>
          </ac:inkMkLst>
        </pc:inkChg>
        <pc:inkChg chg="add">
          <ac:chgData name="Aggie Menezes" userId="74619c95fa3483c9" providerId="LiveId" clId="{81CF669C-6996-674A-8375-EBD66AC830CF}" dt="2021-01-29T14:23:32.856" v="364"/>
          <ac:inkMkLst>
            <pc:docMk/>
            <pc:sldMk cId="987085376" sldId="311"/>
            <ac:inkMk id="27" creationId="{1C060B10-94FB-CB4A-81C2-838087ADCC1E}"/>
          </ac:inkMkLst>
        </pc:inkChg>
        <pc:inkChg chg="add">
          <ac:chgData name="Aggie Menezes" userId="74619c95fa3483c9" providerId="LiveId" clId="{81CF669C-6996-674A-8375-EBD66AC830CF}" dt="2021-01-29T14:23:33.166" v="365"/>
          <ac:inkMkLst>
            <pc:docMk/>
            <pc:sldMk cId="987085376" sldId="311"/>
            <ac:inkMk id="28" creationId="{5B87F501-2F24-A740-AAFB-5E3FB7906BA5}"/>
          </ac:inkMkLst>
        </pc:inkChg>
        <pc:inkChg chg="add">
          <ac:chgData name="Aggie Menezes" userId="74619c95fa3483c9" providerId="LiveId" clId="{81CF669C-6996-674A-8375-EBD66AC830CF}" dt="2021-01-29T14:23:33.472" v="366"/>
          <ac:inkMkLst>
            <pc:docMk/>
            <pc:sldMk cId="987085376" sldId="311"/>
            <ac:inkMk id="29" creationId="{C38C12C1-6322-C241-9886-712114AE3649}"/>
          </ac:inkMkLst>
        </pc:inkChg>
        <pc:inkChg chg="add">
          <ac:chgData name="Aggie Menezes" userId="74619c95fa3483c9" providerId="LiveId" clId="{81CF669C-6996-674A-8375-EBD66AC830CF}" dt="2021-01-29T14:23:33.864" v="367"/>
          <ac:inkMkLst>
            <pc:docMk/>
            <pc:sldMk cId="987085376" sldId="311"/>
            <ac:inkMk id="30" creationId="{A834A62A-E995-9545-8436-D3A4881F8348}"/>
          </ac:inkMkLst>
        </pc:inkChg>
        <pc:inkChg chg="add">
          <ac:chgData name="Aggie Menezes" userId="74619c95fa3483c9" providerId="LiveId" clId="{81CF669C-6996-674A-8375-EBD66AC830CF}" dt="2021-01-29T14:23:34.047" v="368"/>
          <ac:inkMkLst>
            <pc:docMk/>
            <pc:sldMk cId="987085376" sldId="311"/>
            <ac:inkMk id="31" creationId="{4AAC1EA7-A6C2-6B41-96E0-FF781146EE52}"/>
          </ac:inkMkLst>
        </pc:inkChg>
        <pc:inkChg chg="add">
          <ac:chgData name="Aggie Menezes" userId="74619c95fa3483c9" providerId="LiveId" clId="{81CF669C-6996-674A-8375-EBD66AC830CF}" dt="2021-01-29T14:23:38.889" v="370"/>
          <ac:inkMkLst>
            <pc:docMk/>
            <pc:sldMk cId="987085376" sldId="311"/>
            <ac:inkMk id="33" creationId="{82FAE564-5BEF-9949-A7ED-07596FF66199}"/>
          </ac:inkMkLst>
        </pc:inkChg>
        <pc:inkChg chg="add">
          <ac:chgData name="Aggie Menezes" userId="74619c95fa3483c9" providerId="LiveId" clId="{81CF669C-6996-674A-8375-EBD66AC830CF}" dt="2021-01-29T14:23:39.941" v="371"/>
          <ac:inkMkLst>
            <pc:docMk/>
            <pc:sldMk cId="987085376" sldId="311"/>
            <ac:inkMk id="34" creationId="{ACA39B68-72E6-6B43-B2D2-61A7A59E1FA1}"/>
          </ac:inkMkLst>
        </pc:inkChg>
        <pc:inkChg chg="add">
          <ac:chgData name="Aggie Menezes" userId="74619c95fa3483c9" providerId="LiveId" clId="{81CF669C-6996-674A-8375-EBD66AC830CF}" dt="2021-01-29T14:23:41.394" v="372"/>
          <ac:inkMkLst>
            <pc:docMk/>
            <pc:sldMk cId="987085376" sldId="311"/>
            <ac:inkMk id="35" creationId="{BBE794EB-8441-7B4F-BA88-AD0F95896D0D}"/>
          </ac:inkMkLst>
        </pc:inkChg>
        <pc:inkChg chg="add">
          <ac:chgData name="Aggie Menezes" userId="74619c95fa3483c9" providerId="LiveId" clId="{81CF669C-6996-674A-8375-EBD66AC830CF}" dt="2021-01-29T14:23:42.744" v="373"/>
          <ac:inkMkLst>
            <pc:docMk/>
            <pc:sldMk cId="987085376" sldId="311"/>
            <ac:inkMk id="36" creationId="{46D13D9B-5EF6-2240-BF13-5AA237E6C114}"/>
          </ac:inkMkLst>
        </pc:inkChg>
        <pc:inkChg chg="add topLvl">
          <ac:chgData name="Aggie Menezes" userId="74619c95fa3483c9" providerId="LiveId" clId="{81CF669C-6996-674A-8375-EBD66AC830CF}" dt="2021-01-29T14:23:56.279" v="380"/>
          <ac:inkMkLst>
            <pc:docMk/>
            <pc:sldMk cId="987085376" sldId="311"/>
            <ac:inkMk id="38" creationId="{700BD310-EE81-B849-83E4-9DAC20917D0E}"/>
          </ac:inkMkLst>
        </pc:inkChg>
        <pc:inkChg chg="add topLvl">
          <ac:chgData name="Aggie Menezes" userId="74619c95fa3483c9" providerId="LiveId" clId="{81CF669C-6996-674A-8375-EBD66AC830CF}" dt="2021-01-29T14:23:56.279" v="380"/>
          <ac:inkMkLst>
            <pc:docMk/>
            <pc:sldMk cId="987085376" sldId="311"/>
            <ac:inkMk id="39" creationId="{2BAE9BD0-A3F8-1F4B-B1C6-0DF474A0B748}"/>
          </ac:inkMkLst>
        </pc:inkChg>
        <pc:inkChg chg="add">
          <ac:chgData name="Aggie Menezes" userId="74619c95fa3483c9" providerId="LiveId" clId="{81CF669C-6996-674A-8375-EBD66AC830CF}" dt="2021-01-29T14:23:55.180" v="378"/>
          <ac:inkMkLst>
            <pc:docMk/>
            <pc:sldMk cId="987085376" sldId="311"/>
            <ac:inkMk id="41" creationId="{899268F0-CF85-9349-8AF2-4004157C643D}"/>
          </ac:inkMkLst>
        </pc:inkChg>
        <pc:inkChg chg="add">
          <ac:chgData name="Aggie Menezes" userId="74619c95fa3483c9" providerId="LiveId" clId="{81CF669C-6996-674A-8375-EBD66AC830CF}" dt="2021-01-29T14:23:55.675" v="379"/>
          <ac:inkMkLst>
            <pc:docMk/>
            <pc:sldMk cId="987085376" sldId="311"/>
            <ac:inkMk id="42" creationId="{F5DA3A5D-17A4-D140-BB72-26206BC2EACC}"/>
          </ac:inkMkLst>
        </pc:inkChg>
        <pc:inkChg chg="add">
          <ac:chgData name="Aggie Menezes" userId="74619c95fa3483c9" providerId="LiveId" clId="{81CF669C-6996-674A-8375-EBD66AC830CF}" dt="2021-01-29T14:24:14.082" v="381"/>
          <ac:inkMkLst>
            <pc:docMk/>
            <pc:sldMk cId="987085376" sldId="311"/>
            <ac:inkMk id="44" creationId="{0F2001DD-510B-4047-BD1B-56C24FF981CB}"/>
          </ac:inkMkLst>
        </pc:inkChg>
        <pc:inkChg chg="add">
          <ac:chgData name="Aggie Menezes" userId="74619c95fa3483c9" providerId="LiveId" clId="{81CF669C-6996-674A-8375-EBD66AC830CF}" dt="2021-01-29T14:24:14.729" v="382"/>
          <ac:inkMkLst>
            <pc:docMk/>
            <pc:sldMk cId="987085376" sldId="311"/>
            <ac:inkMk id="45" creationId="{013C488D-6D4C-A240-95A6-010D0745C6A5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47" creationId="{C23DBE2F-8C95-2C47-96AD-2D954B53A99F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48" creationId="{CAD6650D-79D3-2B45-95A0-B7B4757A1B89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50" creationId="{CE4B4DFD-F15F-9946-86A3-300C7B9C738E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51" creationId="{26276B29-DCAF-184D-A797-39714A43BA4D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52" creationId="{0DD36369-E60D-0248-9AA0-B4FACF2672B5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53" creationId="{84290D20-5084-954B-9D64-EF5A50C3E78B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55" creationId="{F5DA5D78-D4FF-2E4A-B19D-38FF5724233E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56" creationId="{F5C5F9A5-8813-FB42-BC56-38DBCAF6D5A0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57" creationId="{7CE3A5F1-5CDD-F748-B161-5D61001E84DE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58" creationId="{FD892609-705B-204E-A826-F29FD4863955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60" creationId="{F2671EAE-5047-E848-8E8E-CF0BD54375C6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61" creationId="{E4A7DB3B-4500-A543-B776-2A2CC5747FDC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62" creationId="{9837E1AA-3FBD-3E43-9C08-08BC0A972841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63" creationId="{4BC75BE6-7434-6C40-8C7C-43710679D173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64" creationId="{BE2B0B3D-A0BC-A044-ADBD-8D640DCEF99E}"/>
          </ac:inkMkLst>
        </pc:inkChg>
        <pc:inkChg chg="add topLvl">
          <ac:chgData name="Aggie Menezes" userId="74619c95fa3483c9" providerId="LiveId" clId="{81CF669C-6996-674A-8375-EBD66AC830CF}" dt="2021-01-29T14:25:47.823" v="408"/>
          <ac:inkMkLst>
            <pc:docMk/>
            <pc:sldMk cId="987085376" sldId="311"/>
            <ac:inkMk id="65" creationId="{4353F2C7-BBD8-4B4D-92FB-E19450DFDA63}"/>
          </ac:inkMkLst>
        </pc:inkChg>
        <pc:inkChg chg="add">
          <ac:chgData name="Aggie Menezes" userId="74619c95fa3483c9" providerId="LiveId" clId="{81CF669C-6996-674A-8375-EBD66AC830CF}" dt="2021-01-29T14:25:26.053" v="404"/>
          <ac:inkMkLst>
            <pc:docMk/>
            <pc:sldMk cId="987085376" sldId="311"/>
            <ac:inkMk id="67" creationId="{CCD3840B-55B8-1F4F-8813-867FA67CCE03}"/>
          </ac:inkMkLst>
        </pc:inkChg>
        <pc:inkChg chg="add">
          <ac:chgData name="Aggie Menezes" userId="74619c95fa3483c9" providerId="LiveId" clId="{81CF669C-6996-674A-8375-EBD66AC830CF}" dt="2021-01-29T14:25:26.264" v="405"/>
          <ac:inkMkLst>
            <pc:docMk/>
            <pc:sldMk cId="987085376" sldId="311"/>
            <ac:inkMk id="68" creationId="{6EDB8E34-58B7-774A-90E0-F30A798725DA}"/>
          </ac:inkMkLst>
        </pc:inkChg>
        <pc:inkChg chg="add">
          <ac:chgData name="Aggie Menezes" userId="74619c95fa3483c9" providerId="LiveId" clId="{81CF669C-6996-674A-8375-EBD66AC830CF}" dt="2021-01-29T14:25:47.278" v="407"/>
          <ac:inkMkLst>
            <pc:docMk/>
            <pc:sldMk cId="987085376" sldId="311"/>
            <ac:inkMk id="70" creationId="{92D7AF16-F612-B04E-8C68-0D24CD94DD1B}"/>
          </ac:inkMkLst>
        </pc:inkChg>
        <pc:inkChg chg="add topLvl">
          <ac:chgData name="Aggie Menezes" userId="74619c95fa3483c9" providerId="LiveId" clId="{81CF669C-6996-674A-8375-EBD66AC830CF}" dt="2021-01-29T14:26:34.984" v="428"/>
          <ac:inkMkLst>
            <pc:docMk/>
            <pc:sldMk cId="987085376" sldId="311"/>
            <ac:inkMk id="72" creationId="{62DF2FDF-42C9-1743-BE80-057E9D84AC9B}"/>
          </ac:inkMkLst>
        </pc:inkChg>
        <pc:inkChg chg="add topLvl">
          <ac:chgData name="Aggie Menezes" userId="74619c95fa3483c9" providerId="LiveId" clId="{81CF669C-6996-674A-8375-EBD66AC830CF}" dt="2021-01-29T14:26:34.984" v="428"/>
          <ac:inkMkLst>
            <pc:docMk/>
            <pc:sldMk cId="987085376" sldId="311"/>
            <ac:inkMk id="73" creationId="{7BAC160C-137F-844C-B99E-41BD51EF5029}"/>
          </ac:inkMkLst>
        </pc:inkChg>
        <pc:inkChg chg="add topLvl">
          <ac:chgData name="Aggie Menezes" userId="74619c95fa3483c9" providerId="LiveId" clId="{81CF669C-6996-674A-8375-EBD66AC830CF}" dt="2021-01-29T14:26:34.984" v="428"/>
          <ac:inkMkLst>
            <pc:docMk/>
            <pc:sldMk cId="987085376" sldId="311"/>
            <ac:inkMk id="74" creationId="{652F1D71-E466-1347-9A0C-F711E04B4AEC}"/>
          </ac:inkMkLst>
        </pc:inkChg>
        <pc:inkChg chg="add topLvl">
          <ac:chgData name="Aggie Menezes" userId="74619c95fa3483c9" providerId="LiveId" clId="{81CF669C-6996-674A-8375-EBD66AC830CF}" dt="2021-01-29T14:26:34.984" v="428"/>
          <ac:inkMkLst>
            <pc:docMk/>
            <pc:sldMk cId="987085376" sldId="311"/>
            <ac:inkMk id="76" creationId="{A48A12AB-8AAE-A049-84E0-DD19E40FDA8A}"/>
          </ac:inkMkLst>
        </pc:inkChg>
        <pc:inkChg chg="add topLvl">
          <ac:chgData name="Aggie Menezes" userId="74619c95fa3483c9" providerId="LiveId" clId="{81CF669C-6996-674A-8375-EBD66AC830CF}" dt="2021-01-29T14:26:34.984" v="428"/>
          <ac:inkMkLst>
            <pc:docMk/>
            <pc:sldMk cId="987085376" sldId="311"/>
            <ac:inkMk id="77" creationId="{509BF1A0-DCE0-B54D-A04B-16B739405480}"/>
          </ac:inkMkLst>
        </pc:inkChg>
        <pc:inkChg chg="add topLvl">
          <ac:chgData name="Aggie Menezes" userId="74619c95fa3483c9" providerId="LiveId" clId="{81CF669C-6996-674A-8375-EBD66AC830CF}" dt="2021-01-29T14:26:34.984" v="428"/>
          <ac:inkMkLst>
            <pc:docMk/>
            <pc:sldMk cId="987085376" sldId="311"/>
            <ac:inkMk id="78" creationId="{F73B6CAB-1B50-1845-ADD4-2F3CD6E1DCDB}"/>
          </ac:inkMkLst>
        </pc:inkChg>
        <pc:inkChg chg="add topLvl">
          <ac:chgData name="Aggie Menezes" userId="74619c95fa3483c9" providerId="LiveId" clId="{81CF669C-6996-674A-8375-EBD66AC830CF}" dt="2021-01-29T14:26:34.984" v="428"/>
          <ac:inkMkLst>
            <pc:docMk/>
            <pc:sldMk cId="987085376" sldId="311"/>
            <ac:inkMk id="79" creationId="{CA89DF20-EC88-F54D-837D-1056B6EE9BE7}"/>
          </ac:inkMkLst>
        </pc:inkChg>
        <pc:inkChg chg="add">
          <ac:chgData name="Aggie Menezes" userId="74619c95fa3483c9" providerId="LiveId" clId="{81CF669C-6996-674A-8375-EBD66AC830CF}" dt="2021-01-29T14:26:30.506" v="418"/>
          <ac:inkMkLst>
            <pc:docMk/>
            <pc:sldMk cId="987085376" sldId="311"/>
            <ac:inkMk id="81" creationId="{F42C22DA-2B93-F344-9305-975783FAF472}"/>
          </ac:inkMkLst>
        </pc:inkChg>
        <pc:inkChg chg="add">
          <ac:chgData name="Aggie Menezes" userId="74619c95fa3483c9" providerId="LiveId" clId="{81CF669C-6996-674A-8375-EBD66AC830CF}" dt="2021-01-29T14:26:30.744" v="419"/>
          <ac:inkMkLst>
            <pc:docMk/>
            <pc:sldMk cId="987085376" sldId="311"/>
            <ac:inkMk id="82" creationId="{36FE1312-582D-DC4C-9EB1-ABFFF14DA89C}"/>
          </ac:inkMkLst>
        </pc:inkChg>
        <pc:inkChg chg="add">
          <ac:chgData name="Aggie Menezes" userId="74619c95fa3483c9" providerId="LiveId" clId="{81CF669C-6996-674A-8375-EBD66AC830CF}" dt="2021-01-29T14:26:31.007" v="420"/>
          <ac:inkMkLst>
            <pc:docMk/>
            <pc:sldMk cId="987085376" sldId="311"/>
            <ac:inkMk id="83" creationId="{082463CD-C7B9-D445-B292-12C32BDF4756}"/>
          </ac:inkMkLst>
        </pc:inkChg>
        <pc:inkChg chg="add">
          <ac:chgData name="Aggie Menezes" userId="74619c95fa3483c9" providerId="LiveId" clId="{81CF669C-6996-674A-8375-EBD66AC830CF}" dt="2021-01-29T14:26:31.293" v="421"/>
          <ac:inkMkLst>
            <pc:docMk/>
            <pc:sldMk cId="987085376" sldId="311"/>
            <ac:inkMk id="84" creationId="{75F28AAF-E384-2D4E-9AA1-6071ABAF8966}"/>
          </ac:inkMkLst>
        </pc:inkChg>
        <pc:inkChg chg="add">
          <ac:chgData name="Aggie Menezes" userId="74619c95fa3483c9" providerId="LiveId" clId="{81CF669C-6996-674A-8375-EBD66AC830CF}" dt="2021-01-29T14:26:31.993" v="422"/>
          <ac:inkMkLst>
            <pc:docMk/>
            <pc:sldMk cId="987085376" sldId="311"/>
            <ac:inkMk id="85" creationId="{7F313352-3559-2640-8115-CF1CD8861A9D}"/>
          </ac:inkMkLst>
        </pc:inkChg>
        <pc:inkChg chg="add">
          <ac:chgData name="Aggie Menezes" userId="74619c95fa3483c9" providerId="LiveId" clId="{81CF669C-6996-674A-8375-EBD66AC830CF}" dt="2021-01-29T14:26:32.681" v="423"/>
          <ac:inkMkLst>
            <pc:docMk/>
            <pc:sldMk cId="987085376" sldId="311"/>
            <ac:inkMk id="86" creationId="{AF6166A8-9402-274F-A605-07D6C26B3AA4}"/>
          </ac:inkMkLst>
        </pc:inkChg>
        <pc:inkChg chg="add">
          <ac:chgData name="Aggie Menezes" userId="74619c95fa3483c9" providerId="LiveId" clId="{81CF669C-6996-674A-8375-EBD66AC830CF}" dt="2021-01-29T14:26:32.969" v="424"/>
          <ac:inkMkLst>
            <pc:docMk/>
            <pc:sldMk cId="987085376" sldId="311"/>
            <ac:inkMk id="87" creationId="{37A2A8F8-19D9-7C41-9CA3-CE2834DEABCC}"/>
          </ac:inkMkLst>
        </pc:inkChg>
        <pc:inkChg chg="add">
          <ac:chgData name="Aggie Menezes" userId="74619c95fa3483c9" providerId="LiveId" clId="{81CF669C-6996-674A-8375-EBD66AC830CF}" dt="2021-01-29T14:26:33.143" v="425"/>
          <ac:inkMkLst>
            <pc:docMk/>
            <pc:sldMk cId="987085376" sldId="311"/>
            <ac:inkMk id="88" creationId="{EC24D530-DFE9-D74F-9262-E0BA9C8B79F8}"/>
          </ac:inkMkLst>
        </pc:inkChg>
        <pc:inkChg chg="add">
          <ac:chgData name="Aggie Menezes" userId="74619c95fa3483c9" providerId="LiveId" clId="{81CF669C-6996-674A-8375-EBD66AC830CF}" dt="2021-01-29T14:26:33.423" v="426"/>
          <ac:inkMkLst>
            <pc:docMk/>
            <pc:sldMk cId="987085376" sldId="311"/>
            <ac:inkMk id="89" creationId="{006A19DB-6C29-AD4B-831E-D0C1690BED6B}"/>
          </ac:inkMkLst>
        </pc:inkChg>
        <pc:inkChg chg="add">
          <ac:chgData name="Aggie Menezes" userId="74619c95fa3483c9" providerId="LiveId" clId="{81CF669C-6996-674A-8375-EBD66AC830CF}" dt="2021-01-29T14:26:34.138" v="427"/>
          <ac:inkMkLst>
            <pc:docMk/>
            <pc:sldMk cId="987085376" sldId="311"/>
            <ac:inkMk id="90" creationId="{D86B31F7-9171-3147-A011-2976A383C20A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92" creationId="{53E0F2D8-B626-6845-B822-30F65487DFB0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93" creationId="{6FA70AF1-B9DD-AB44-A7D8-454DDB2D5F90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94" creationId="{F463D144-1F08-0549-B5DF-5F634AECC7EB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95" creationId="{91980B1D-B420-F54D-87B5-2D70384ACED3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96" creationId="{63F77C95-972B-3C4D-AA40-413ED71E4CD5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97" creationId="{16C29F37-F22A-3842-9C47-40252968567D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98" creationId="{DC6C894B-BE84-2C4B-B9A3-0D4C26C2A694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99" creationId="{8DCB5B38-BE18-9443-A382-BB471B118DDA}"/>
          </ac:inkMkLst>
        </pc:inkChg>
        <pc:inkChg chg="add">
          <ac:chgData name="Aggie Menezes" userId="74619c95fa3483c9" providerId="LiveId" clId="{81CF669C-6996-674A-8375-EBD66AC830CF}" dt="2021-01-29T14:26:54.069" v="438"/>
          <ac:inkMkLst>
            <pc:docMk/>
            <pc:sldMk cId="987085376" sldId="311"/>
            <ac:inkMk id="101" creationId="{761A5451-021B-2C44-B229-C324B76355AB}"/>
          </ac:inkMkLst>
        </pc:inkChg>
        <pc:inkChg chg="add">
          <ac:chgData name="Aggie Menezes" userId="74619c95fa3483c9" providerId="LiveId" clId="{81CF669C-6996-674A-8375-EBD66AC830CF}" dt="2021-01-29T14:26:54.319" v="439"/>
          <ac:inkMkLst>
            <pc:docMk/>
            <pc:sldMk cId="987085376" sldId="311"/>
            <ac:inkMk id="102" creationId="{2FD61A66-4732-1648-B144-6BBF230D8781}"/>
          </ac:inkMkLst>
        </pc:inkChg>
        <pc:inkChg chg="add">
          <ac:chgData name="Aggie Menezes" userId="74619c95fa3483c9" providerId="LiveId" clId="{81CF669C-6996-674A-8375-EBD66AC830CF}" dt="2021-01-29T14:26:55.060" v="440"/>
          <ac:inkMkLst>
            <pc:docMk/>
            <pc:sldMk cId="987085376" sldId="311"/>
            <ac:inkMk id="103" creationId="{81195E08-44B9-7A47-B4AF-2EF8BAC9A89B}"/>
          </ac:inkMkLst>
        </pc:inkChg>
        <pc:inkChg chg="add">
          <ac:chgData name="Aggie Menezes" userId="74619c95fa3483c9" providerId="LiveId" clId="{81CF669C-6996-674A-8375-EBD66AC830CF}" dt="2021-01-29T14:26:56.060" v="441"/>
          <ac:inkMkLst>
            <pc:docMk/>
            <pc:sldMk cId="987085376" sldId="311"/>
            <ac:inkMk id="104" creationId="{AF5B2E3A-8B0A-6340-A746-17DDD6843FF3}"/>
          </ac:inkMkLst>
        </pc:inkChg>
        <pc:inkChg chg="add">
          <ac:chgData name="Aggie Menezes" userId="74619c95fa3483c9" providerId="LiveId" clId="{81CF669C-6996-674A-8375-EBD66AC830CF}" dt="2021-01-29T14:26:56.868" v="442"/>
          <ac:inkMkLst>
            <pc:docMk/>
            <pc:sldMk cId="987085376" sldId="311"/>
            <ac:inkMk id="105" creationId="{9868F609-3F85-6D46-BDD2-5E6230EB4D82}"/>
          </ac:inkMkLst>
        </pc:inkChg>
        <pc:inkChg chg="add">
          <ac:chgData name="Aggie Menezes" userId="74619c95fa3483c9" providerId="LiveId" clId="{81CF669C-6996-674A-8375-EBD66AC830CF}" dt="2021-01-29T14:26:57.742" v="443"/>
          <ac:inkMkLst>
            <pc:docMk/>
            <pc:sldMk cId="987085376" sldId="311"/>
            <ac:inkMk id="106" creationId="{3B740C54-B649-0249-89A7-07C001386735}"/>
          </ac:inkMkLst>
        </pc:inkChg>
        <pc:inkChg chg="add topLvl">
          <ac:chgData name="Aggie Menezes" userId="74619c95fa3483c9" providerId="LiveId" clId="{81CF669C-6996-674A-8375-EBD66AC830CF}" dt="2021-01-29T14:27:09.992" v="457"/>
          <ac:inkMkLst>
            <pc:docMk/>
            <pc:sldMk cId="987085376" sldId="311"/>
            <ac:inkMk id="108" creationId="{5AEDCF49-853E-0D48-9B50-8EB2C1C5F1D8}"/>
          </ac:inkMkLst>
        </pc:inkChg>
        <pc:inkChg chg="add topLvl">
          <ac:chgData name="Aggie Menezes" userId="74619c95fa3483c9" providerId="LiveId" clId="{81CF669C-6996-674A-8375-EBD66AC830CF}" dt="2021-01-29T14:27:09.992" v="457"/>
          <ac:inkMkLst>
            <pc:docMk/>
            <pc:sldMk cId="987085376" sldId="311"/>
            <ac:inkMk id="109" creationId="{B15B56D5-A0CF-E04D-A0F8-CB1313E2F6FF}"/>
          </ac:inkMkLst>
        </pc:inkChg>
        <pc:inkChg chg="add topLvl">
          <ac:chgData name="Aggie Menezes" userId="74619c95fa3483c9" providerId="LiveId" clId="{81CF669C-6996-674A-8375-EBD66AC830CF}" dt="2021-01-29T14:27:09.992" v="457"/>
          <ac:inkMkLst>
            <pc:docMk/>
            <pc:sldMk cId="987085376" sldId="311"/>
            <ac:inkMk id="110" creationId="{84858FCD-FF27-A442-9B18-20306BC7EE91}"/>
          </ac:inkMkLst>
        </pc:inkChg>
        <pc:inkChg chg="add">
          <ac:chgData name="Aggie Menezes" userId="74619c95fa3483c9" providerId="LiveId" clId="{81CF669C-6996-674A-8375-EBD66AC830CF}" dt="2021-01-29T14:27:06.079" v="449"/>
          <ac:inkMkLst>
            <pc:docMk/>
            <pc:sldMk cId="987085376" sldId="311"/>
            <ac:inkMk id="112" creationId="{74F2DDD2-C7D9-3D41-8B58-4CFD50786024}"/>
          </ac:inkMkLst>
        </pc:inkChg>
        <pc:inkChg chg="add">
          <ac:chgData name="Aggie Menezes" userId="74619c95fa3483c9" providerId="LiveId" clId="{81CF669C-6996-674A-8375-EBD66AC830CF}" dt="2021-01-29T14:27:06.637" v="450"/>
          <ac:inkMkLst>
            <pc:docMk/>
            <pc:sldMk cId="987085376" sldId="311"/>
            <ac:inkMk id="113" creationId="{1F308620-AD1F-154C-BC82-7D61F5C04597}"/>
          </ac:inkMkLst>
        </pc:inkChg>
        <pc:inkChg chg="add">
          <ac:chgData name="Aggie Menezes" userId="74619c95fa3483c9" providerId="LiveId" clId="{81CF669C-6996-674A-8375-EBD66AC830CF}" dt="2021-01-29T14:27:07.107" v="451"/>
          <ac:inkMkLst>
            <pc:docMk/>
            <pc:sldMk cId="987085376" sldId="311"/>
            <ac:inkMk id="114" creationId="{2C97C460-BC11-0F40-AE03-050CD9E85118}"/>
          </ac:inkMkLst>
        </pc:inkChg>
        <pc:inkChg chg="add">
          <ac:chgData name="Aggie Menezes" userId="74619c95fa3483c9" providerId="LiveId" clId="{81CF669C-6996-674A-8375-EBD66AC830CF}" dt="2021-01-29T14:27:07.289" v="452"/>
          <ac:inkMkLst>
            <pc:docMk/>
            <pc:sldMk cId="987085376" sldId="311"/>
            <ac:inkMk id="115" creationId="{549BA4AF-9D70-0A44-B531-48A297497E52}"/>
          </ac:inkMkLst>
        </pc:inkChg>
        <pc:inkChg chg="add">
          <ac:chgData name="Aggie Menezes" userId="74619c95fa3483c9" providerId="LiveId" clId="{81CF669C-6996-674A-8375-EBD66AC830CF}" dt="2021-01-29T14:27:07.786" v="453"/>
          <ac:inkMkLst>
            <pc:docMk/>
            <pc:sldMk cId="987085376" sldId="311"/>
            <ac:inkMk id="116" creationId="{8579E1BA-9654-6A40-9B7D-F35E99CE5DA4}"/>
          </ac:inkMkLst>
        </pc:inkChg>
        <pc:inkChg chg="add">
          <ac:chgData name="Aggie Menezes" userId="74619c95fa3483c9" providerId="LiveId" clId="{81CF669C-6996-674A-8375-EBD66AC830CF}" dt="2021-01-29T14:27:08.281" v="454"/>
          <ac:inkMkLst>
            <pc:docMk/>
            <pc:sldMk cId="987085376" sldId="311"/>
            <ac:inkMk id="117" creationId="{82923DD5-605C-7D4C-B67B-BD6C2BFC4292}"/>
          </ac:inkMkLst>
        </pc:inkChg>
        <pc:inkChg chg="add">
          <ac:chgData name="Aggie Menezes" userId="74619c95fa3483c9" providerId="LiveId" clId="{81CF669C-6996-674A-8375-EBD66AC830CF}" dt="2021-01-29T14:27:08.779" v="455"/>
          <ac:inkMkLst>
            <pc:docMk/>
            <pc:sldMk cId="987085376" sldId="311"/>
            <ac:inkMk id="118" creationId="{F3ADA4F3-75C5-8B44-9BEF-9BD78C284855}"/>
          </ac:inkMkLst>
        </pc:inkChg>
        <pc:inkChg chg="add">
          <ac:chgData name="Aggie Menezes" userId="74619c95fa3483c9" providerId="LiveId" clId="{81CF669C-6996-674A-8375-EBD66AC830CF}" dt="2021-01-29T14:27:09.317" v="456"/>
          <ac:inkMkLst>
            <pc:docMk/>
            <pc:sldMk cId="987085376" sldId="311"/>
            <ac:inkMk id="119" creationId="{3F178E60-A841-444E-A473-386144985ED3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22" creationId="{B94A393E-A301-AC45-ACE6-6538922E16E0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23" creationId="{2CD828C6-DC6A-944A-8F4F-8F5CD900794C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24" creationId="{46AF8B3D-845D-4247-B4C8-32385C91A32B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25" creationId="{3C63610D-006A-4A40-B088-19DF333A1347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26" creationId="{BB5BEE30-BA53-1C4C-8A5D-E71190B56945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27" creationId="{86DD0DD4-2644-B140-AAA6-DF226A3C0AA1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28" creationId="{E4D750F3-B3EF-EC46-AFEC-F88939DA56F1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29" creationId="{8B104E27-C6FD-8A49-A8A8-687984011FD8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31" creationId="{F9FA4B60-DBFE-F045-BCF1-0E328DC05E6B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32" creationId="{481229A5-6BA8-5941-9E3B-78646697A5B4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34" creationId="{CCA00427-08DB-DB49-B925-8AE00D3157E9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35" creationId="{DD741CAD-2DC1-B948-8288-F2C89736E2F1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36" creationId="{982E07EF-E3B1-DA4D-8E27-8625B0B4343B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37" creationId="{722EDCDB-11C2-F14F-85C6-84A8728A8D5C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39" creationId="{737FB0C1-B294-6E4B-AF77-C10E03FD35AD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40" creationId="{631839D4-E849-AA4B-96CE-AD8DC83F5FD2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41" creationId="{93B0E926-63C0-BF49-9514-401AF70F0B67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43" creationId="{7FEF425B-A128-FD4B-8F69-D8B8001510C9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44" creationId="{D45123E9-76D5-304D-A10F-E3E757292850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45" creationId="{6E2EBE56-4955-634A-86EF-2DC622654C8C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46" creationId="{7F85D04E-5892-F74B-8E97-D7493826904D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47" creationId="{BF7E9D9C-52F8-2E48-AE1B-81D02B2DA1FC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49" creationId="{CBD57030-2E0B-2541-8077-9161F5D30E34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50" creationId="{20955717-75E8-E348-935C-B82987358267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51" creationId="{5B16A826-202E-6740-BB43-5BD7B80458E5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52" creationId="{04B21B2E-F6AB-AC43-869E-E74BDF990D7C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53" creationId="{86B82896-321B-8349-85D8-727C4DF984A2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55" creationId="{7B4FC31A-C2CD-834D-BB64-ED700CFD1869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57" creationId="{B0AE4A9B-44CB-7B40-B116-15714350D2DB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58" creationId="{AFEB42B4-B066-1845-9B11-EC3ABE90B02B}"/>
          </ac:inkMkLst>
        </pc:inkChg>
        <pc:inkChg chg="add topLvl">
          <ac:chgData name="Aggie Menezes" userId="74619c95fa3483c9" providerId="LiveId" clId="{81CF669C-6996-674A-8375-EBD66AC830CF}" dt="2021-01-29T14:28:32.105" v="501"/>
          <ac:inkMkLst>
            <pc:docMk/>
            <pc:sldMk cId="987085376" sldId="311"/>
            <ac:inkMk id="160" creationId="{2B8B62B2-6DB0-4049-A91F-6032B947AE97}"/>
          </ac:inkMkLst>
        </pc:inkChg>
        <pc:inkChg chg="add">
          <ac:chgData name="Aggie Menezes" userId="74619c95fa3483c9" providerId="LiveId" clId="{81CF669C-6996-674A-8375-EBD66AC830CF}" dt="2021-01-29T14:28:22.707" v="498"/>
          <ac:inkMkLst>
            <pc:docMk/>
            <pc:sldMk cId="987085376" sldId="311"/>
            <ac:inkMk id="162" creationId="{BCEDC834-F385-124B-8D8D-931C0FD00B59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63" creationId="{D2D50CDE-261C-F142-B3D3-7006AD88E3A1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64" creationId="{2A8F79C7-1550-2844-B638-BAF43F344DFD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66" creationId="{E8FAF008-4FC6-4E42-8549-CE78A35967A8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67" creationId="{9B741F1C-7D39-2E40-A517-9C6529231E8E}"/>
          </ac:inkMkLst>
        </pc:inkChg>
        <pc:inkChg chg="add topLvl">
          <ac:chgData name="Aggie Menezes" userId="74619c95fa3483c9" providerId="LiveId" clId="{81CF669C-6996-674A-8375-EBD66AC830CF}" dt="2021-01-29T14:28:42.792" v="515"/>
          <ac:inkMkLst>
            <pc:docMk/>
            <pc:sldMk cId="987085376" sldId="311"/>
            <ac:inkMk id="169" creationId="{FF61F0B2-0136-C342-B24B-FEADA3D74E9B}"/>
          </ac:inkMkLst>
        </pc:inkChg>
        <pc:inkChg chg="add">
          <ac:chgData name="Aggie Menezes" userId="74619c95fa3483c9" providerId="LiveId" clId="{81CF669C-6996-674A-8375-EBD66AC830CF}" dt="2021-01-29T14:28:39.189" v="507"/>
          <ac:inkMkLst>
            <pc:docMk/>
            <pc:sldMk cId="987085376" sldId="311"/>
            <ac:inkMk id="171" creationId="{DF2A574E-B9EA-D748-B6BB-0D1EDFA91455}"/>
          </ac:inkMkLst>
        </pc:inkChg>
        <pc:inkChg chg="add">
          <ac:chgData name="Aggie Menezes" userId="74619c95fa3483c9" providerId="LiveId" clId="{81CF669C-6996-674A-8375-EBD66AC830CF}" dt="2021-01-29T14:28:39.678" v="508"/>
          <ac:inkMkLst>
            <pc:docMk/>
            <pc:sldMk cId="987085376" sldId="311"/>
            <ac:inkMk id="172" creationId="{9CD31C9B-60D9-BC49-9CC8-6BE1C9FC65CE}"/>
          </ac:inkMkLst>
        </pc:inkChg>
        <pc:inkChg chg="add">
          <ac:chgData name="Aggie Menezes" userId="74619c95fa3483c9" providerId="LiveId" clId="{81CF669C-6996-674A-8375-EBD66AC830CF}" dt="2021-01-29T14:28:40.095" v="509"/>
          <ac:inkMkLst>
            <pc:docMk/>
            <pc:sldMk cId="987085376" sldId="311"/>
            <ac:inkMk id="173" creationId="{19BBCEE1-DFA5-E544-B51B-FBDE0D877A8A}"/>
          </ac:inkMkLst>
        </pc:inkChg>
        <pc:inkChg chg="add">
          <ac:chgData name="Aggie Menezes" userId="74619c95fa3483c9" providerId="LiveId" clId="{81CF669C-6996-674A-8375-EBD66AC830CF}" dt="2021-01-29T14:28:40.982" v="510"/>
          <ac:inkMkLst>
            <pc:docMk/>
            <pc:sldMk cId="987085376" sldId="311"/>
            <ac:inkMk id="174" creationId="{4AEF5FE4-5A15-D849-B29C-A42304A79D1A}"/>
          </ac:inkMkLst>
        </pc:inkChg>
        <pc:inkChg chg="add">
          <ac:chgData name="Aggie Menezes" userId="74619c95fa3483c9" providerId="LiveId" clId="{81CF669C-6996-674A-8375-EBD66AC830CF}" dt="2021-01-29T14:28:41.363" v="511"/>
          <ac:inkMkLst>
            <pc:docMk/>
            <pc:sldMk cId="987085376" sldId="311"/>
            <ac:inkMk id="175" creationId="{88E565E2-5D71-FA4C-B7B0-E1D00063FF58}"/>
          </ac:inkMkLst>
        </pc:inkChg>
        <pc:inkChg chg="add">
          <ac:chgData name="Aggie Menezes" userId="74619c95fa3483c9" providerId="LiveId" clId="{81CF669C-6996-674A-8375-EBD66AC830CF}" dt="2021-01-29T14:28:41.791" v="512"/>
          <ac:inkMkLst>
            <pc:docMk/>
            <pc:sldMk cId="987085376" sldId="311"/>
            <ac:inkMk id="176" creationId="{48A63DE5-AB7D-AC4D-B05F-5255D7F95193}"/>
          </ac:inkMkLst>
        </pc:inkChg>
        <pc:inkChg chg="add">
          <ac:chgData name="Aggie Menezes" userId="74619c95fa3483c9" providerId="LiveId" clId="{81CF669C-6996-674A-8375-EBD66AC830CF}" dt="2021-01-29T14:28:42.028" v="513"/>
          <ac:inkMkLst>
            <pc:docMk/>
            <pc:sldMk cId="987085376" sldId="311"/>
            <ac:inkMk id="177" creationId="{7C5CEF9B-5B18-E44D-9FAF-F1BAC7EEABBC}"/>
          </ac:inkMkLst>
        </pc:inkChg>
        <pc:inkChg chg="add">
          <ac:chgData name="Aggie Menezes" userId="74619c95fa3483c9" providerId="LiveId" clId="{81CF669C-6996-674A-8375-EBD66AC830CF}" dt="2021-01-29T14:28:42.199" v="514"/>
          <ac:inkMkLst>
            <pc:docMk/>
            <pc:sldMk cId="987085376" sldId="311"/>
            <ac:inkMk id="178" creationId="{D8903524-4918-2448-B516-6421B8D82878}"/>
          </ac:inkMkLst>
        </pc:inkChg>
      </pc:sldChg>
      <pc:sldChg chg="addSp delSp new">
        <pc:chgData name="Aggie Menezes" userId="74619c95fa3483c9" providerId="LiveId" clId="{81CF669C-6996-674A-8375-EBD66AC830CF}" dt="2021-01-29T14:31:53.902" v="681"/>
        <pc:sldMkLst>
          <pc:docMk/>
          <pc:sldMk cId="3785382878" sldId="312"/>
        </pc:sldMkLst>
        <pc:grpChg chg="add">
          <ac:chgData name="Aggie Menezes" userId="74619c95fa3483c9" providerId="LiveId" clId="{81CF669C-6996-674A-8375-EBD66AC830CF}" dt="2021-01-29T14:28:55.521" v="520"/>
          <ac:grpSpMkLst>
            <pc:docMk/>
            <pc:sldMk cId="3785382878" sldId="312"/>
            <ac:grpSpMk id="6" creationId="{CF305010-2DB4-0C4E-87AA-14D0A7E7D67E}"/>
          </ac:grpSpMkLst>
        </pc:grpChg>
        <pc:grpChg chg="add">
          <ac:chgData name="Aggie Menezes" userId="74619c95fa3483c9" providerId="LiveId" clId="{81CF669C-6996-674A-8375-EBD66AC830CF}" dt="2021-01-29T14:29:05.167" v="528"/>
          <ac:grpSpMkLst>
            <pc:docMk/>
            <pc:sldMk cId="3785382878" sldId="312"/>
            <ac:grpSpMk id="14" creationId="{CEAE0EC4-1A33-8E4D-917F-7D9470F78E06}"/>
          </ac:grpSpMkLst>
        </pc:grpChg>
        <pc:grpChg chg="add del">
          <ac:chgData name="Aggie Menezes" userId="74619c95fa3483c9" providerId="LiveId" clId="{81CF669C-6996-674A-8375-EBD66AC830CF}" dt="2021-01-29T14:29:14.183" v="537"/>
          <ac:grpSpMkLst>
            <pc:docMk/>
            <pc:sldMk cId="3785382878" sldId="312"/>
            <ac:grpSpMk id="20" creationId="{3268F95E-72E5-2F43-BAB3-BA05D8D92A8D}"/>
          </ac:grpSpMkLst>
        </pc:grpChg>
        <pc:grpChg chg="add del">
          <ac:chgData name="Aggie Menezes" userId="74619c95fa3483c9" providerId="LiveId" clId="{81CF669C-6996-674A-8375-EBD66AC830CF}" dt="2021-01-29T14:29:14.183" v="537"/>
          <ac:grpSpMkLst>
            <pc:docMk/>
            <pc:sldMk cId="3785382878" sldId="312"/>
            <ac:grpSpMk id="21" creationId="{2F20081B-15BD-0A45-87EC-06548A03769B}"/>
          </ac:grpSpMkLst>
        </pc:grpChg>
        <pc:grpChg chg="add">
          <ac:chgData name="Aggie Menezes" userId="74619c95fa3483c9" providerId="LiveId" clId="{81CF669C-6996-674A-8375-EBD66AC830CF}" dt="2021-01-29T14:29:14.183" v="537"/>
          <ac:grpSpMkLst>
            <pc:docMk/>
            <pc:sldMk cId="3785382878" sldId="312"/>
            <ac:grpSpMk id="24" creationId="{89DFC1AE-59A6-5147-97D3-214EB2A18F30}"/>
          </ac:grpSpMkLst>
        </pc:grpChg>
        <pc:grpChg chg="add">
          <ac:chgData name="Aggie Menezes" userId="74619c95fa3483c9" providerId="LiveId" clId="{81CF669C-6996-674A-8375-EBD66AC830CF}" dt="2021-01-29T14:29:16.015" v="540"/>
          <ac:grpSpMkLst>
            <pc:docMk/>
            <pc:sldMk cId="3785382878" sldId="312"/>
            <ac:grpSpMk id="27" creationId="{99301486-77F2-DE4A-9AD1-048EBED26D71}"/>
          </ac:grpSpMkLst>
        </pc:grpChg>
        <pc:grpChg chg="add">
          <ac:chgData name="Aggie Menezes" userId="74619c95fa3483c9" providerId="LiveId" clId="{81CF669C-6996-674A-8375-EBD66AC830CF}" dt="2021-01-29T14:29:18.504" v="544"/>
          <ac:grpSpMkLst>
            <pc:docMk/>
            <pc:sldMk cId="3785382878" sldId="312"/>
            <ac:grpSpMk id="31" creationId="{751456D3-8364-7143-8B74-E4688B5B947F}"/>
          </ac:grpSpMkLst>
        </pc:grpChg>
        <pc:grpChg chg="add del">
          <ac:chgData name="Aggie Menezes" userId="74619c95fa3483c9" providerId="LiveId" clId="{81CF669C-6996-674A-8375-EBD66AC830CF}" dt="2021-01-29T14:30:38.386" v="625"/>
          <ac:grpSpMkLst>
            <pc:docMk/>
            <pc:sldMk cId="3785382878" sldId="312"/>
            <ac:grpSpMk id="39" creationId="{CEAD5671-FDC7-F24C-9DFA-538292AA1263}"/>
          </ac:grpSpMkLst>
        </pc:grpChg>
        <pc:grpChg chg="add del">
          <ac:chgData name="Aggie Menezes" userId="74619c95fa3483c9" providerId="LiveId" clId="{81CF669C-6996-674A-8375-EBD66AC830CF}" dt="2021-01-29T14:29:44.865" v="560"/>
          <ac:grpSpMkLst>
            <pc:docMk/>
            <pc:sldMk cId="3785382878" sldId="312"/>
            <ac:grpSpMk id="45" creationId="{F915DA38-A48C-854E-8314-74C31EACECC9}"/>
          </ac:grpSpMkLst>
        </pc:grpChg>
        <pc:grpChg chg="add del">
          <ac:chgData name="Aggie Menezes" userId="74619c95fa3483c9" providerId="LiveId" clId="{81CF669C-6996-674A-8375-EBD66AC830CF}" dt="2021-01-29T14:29:49.638" v="567"/>
          <ac:grpSpMkLst>
            <pc:docMk/>
            <pc:sldMk cId="3785382878" sldId="312"/>
            <ac:grpSpMk id="47" creationId="{F20F2BDE-E187-0440-9E66-76D3367FFC3F}"/>
          </ac:grpSpMkLst>
        </pc:grpChg>
        <pc:grpChg chg="add del">
          <ac:chgData name="Aggie Menezes" userId="74619c95fa3483c9" providerId="LiveId" clId="{81CF669C-6996-674A-8375-EBD66AC830CF}" dt="2021-01-29T14:29:50.546" v="569"/>
          <ac:grpSpMkLst>
            <pc:docMk/>
            <pc:sldMk cId="3785382878" sldId="312"/>
            <ac:grpSpMk id="54" creationId="{59DF5E27-C8D1-3543-B17E-3A7322770E0C}"/>
          </ac:grpSpMkLst>
        </pc:grpChg>
        <pc:grpChg chg="add del">
          <ac:chgData name="Aggie Menezes" userId="74619c95fa3483c9" providerId="LiveId" clId="{81CF669C-6996-674A-8375-EBD66AC830CF}" dt="2021-01-29T14:29:53.007" v="572"/>
          <ac:grpSpMkLst>
            <pc:docMk/>
            <pc:sldMk cId="3785382878" sldId="312"/>
            <ac:grpSpMk id="56" creationId="{4493AD52-2D0D-9E4A-A5BF-C353A4B44B6B}"/>
          </ac:grpSpMkLst>
        </pc:grpChg>
        <pc:grpChg chg="add del">
          <ac:chgData name="Aggie Menezes" userId="74619c95fa3483c9" providerId="LiveId" clId="{81CF669C-6996-674A-8375-EBD66AC830CF}" dt="2021-01-29T14:29:54.943" v="576"/>
          <ac:grpSpMkLst>
            <pc:docMk/>
            <pc:sldMk cId="3785382878" sldId="312"/>
            <ac:grpSpMk id="59" creationId="{E2A36E68-A7DB-1E4A-9074-97B65BDE2BB7}"/>
          </ac:grpSpMkLst>
        </pc:grpChg>
        <pc:grpChg chg="add del">
          <ac:chgData name="Aggie Menezes" userId="74619c95fa3483c9" providerId="LiveId" clId="{81CF669C-6996-674A-8375-EBD66AC830CF}" dt="2021-01-29T14:29:55.865" v="578"/>
          <ac:grpSpMkLst>
            <pc:docMk/>
            <pc:sldMk cId="3785382878" sldId="312"/>
            <ac:grpSpMk id="63" creationId="{64A29256-442D-1247-8917-8735B3EE89DC}"/>
          </ac:grpSpMkLst>
        </pc:grpChg>
        <pc:grpChg chg="add del">
          <ac:chgData name="Aggie Menezes" userId="74619c95fa3483c9" providerId="LiveId" clId="{81CF669C-6996-674A-8375-EBD66AC830CF}" dt="2021-01-29T14:29:57.528" v="580"/>
          <ac:grpSpMkLst>
            <pc:docMk/>
            <pc:sldMk cId="3785382878" sldId="312"/>
            <ac:grpSpMk id="65" creationId="{B6A759FC-3069-F342-BE12-9FFD4B5CDB74}"/>
          </ac:grpSpMkLst>
        </pc:grpChg>
        <pc:grpChg chg="add del">
          <ac:chgData name="Aggie Menezes" userId="74619c95fa3483c9" providerId="LiveId" clId="{81CF669C-6996-674A-8375-EBD66AC830CF}" dt="2021-01-29T14:30:01.028" v="587"/>
          <ac:grpSpMkLst>
            <pc:docMk/>
            <pc:sldMk cId="3785382878" sldId="312"/>
            <ac:grpSpMk id="67" creationId="{03493BA2-E668-404A-81BD-CF10E1609258}"/>
          </ac:grpSpMkLst>
        </pc:grpChg>
        <pc:grpChg chg="add del">
          <ac:chgData name="Aggie Menezes" userId="74619c95fa3483c9" providerId="LiveId" clId="{81CF669C-6996-674A-8375-EBD66AC830CF}" dt="2021-01-29T14:30:02.270" v="589"/>
          <ac:grpSpMkLst>
            <pc:docMk/>
            <pc:sldMk cId="3785382878" sldId="312"/>
            <ac:grpSpMk id="74" creationId="{0D58F46F-DC25-AF48-BDFA-F077FEECFB2B}"/>
          </ac:grpSpMkLst>
        </pc:grpChg>
        <pc:grpChg chg="add del">
          <ac:chgData name="Aggie Menezes" userId="74619c95fa3483c9" providerId="LiveId" clId="{81CF669C-6996-674A-8375-EBD66AC830CF}" dt="2021-01-29T14:30:03.805" v="591"/>
          <ac:grpSpMkLst>
            <pc:docMk/>
            <pc:sldMk cId="3785382878" sldId="312"/>
            <ac:grpSpMk id="76" creationId="{45F79241-1236-A14E-84AA-C45D1C08F5E1}"/>
          </ac:grpSpMkLst>
        </pc:grpChg>
        <pc:grpChg chg="add del">
          <ac:chgData name="Aggie Menezes" userId="74619c95fa3483c9" providerId="LiveId" clId="{81CF669C-6996-674A-8375-EBD66AC830CF}" dt="2021-01-29T14:30:07.299" v="595"/>
          <ac:grpSpMkLst>
            <pc:docMk/>
            <pc:sldMk cId="3785382878" sldId="312"/>
            <ac:grpSpMk id="78" creationId="{3801A897-1BE6-7A46-B208-572BD101BFE3}"/>
          </ac:grpSpMkLst>
        </pc:grpChg>
        <pc:grpChg chg="add del">
          <ac:chgData name="Aggie Menezes" userId="74619c95fa3483c9" providerId="LiveId" clId="{81CF669C-6996-674A-8375-EBD66AC830CF}" dt="2021-01-29T14:30:08.619" v="597"/>
          <ac:grpSpMkLst>
            <pc:docMk/>
            <pc:sldMk cId="3785382878" sldId="312"/>
            <ac:grpSpMk id="82" creationId="{E957E46D-6FE4-234A-BC0D-1C24315D43B6}"/>
          </ac:grpSpMkLst>
        </pc:grpChg>
        <pc:grpChg chg="add del">
          <ac:chgData name="Aggie Menezes" userId="74619c95fa3483c9" providerId="LiveId" clId="{81CF669C-6996-674A-8375-EBD66AC830CF}" dt="2021-01-29T14:30:11.469" v="601"/>
          <ac:grpSpMkLst>
            <pc:docMk/>
            <pc:sldMk cId="3785382878" sldId="312"/>
            <ac:grpSpMk id="84" creationId="{A149DFB0-45C7-EC42-8333-28668EDAD00E}"/>
          </ac:grpSpMkLst>
        </pc:grpChg>
        <pc:grpChg chg="add del">
          <ac:chgData name="Aggie Menezes" userId="74619c95fa3483c9" providerId="LiveId" clId="{81CF669C-6996-674A-8375-EBD66AC830CF}" dt="2021-01-29T14:30:38.386" v="625"/>
          <ac:grpSpMkLst>
            <pc:docMk/>
            <pc:sldMk cId="3785382878" sldId="312"/>
            <ac:grpSpMk id="88" creationId="{0E667E56-C6B0-894F-8973-6A1135B4B6FC}"/>
          </ac:grpSpMkLst>
        </pc:grpChg>
        <pc:grpChg chg="add del">
          <ac:chgData name="Aggie Menezes" userId="74619c95fa3483c9" providerId="LiveId" clId="{81CF669C-6996-674A-8375-EBD66AC830CF}" dt="2021-01-29T14:30:38.386" v="625"/>
          <ac:grpSpMkLst>
            <pc:docMk/>
            <pc:sldMk cId="3785382878" sldId="312"/>
            <ac:grpSpMk id="91" creationId="{9F96AE81-DB72-B84C-9524-E940C39FDAC9}"/>
          </ac:grpSpMkLst>
        </pc:grpChg>
        <pc:grpChg chg="add del">
          <ac:chgData name="Aggie Menezes" userId="74619c95fa3483c9" providerId="LiveId" clId="{81CF669C-6996-674A-8375-EBD66AC830CF}" dt="2021-01-29T14:30:20.571" v="615"/>
          <ac:grpSpMkLst>
            <pc:docMk/>
            <pc:sldMk cId="3785382878" sldId="312"/>
            <ac:grpSpMk id="95" creationId="{E4B19039-64F3-1E40-A148-5433CD9D083D}"/>
          </ac:grpSpMkLst>
        </pc:grpChg>
        <pc:grpChg chg="add del">
          <ac:chgData name="Aggie Menezes" userId="74619c95fa3483c9" providerId="LiveId" clId="{81CF669C-6996-674A-8375-EBD66AC830CF}" dt="2021-01-29T14:30:38.386" v="625"/>
          <ac:grpSpMkLst>
            <pc:docMk/>
            <pc:sldMk cId="3785382878" sldId="312"/>
            <ac:grpSpMk id="102" creationId="{AE1CF267-5F35-C541-AB94-5DA9DBF0CBEB}"/>
          </ac:grpSpMkLst>
        </pc:grpChg>
        <pc:grpChg chg="add del">
          <ac:chgData name="Aggie Menezes" userId="74619c95fa3483c9" providerId="LiveId" clId="{81CF669C-6996-674A-8375-EBD66AC830CF}" dt="2021-01-29T14:30:38.386" v="625"/>
          <ac:grpSpMkLst>
            <pc:docMk/>
            <pc:sldMk cId="3785382878" sldId="312"/>
            <ac:grpSpMk id="108" creationId="{9DEE8616-4471-1749-9B6D-BA500B90F502}"/>
          </ac:grpSpMkLst>
        </pc:grpChg>
        <pc:grpChg chg="add del">
          <ac:chgData name="Aggie Menezes" userId="74619c95fa3483c9" providerId="LiveId" clId="{81CF669C-6996-674A-8375-EBD66AC830CF}" dt="2021-01-29T14:30:38.386" v="625"/>
          <ac:grpSpMkLst>
            <pc:docMk/>
            <pc:sldMk cId="3785382878" sldId="312"/>
            <ac:grpSpMk id="109" creationId="{7995F99C-64D3-FE4F-B35F-7BF687BF6FC2}"/>
          </ac:grpSpMkLst>
        </pc:grpChg>
        <pc:grpChg chg="add del">
          <ac:chgData name="Aggie Menezes" userId="74619c95fa3483c9" providerId="LiveId" clId="{81CF669C-6996-674A-8375-EBD66AC830CF}" dt="2021-01-29T14:30:49.666" v="629"/>
          <ac:grpSpMkLst>
            <pc:docMk/>
            <pc:sldMk cId="3785382878" sldId="312"/>
            <ac:grpSpMk id="113" creationId="{5ED68FE1-1EA6-F742-954C-F12B3DF23F6F}"/>
          </ac:grpSpMkLst>
        </pc:grpChg>
        <pc:grpChg chg="add">
          <ac:chgData name="Aggie Menezes" userId="74619c95fa3483c9" providerId="LiveId" clId="{81CF669C-6996-674A-8375-EBD66AC830CF}" dt="2021-01-29T14:30:49.666" v="629"/>
          <ac:grpSpMkLst>
            <pc:docMk/>
            <pc:sldMk cId="3785382878" sldId="312"/>
            <ac:grpSpMk id="117" creationId="{79608ED8-1D30-5B48-81BA-E6F9D4E14419}"/>
          </ac:grpSpMkLst>
        </pc:grpChg>
        <pc:grpChg chg="add">
          <ac:chgData name="Aggie Menezes" userId="74619c95fa3483c9" providerId="LiveId" clId="{81CF669C-6996-674A-8375-EBD66AC830CF}" dt="2021-01-29T14:31:19.484" v="637"/>
          <ac:grpSpMkLst>
            <pc:docMk/>
            <pc:sldMk cId="3785382878" sldId="312"/>
            <ac:grpSpMk id="125" creationId="{D59612CD-EDBD-8447-B391-8545A8B7141E}"/>
          </ac:grpSpMkLst>
        </pc:grpChg>
        <pc:grpChg chg="add">
          <ac:chgData name="Aggie Menezes" userId="74619c95fa3483c9" providerId="LiveId" clId="{81CF669C-6996-674A-8375-EBD66AC830CF}" dt="2021-01-29T14:31:19.484" v="637"/>
          <ac:grpSpMkLst>
            <pc:docMk/>
            <pc:sldMk cId="3785382878" sldId="312"/>
            <ac:grpSpMk id="126" creationId="{C0135AD4-B8EC-204A-B433-5FE134A42B93}"/>
          </ac:grpSpMkLst>
        </pc:grpChg>
        <pc:grpChg chg="add">
          <ac:chgData name="Aggie Menezes" userId="74619c95fa3483c9" providerId="LiveId" clId="{81CF669C-6996-674A-8375-EBD66AC830CF}" dt="2021-01-29T14:31:23.736" v="643"/>
          <ac:grpSpMkLst>
            <pc:docMk/>
            <pc:sldMk cId="3785382878" sldId="312"/>
            <ac:grpSpMk id="132" creationId="{F9E4B8DE-8B41-A143-B84B-549E49022370}"/>
          </ac:grpSpMkLst>
        </pc:grpChg>
        <pc:grpChg chg="add">
          <ac:chgData name="Aggie Menezes" userId="74619c95fa3483c9" providerId="LiveId" clId="{81CF669C-6996-674A-8375-EBD66AC830CF}" dt="2021-01-29T14:31:26.334" v="648"/>
          <ac:grpSpMkLst>
            <pc:docMk/>
            <pc:sldMk cId="3785382878" sldId="312"/>
            <ac:grpSpMk id="137" creationId="{BEB03811-F8C8-6E4A-87B7-1EBBED43B794}"/>
          </ac:grpSpMkLst>
        </pc:grpChg>
        <pc:grpChg chg="add">
          <ac:chgData name="Aggie Menezes" userId="74619c95fa3483c9" providerId="LiveId" clId="{81CF669C-6996-674A-8375-EBD66AC830CF}" dt="2021-01-29T14:31:31.676" v="654"/>
          <ac:grpSpMkLst>
            <pc:docMk/>
            <pc:sldMk cId="3785382878" sldId="312"/>
            <ac:grpSpMk id="143" creationId="{364DA9F5-F6B3-4F44-A927-2B2A688CE27B}"/>
          </ac:grpSpMkLst>
        </pc:grpChg>
        <pc:grpChg chg="add">
          <ac:chgData name="Aggie Menezes" userId="74619c95fa3483c9" providerId="LiveId" clId="{81CF669C-6996-674A-8375-EBD66AC830CF}" dt="2021-01-29T14:31:36.132" v="658"/>
          <ac:grpSpMkLst>
            <pc:docMk/>
            <pc:sldMk cId="3785382878" sldId="312"/>
            <ac:grpSpMk id="147" creationId="{035DE6C7-AC32-334A-BBF4-4EBD3CDC6D3F}"/>
          </ac:grpSpMkLst>
        </pc:grpChg>
        <pc:grpChg chg="add del">
          <ac:chgData name="Aggie Menezes" userId="74619c95fa3483c9" providerId="LiveId" clId="{81CF669C-6996-674A-8375-EBD66AC830CF}" dt="2021-01-29T14:31:44.754" v="668"/>
          <ac:grpSpMkLst>
            <pc:docMk/>
            <pc:sldMk cId="3785382878" sldId="312"/>
            <ac:grpSpMk id="155" creationId="{81E9AFAE-A3DE-E14A-8627-345BBA2FC363}"/>
          </ac:grpSpMkLst>
        </pc:grpChg>
        <pc:grpChg chg="add del">
          <ac:chgData name="Aggie Menezes" userId="74619c95fa3483c9" providerId="LiveId" clId="{81CF669C-6996-674A-8375-EBD66AC830CF}" dt="2021-01-29T14:31:49.464" v="678"/>
          <ac:grpSpMkLst>
            <pc:docMk/>
            <pc:sldMk cId="3785382878" sldId="312"/>
            <ac:grpSpMk id="157" creationId="{A2FEFEED-D77D-F04D-9D19-D61728BD4E91}"/>
          </ac:grpSpMkLst>
        </pc:grpChg>
        <pc:grpChg chg="add">
          <ac:chgData name="Aggie Menezes" userId="74619c95fa3483c9" providerId="LiveId" clId="{81CF669C-6996-674A-8375-EBD66AC830CF}" dt="2021-01-29T14:31:49.464" v="678"/>
          <ac:grpSpMkLst>
            <pc:docMk/>
            <pc:sldMk cId="3785382878" sldId="312"/>
            <ac:grpSpMk id="167" creationId="{9D792A51-5CDA-944D-9303-5A6C43BFE7C3}"/>
          </ac:grpSpMkLst>
        </pc:grpChg>
        <pc:grpChg chg="add">
          <ac:chgData name="Aggie Menezes" userId="74619c95fa3483c9" providerId="LiveId" clId="{81CF669C-6996-674A-8375-EBD66AC830CF}" dt="2021-01-29T14:31:53.902" v="681"/>
          <ac:grpSpMkLst>
            <pc:docMk/>
            <pc:sldMk cId="3785382878" sldId="312"/>
            <ac:grpSpMk id="170" creationId="{3129D5DE-9629-904C-9577-9FBDEE90138B}"/>
          </ac:grpSpMkLst>
        </pc:grpChg>
        <pc:inkChg chg="add">
          <ac:chgData name="Aggie Menezes" userId="74619c95fa3483c9" providerId="LiveId" clId="{81CF669C-6996-674A-8375-EBD66AC830CF}" dt="2021-01-29T14:28:54.467" v="517"/>
          <ac:inkMkLst>
            <pc:docMk/>
            <pc:sldMk cId="3785382878" sldId="312"/>
            <ac:inkMk id="3" creationId="{9B90D028-F231-174A-9CD5-2EFB53A5FAAB}"/>
          </ac:inkMkLst>
        </pc:inkChg>
        <pc:inkChg chg="add">
          <ac:chgData name="Aggie Menezes" userId="74619c95fa3483c9" providerId="LiveId" clId="{81CF669C-6996-674A-8375-EBD66AC830CF}" dt="2021-01-29T14:28:54.741" v="518"/>
          <ac:inkMkLst>
            <pc:docMk/>
            <pc:sldMk cId="3785382878" sldId="312"/>
            <ac:inkMk id="4" creationId="{CEB64D55-DBEC-4D4C-8A94-97FF454256FF}"/>
          </ac:inkMkLst>
        </pc:inkChg>
        <pc:inkChg chg="add">
          <ac:chgData name="Aggie Menezes" userId="74619c95fa3483c9" providerId="LiveId" clId="{81CF669C-6996-674A-8375-EBD66AC830CF}" dt="2021-01-29T14:28:54.878" v="519"/>
          <ac:inkMkLst>
            <pc:docMk/>
            <pc:sldMk cId="3785382878" sldId="312"/>
            <ac:inkMk id="5" creationId="{1ADCC2EF-1D24-2B4A-8DFE-C4D2F4919AC8}"/>
          </ac:inkMkLst>
        </pc:inkChg>
        <pc:inkChg chg="add">
          <ac:chgData name="Aggie Menezes" userId="74619c95fa3483c9" providerId="LiveId" clId="{81CF669C-6996-674A-8375-EBD66AC830CF}" dt="2021-01-29T14:29:01.937" v="521"/>
          <ac:inkMkLst>
            <pc:docMk/>
            <pc:sldMk cId="3785382878" sldId="312"/>
            <ac:inkMk id="7" creationId="{E5CFBFF7-759D-C34B-9148-C343D0D83F68}"/>
          </ac:inkMkLst>
        </pc:inkChg>
        <pc:inkChg chg="add">
          <ac:chgData name="Aggie Menezes" userId="74619c95fa3483c9" providerId="LiveId" clId="{81CF669C-6996-674A-8375-EBD66AC830CF}" dt="2021-01-29T14:29:02.261" v="522"/>
          <ac:inkMkLst>
            <pc:docMk/>
            <pc:sldMk cId="3785382878" sldId="312"/>
            <ac:inkMk id="8" creationId="{416D5AB4-EBF1-F241-8DCC-DB8AB40D048A}"/>
          </ac:inkMkLst>
        </pc:inkChg>
        <pc:inkChg chg="add">
          <ac:chgData name="Aggie Menezes" userId="74619c95fa3483c9" providerId="LiveId" clId="{81CF669C-6996-674A-8375-EBD66AC830CF}" dt="2021-01-29T14:29:02.728" v="523"/>
          <ac:inkMkLst>
            <pc:docMk/>
            <pc:sldMk cId="3785382878" sldId="312"/>
            <ac:inkMk id="9" creationId="{6183F1AD-66C6-2A48-810F-A6D8F7E51FB8}"/>
          </ac:inkMkLst>
        </pc:inkChg>
        <pc:inkChg chg="add">
          <ac:chgData name="Aggie Menezes" userId="74619c95fa3483c9" providerId="LiveId" clId="{81CF669C-6996-674A-8375-EBD66AC830CF}" dt="2021-01-29T14:29:02.883" v="524"/>
          <ac:inkMkLst>
            <pc:docMk/>
            <pc:sldMk cId="3785382878" sldId="312"/>
            <ac:inkMk id="10" creationId="{A64C9F18-D00B-834F-9B3A-BBC8E3742DB2}"/>
          </ac:inkMkLst>
        </pc:inkChg>
        <pc:inkChg chg="add">
          <ac:chgData name="Aggie Menezes" userId="74619c95fa3483c9" providerId="LiveId" clId="{81CF669C-6996-674A-8375-EBD66AC830CF}" dt="2021-01-29T14:29:03.808" v="525"/>
          <ac:inkMkLst>
            <pc:docMk/>
            <pc:sldMk cId="3785382878" sldId="312"/>
            <ac:inkMk id="11" creationId="{766CB29E-CF3F-6B46-90D5-F41E96C290AE}"/>
          </ac:inkMkLst>
        </pc:inkChg>
        <pc:inkChg chg="add">
          <ac:chgData name="Aggie Menezes" userId="74619c95fa3483c9" providerId="LiveId" clId="{81CF669C-6996-674A-8375-EBD66AC830CF}" dt="2021-01-29T14:29:04.441" v="526"/>
          <ac:inkMkLst>
            <pc:docMk/>
            <pc:sldMk cId="3785382878" sldId="312"/>
            <ac:inkMk id="12" creationId="{53EBD99E-8626-3C44-8012-1E855FD2698E}"/>
          </ac:inkMkLst>
        </pc:inkChg>
        <pc:inkChg chg="add">
          <ac:chgData name="Aggie Menezes" userId="74619c95fa3483c9" providerId="LiveId" clId="{81CF669C-6996-674A-8375-EBD66AC830CF}" dt="2021-01-29T14:29:04.607" v="527"/>
          <ac:inkMkLst>
            <pc:docMk/>
            <pc:sldMk cId="3785382878" sldId="312"/>
            <ac:inkMk id="13" creationId="{0C106C80-7113-1F43-831F-93774EFE1F81}"/>
          </ac:inkMkLst>
        </pc:inkChg>
        <pc:inkChg chg="add">
          <ac:chgData name="Aggie Menezes" userId="74619c95fa3483c9" providerId="LiveId" clId="{81CF669C-6996-674A-8375-EBD66AC830CF}" dt="2021-01-29T14:29:06.862" v="529"/>
          <ac:inkMkLst>
            <pc:docMk/>
            <pc:sldMk cId="3785382878" sldId="312"/>
            <ac:inkMk id="15" creationId="{0B5C83A1-77C2-4F48-838A-F4558C960D22}"/>
          </ac:inkMkLst>
        </pc:inkChg>
        <pc:inkChg chg="add topLvl">
          <ac:chgData name="Aggie Menezes" userId="74619c95fa3483c9" providerId="LiveId" clId="{81CF669C-6996-674A-8375-EBD66AC830CF}" dt="2021-01-29T14:29:14.183" v="537"/>
          <ac:inkMkLst>
            <pc:docMk/>
            <pc:sldMk cId="3785382878" sldId="312"/>
            <ac:inkMk id="16" creationId="{B3A9F4C2-620A-C849-909F-57D43AC282A9}"/>
          </ac:inkMkLst>
        </pc:inkChg>
        <pc:inkChg chg="add topLvl">
          <ac:chgData name="Aggie Menezes" userId="74619c95fa3483c9" providerId="LiveId" clId="{81CF669C-6996-674A-8375-EBD66AC830CF}" dt="2021-01-29T14:29:14.183" v="537"/>
          <ac:inkMkLst>
            <pc:docMk/>
            <pc:sldMk cId="3785382878" sldId="312"/>
            <ac:inkMk id="17" creationId="{B34BDBD8-C40E-654B-92F7-F28F44DD3C18}"/>
          </ac:inkMkLst>
        </pc:inkChg>
        <pc:inkChg chg="add topLvl">
          <ac:chgData name="Aggie Menezes" userId="74619c95fa3483c9" providerId="LiveId" clId="{81CF669C-6996-674A-8375-EBD66AC830CF}" dt="2021-01-29T14:29:14.183" v="537"/>
          <ac:inkMkLst>
            <pc:docMk/>
            <pc:sldMk cId="3785382878" sldId="312"/>
            <ac:inkMk id="18" creationId="{D1F7E7C7-2FB3-8F41-A130-FF0E8AF8551F}"/>
          </ac:inkMkLst>
        </pc:inkChg>
        <pc:inkChg chg="add topLvl">
          <ac:chgData name="Aggie Menezes" userId="74619c95fa3483c9" providerId="LiveId" clId="{81CF669C-6996-674A-8375-EBD66AC830CF}" dt="2021-01-29T14:29:14.183" v="537"/>
          <ac:inkMkLst>
            <pc:docMk/>
            <pc:sldMk cId="3785382878" sldId="312"/>
            <ac:inkMk id="19" creationId="{BAABBFBC-DB52-1F49-A0AA-EA8721CC03D7}"/>
          </ac:inkMkLst>
        </pc:inkChg>
        <pc:inkChg chg="add">
          <ac:chgData name="Aggie Menezes" userId="74619c95fa3483c9" providerId="LiveId" clId="{81CF669C-6996-674A-8375-EBD66AC830CF}" dt="2021-01-29T14:29:12.558" v="535"/>
          <ac:inkMkLst>
            <pc:docMk/>
            <pc:sldMk cId="3785382878" sldId="312"/>
            <ac:inkMk id="22" creationId="{84DA8FDF-2E2A-FA43-846C-DF4E3212F453}"/>
          </ac:inkMkLst>
        </pc:inkChg>
        <pc:inkChg chg="add">
          <ac:chgData name="Aggie Menezes" userId="74619c95fa3483c9" providerId="LiveId" clId="{81CF669C-6996-674A-8375-EBD66AC830CF}" dt="2021-01-29T14:29:13.143" v="536"/>
          <ac:inkMkLst>
            <pc:docMk/>
            <pc:sldMk cId="3785382878" sldId="312"/>
            <ac:inkMk id="23" creationId="{770DA881-A2E8-C244-BE6C-A4B24D306884}"/>
          </ac:inkMkLst>
        </pc:inkChg>
        <pc:inkChg chg="add">
          <ac:chgData name="Aggie Menezes" userId="74619c95fa3483c9" providerId="LiveId" clId="{81CF669C-6996-674A-8375-EBD66AC830CF}" dt="2021-01-29T14:29:14.939" v="538"/>
          <ac:inkMkLst>
            <pc:docMk/>
            <pc:sldMk cId="3785382878" sldId="312"/>
            <ac:inkMk id="25" creationId="{2D49239C-D64B-7B4A-A7EB-1EDFC5DFA98C}"/>
          </ac:inkMkLst>
        </pc:inkChg>
        <pc:inkChg chg="add">
          <ac:chgData name="Aggie Menezes" userId="74619c95fa3483c9" providerId="LiveId" clId="{81CF669C-6996-674A-8375-EBD66AC830CF}" dt="2021-01-29T14:29:15.312" v="539"/>
          <ac:inkMkLst>
            <pc:docMk/>
            <pc:sldMk cId="3785382878" sldId="312"/>
            <ac:inkMk id="26" creationId="{E2E00A63-AFBD-EA4F-8D2A-311520A9B74B}"/>
          </ac:inkMkLst>
        </pc:inkChg>
        <pc:inkChg chg="add">
          <ac:chgData name="Aggie Menezes" userId="74619c95fa3483c9" providerId="LiveId" clId="{81CF669C-6996-674A-8375-EBD66AC830CF}" dt="2021-01-29T14:29:16.878" v="541"/>
          <ac:inkMkLst>
            <pc:docMk/>
            <pc:sldMk cId="3785382878" sldId="312"/>
            <ac:inkMk id="28" creationId="{4AEDA288-E5B0-544D-B6C6-AE8FC9BF65B1}"/>
          </ac:inkMkLst>
        </pc:inkChg>
        <pc:inkChg chg="add">
          <ac:chgData name="Aggie Menezes" userId="74619c95fa3483c9" providerId="LiveId" clId="{81CF669C-6996-674A-8375-EBD66AC830CF}" dt="2021-01-29T14:29:17.439" v="542"/>
          <ac:inkMkLst>
            <pc:docMk/>
            <pc:sldMk cId="3785382878" sldId="312"/>
            <ac:inkMk id="29" creationId="{71BEBF99-4813-FD4A-9729-46C9247DF586}"/>
          </ac:inkMkLst>
        </pc:inkChg>
        <pc:inkChg chg="add">
          <ac:chgData name="Aggie Menezes" userId="74619c95fa3483c9" providerId="LiveId" clId="{81CF669C-6996-674A-8375-EBD66AC830CF}" dt="2021-01-29T14:29:17.842" v="543"/>
          <ac:inkMkLst>
            <pc:docMk/>
            <pc:sldMk cId="3785382878" sldId="312"/>
            <ac:inkMk id="30" creationId="{E29CCB56-202F-1441-9801-F6DDC83E3D8F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32" creationId="{6C3CA0F9-F519-D645-B12F-3DE047DA1432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33" creationId="{E6CA5B94-4F1A-2B4E-89EB-F8C767CDA8F7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34" creationId="{2A1230CD-329F-2342-8C76-644488D179CA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35" creationId="{001F67F7-AA2A-1E49-93D2-F70EFE1F557A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36" creationId="{379220EC-11DC-1E47-90E0-A8A1F8C97539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37" creationId="{B9BBFB4B-19F3-A843-B571-51712F37050C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38" creationId="{1B5A2432-BE39-764A-B937-19655DF679EF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40" creationId="{0AAC054D-0A39-674F-B732-BCAFDB898D1C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41" creationId="{5BDEB36E-B47C-2546-AD8A-0EE01592AC6E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42" creationId="{68ACA7EC-7C29-684E-958A-3624EE42CDE1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43" creationId="{99AA7D9B-0198-084D-8A4F-1D35DE0ED887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44" creationId="{5E7E154E-5CF1-334A-9DF9-EB3335937980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46" creationId="{9361876C-2AF1-C944-B672-44AA8DD72C73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48" creationId="{6F930DDA-C8CF-BA49-A730-931DDDA671EA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49" creationId="{EB33EF49-14FA-AC4B-AB8A-BD6E3BBE59EA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50" creationId="{3B69E243-F1D9-6C4D-9014-CEC20EC7CFE5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51" creationId="{CE1D1587-68EB-4049-B1A1-A6E77EB4DBA0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52" creationId="{CEAAAEF8-3DCC-324B-B22F-110C0F35186E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53" creationId="{8B9988CB-FCDA-C748-892B-640824509B4B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55" creationId="{82FDCB38-367E-764E-8689-1F340325446B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57" creationId="{A4FC36DC-6364-A249-A77E-917F36C94241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58" creationId="{762061F1-8944-9248-8535-49DD2D1FA253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60" creationId="{FA2046F9-5809-3149-8F58-641341C5B357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61" creationId="{28947ED3-3DF0-C248-9364-8E7F1F5C6CA8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62" creationId="{B225AF2E-AD24-F548-9FCD-CE088DD63284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64" creationId="{BE1F7FF5-4727-004F-BC96-522A4AC3EB9D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66" creationId="{C3A87E2A-3F06-7B4D-95F6-F2A5A467AEFB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68" creationId="{3717D9C0-B956-D944-B3C0-7C547D18A9FC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69" creationId="{0130C497-2D87-034A-81C7-0B9AB15BC518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70" creationId="{EF155713-C776-D34F-B442-B4C73DFD96EF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71" creationId="{E2821090-B5DD-BA41-B4EE-B085C1CE4E0E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72" creationId="{71FF14A9-36D8-0F4B-9383-5B9999C14C87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73" creationId="{226E6A83-4D3E-B545-A838-542401C3E67A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75" creationId="{2C3889BA-F286-0E4F-B8AD-AFFDE96AB024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77" creationId="{F9C916EF-B29D-DD4C-BF19-2D00BDE62DCE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79" creationId="{1F585A1C-08BF-2144-B37B-70B0590D3160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80" creationId="{653D578D-D2CB-B144-AA29-67C69128BE12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81" creationId="{D8A04383-0F7D-F844-A400-B45ECFDCBDEF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83" creationId="{3B1AC7C8-1D36-B547-986A-F59EC3713242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85" creationId="{AE82988D-382E-CF4E-B394-093EAFA1F013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86" creationId="{46C28F79-CEC1-2749-B18B-AD6C6CD64163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87" creationId="{92D377B6-EC44-3A47-BD46-DD4C0747E964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89" creationId="{B45A1419-B34A-BE4A-B07C-027603894278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90" creationId="{114FC89A-A355-7E46-A69A-BC6A4EB71E54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92" creationId="{25091FB9-2CD3-8E46-9A54-C3356A0C4F5A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93" creationId="{F1E9CC6F-6A3C-FE46-8A69-C31393F3DDD2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94" creationId="{D50B96AE-CD81-504D-9751-D29EDAFC2D38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96" creationId="{A2049F27-2FA1-C14C-829B-7286282381AA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97" creationId="{76ED5588-AC8E-814F-9CAB-BF6001FE61FC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98" creationId="{907A9F9D-D4A8-3D40-BB29-108E237C63E6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99" creationId="{F401B1AC-E1D7-DA44-8DC2-56EEDA4741FB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100" creationId="{8BF77E7F-20CB-2C40-A6A6-89A826294962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101" creationId="{B613045A-E74B-B04C-A174-A8BF3DF06FCD}"/>
          </ac:inkMkLst>
        </pc:inkChg>
        <pc:inkChg chg="add">
          <ac:chgData name="Aggie Menezes" userId="74619c95fa3483c9" providerId="LiveId" clId="{81CF669C-6996-674A-8375-EBD66AC830CF}" dt="2021-01-29T14:30:25.553" v="616"/>
          <ac:inkMkLst>
            <pc:docMk/>
            <pc:sldMk cId="3785382878" sldId="312"/>
            <ac:inkMk id="103" creationId="{AFA23448-1FEC-494A-A0B6-555BBDE3E3DC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104" creationId="{EA94557A-0B1E-B04A-849D-707E01C269C7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105" creationId="{7D6818C8-5AAE-0144-A2DB-F9CA02A28E6E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106" creationId="{825E70B2-27DD-9D41-8F06-C13D0FE5D786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107" creationId="{358EE030-CEF1-1141-87FE-4767725E15DE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110" creationId="{805AECA6-3DDF-4F4E-88D6-C7BF1BA9DBD0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111" creationId="{77F22FE1-093D-944F-B979-3C2BCE8BE46D}"/>
          </ac:inkMkLst>
        </pc:inkChg>
        <pc:inkChg chg="add topLvl">
          <ac:chgData name="Aggie Menezes" userId="74619c95fa3483c9" providerId="LiveId" clId="{81CF669C-6996-674A-8375-EBD66AC830CF}" dt="2021-01-29T14:30:49.666" v="629"/>
          <ac:inkMkLst>
            <pc:docMk/>
            <pc:sldMk cId="3785382878" sldId="312"/>
            <ac:inkMk id="112" creationId="{2516E97E-C1D6-B242-9601-9135C1AD5C16}"/>
          </ac:inkMkLst>
        </pc:inkChg>
        <pc:inkChg chg="add">
          <ac:chgData name="Aggie Menezes" userId="74619c95fa3483c9" providerId="LiveId" clId="{81CF669C-6996-674A-8375-EBD66AC830CF}" dt="2021-01-29T14:30:47.989" v="626"/>
          <ac:inkMkLst>
            <pc:docMk/>
            <pc:sldMk cId="3785382878" sldId="312"/>
            <ac:inkMk id="114" creationId="{73F1DBE5-7492-7049-A9A8-596078F16FDC}"/>
          </ac:inkMkLst>
        </pc:inkChg>
        <pc:inkChg chg="add">
          <ac:chgData name="Aggie Menezes" userId="74619c95fa3483c9" providerId="LiveId" clId="{81CF669C-6996-674A-8375-EBD66AC830CF}" dt="2021-01-29T14:30:48.438" v="627"/>
          <ac:inkMkLst>
            <pc:docMk/>
            <pc:sldMk cId="3785382878" sldId="312"/>
            <ac:inkMk id="115" creationId="{4C405EC8-3A7D-3340-A13E-ED009ED7DB64}"/>
          </ac:inkMkLst>
        </pc:inkChg>
        <pc:inkChg chg="add">
          <ac:chgData name="Aggie Menezes" userId="74619c95fa3483c9" providerId="LiveId" clId="{81CF669C-6996-674A-8375-EBD66AC830CF}" dt="2021-01-29T14:30:48.812" v="628"/>
          <ac:inkMkLst>
            <pc:docMk/>
            <pc:sldMk cId="3785382878" sldId="312"/>
            <ac:inkMk id="116" creationId="{E50DED59-EE7A-A749-B0A8-BBF9A1C9DFB6}"/>
          </ac:inkMkLst>
        </pc:inkChg>
        <pc:inkChg chg="add">
          <ac:chgData name="Aggie Menezes" userId="74619c95fa3483c9" providerId="LiveId" clId="{81CF669C-6996-674A-8375-EBD66AC830CF}" dt="2021-01-29T14:31:16.215" v="630"/>
          <ac:inkMkLst>
            <pc:docMk/>
            <pc:sldMk cId="3785382878" sldId="312"/>
            <ac:inkMk id="118" creationId="{F004870E-272C-4D4F-A771-D21F592B1F8B}"/>
          </ac:inkMkLst>
        </pc:inkChg>
        <pc:inkChg chg="add">
          <ac:chgData name="Aggie Menezes" userId="74619c95fa3483c9" providerId="LiveId" clId="{81CF669C-6996-674A-8375-EBD66AC830CF}" dt="2021-01-29T14:31:16.418" v="631"/>
          <ac:inkMkLst>
            <pc:docMk/>
            <pc:sldMk cId="3785382878" sldId="312"/>
            <ac:inkMk id="119" creationId="{0D8F84E4-4275-AE43-ABEA-E2EFE10CE2CE}"/>
          </ac:inkMkLst>
        </pc:inkChg>
        <pc:inkChg chg="add">
          <ac:chgData name="Aggie Menezes" userId="74619c95fa3483c9" providerId="LiveId" clId="{81CF669C-6996-674A-8375-EBD66AC830CF}" dt="2021-01-29T14:31:16.565" v="632"/>
          <ac:inkMkLst>
            <pc:docMk/>
            <pc:sldMk cId="3785382878" sldId="312"/>
            <ac:inkMk id="120" creationId="{E196DF40-EEB4-3D4C-8711-A8BD9B5F6DC1}"/>
          </ac:inkMkLst>
        </pc:inkChg>
        <pc:inkChg chg="add">
          <ac:chgData name="Aggie Menezes" userId="74619c95fa3483c9" providerId="LiveId" clId="{81CF669C-6996-674A-8375-EBD66AC830CF}" dt="2021-01-29T14:31:17.376" v="633"/>
          <ac:inkMkLst>
            <pc:docMk/>
            <pc:sldMk cId="3785382878" sldId="312"/>
            <ac:inkMk id="121" creationId="{F8FF7C80-B095-AE48-944D-80887EF836A0}"/>
          </ac:inkMkLst>
        </pc:inkChg>
        <pc:inkChg chg="add">
          <ac:chgData name="Aggie Menezes" userId="74619c95fa3483c9" providerId="LiveId" clId="{81CF669C-6996-674A-8375-EBD66AC830CF}" dt="2021-01-29T14:31:18.110" v="634"/>
          <ac:inkMkLst>
            <pc:docMk/>
            <pc:sldMk cId="3785382878" sldId="312"/>
            <ac:inkMk id="122" creationId="{CA252A95-0184-B744-B917-0F3EEBD55DBF}"/>
          </ac:inkMkLst>
        </pc:inkChg>
        <pc:inkChg chg="add">
          <ac:chgData name="Aggie Menezes" userId="74619c95fa3483c9" providerId="LiveId" clId="{81CF669C-6996-674A-8375-EBD66AC830CF}" dt="2021-01-29T14:31:18.287" v="635"/>
          <ac:inkMkLst>
            <pc:docMk/>
            <pc:sldMk cId="3785382878" sldId="312"/>
            <ac:inkMk id="123" creationId="{7499F4E8-1A2B-F140-9D9C-B2726147EAB4}"/>
          </ac:inkMkLst>
        </pc:inkChg>
        <pc:inkChg chg="add">
          <ac:chgData name="Aggie Menezes" userId="74619c95fa3483c9" providerId="LiveId" clId="{81CF669C-6996-674A-8375-EBD66AC830CF}" dt="2021-01-29T14:31:18.745" v="636"/>
          <ac:inkMkLst>
            <pc:docMk/>
            <pc:sldMk cId="3785382878" sldId="312"/>
            <ac:inkMk id="124" creationId="{909D8687-4530-3241-95EA-588C766391EF}"/>
          </ac:inkMkLst>
        </pc:inkChg>
        <pc:inkChg chg="add">
          <ac:chgData name="Aggie Menezes" userId="74619c95fa3483c9" providerId="LiveId" clId="{81CF669C-6996-674A-8375-EBD66AC830CF}" dt="2021-01-29T14:31:20.552" v="638"/>
          <ac:inkMkLst>
            <pc:docMk/>
            <pc:sldMk cId="3785382878" sldId="312"/>
            <ac:inkMk id="127" creationId="{7B8BB33D-E5EB-C540-83D5-420940A97BA1}"/>
          </ac:inkMkLst>
        </pc:inkChg>
        <pc:inkChg chg="add">
          <ac:chgData name="Aggie Menezes" userId="74619c95fa3483c9" providerId="LiveId" clId="{81CF669C-6996-674A-8375-EBD66AC830CF}" dt="2021-01-29T14:31:22.042" v="639"/>
          <ac:inkMkLst>
            <pc:docMk/>
            <pc:sldMk cId="3785382878" sldId="312"/>
            <ac:inkMk id="128" creationId="{7F0CA596-72FB-774C-AA8F-C0FA2FCA203D}"/>
          </ac:inkMkLst>
        </pc:inkChg>
        <pc:inkChg chg="add">
          <ac:chgData name="Aggie Menezes" userId="74619c95fa3483c9" providerId="LiveId" clId="{81CF669C-6996-674A-8375-EBD66AC830CF}" dt="2021-01-29T14:31:22.350" v="640"/>
          <ac:inkMkLst>
            <pc:docMk/>
            <pc:sldMk cId="3785382878" sldId="312"/>
            <ac:inkMk id="129" creationId="{0DCC0768-BC55-C247-9B17-DCE8890CEA8A}"/>
          </ac:inkMkLst>
        </pc:inkChg>
        <pc:inkChg chg="add">
          <ac:chgData name="Aggie Menezes" userId="74619c95fa3483c9" providerId="LiveId" clId="{81CF669C-6996-674A-8375-EBD66AC830CF}" dt="2021-01-29T14:31:22.914" v="641"/>
          <ac:inkMkLst>
            <pc:docMk/>
            <pc:sldMk cId="3785382878" sldId="312"/>
            <ac:inkMk id="130" creationId="{F5C4EB07-1418-8E45-AE10-B457BD97F4F4}"/>
          </ac:inkMkLst>
        </pc:inkChg>
        <pc:inkChg chg="add">
          <ac:chgData name="Aggie Menezes" userId="74619c95fa3483c9" providerId="LiveId" clId="{81CF669C-6996-674A-8375-EBD66AC830CF}" dt="2021-01-29T14:31:23.089" v="642"/>
          <ac:inkMkLst>
            <pc:docMk/>
            <pc:sldMk cId="3785382878" sldId="312"/>
            <ac:inkMk id="131" creationId="{C0DD4C8E-DE8F-514C-8A48-74508A61D742}"/>
          </ac:inkMkLst>
        </pc:inkChg>
        <pc:inkChg chg="add">
          <ac:chgData name="Aggie Menezes" userId="74619c95fa3483c9" providerId="LiveId" clId="{81CF669C-6996-674A-8375-EBD66AC830CF}" dt="2021-01-29T14:31:24.731" v="644"/>
          <ac:inkMkLst>
            <pc:docMk/>
            <pc:sldMk cId="3785382878" sldId="312"/>
            <ac:inkMk id="133" creationId="{D3BF107E-B694-FA41-94DD-56CFF371E140}"/>
          </ac:inkMkLst>
        </pc:inkChg>
        <pc:inkChg chg="add">
          <ac:chgData name="Aggie Menezes" userId="74619c95fa3483c9" providerId="LiveId" clId="{81CF669C-6996-674A-8375-EBD66AC830CF}" dt="2021-01-29T14:31:24.912" v="645"/>
          <ac:inkMkLst>
            <pc:docMk/>
            <pc:sldMk cId="3785382878" sldId="312"/>
            <ac:inkMk id="134" creationId="{B069E492-72DB-9040-9C48-8F36116883B4}"/>
          </ac:inkMkLst>
        </pc:inkChg>
        <pc:inkChg chg="add">
          <ac:chgData name="Aggie Menezes" userId="74619c95fa3483c9" providerId="LiveId" clId="{81CF669C-6996-674A-8375-EBD66AC830CF}" dt="2021-01-29T14:31:25.359" v="646"/>
          <ac:inkMkLst>
            <pc:docMk/>
            <pc:sldMk cId="3785382878" sldId="312"/>
            <ac:inkMk id="135" creationId="{DE680E27-2BC7-7B43-95CD-F59FF7CEDE28}"/>
          </ac:inkMkLst>
        </pc:inkChg>
        <pc:inkChg chg="add">
          <ac:chgData name="Aggie Menezes" userId="74619c95fa3483c9" providerId="LiveId" clId="{81CF669C-6996-674A-8375-EBD66AC830CF}" dt="2021-01-29T14:31:25.727" v="647"/>
          <ac:inkMkLst>
            <pc:docMk/>
            <pc:sldMk cId="3785382878" sldId="312"/>
            <ac:inkMk id="136" creationId="{CCDC3D03-225D-7545-AD2C-6A22D8BF91BC}"/>
          </ac:inkMkLst>
        </pc:inkChg>
        <pc:inkChg chg="add">
          <ac:chgData name="Aggie Menezes" userId="74619c95fa3483c9" providerId="LiveId" clId="{81CF669C-6996-674A-8375-EBD66AC830CF}" dt="2021-01-29T14:31:29.604" v="649"/>
          <ac:inkMkLst>
            <pc:docMk/>
            <pc:sldMk cId="3785382878" sldId="312"/>
            <ac:inkMk id="138" creationId="{4879201B-4946-614D-9032-BD64C64F23DD}"/>
          </ac:inkMkLst>
        </pc:inkChg>
        <pc:inkChg chg="add">
          <ac:chgData name="Aggie Menezes" userId="74619c95fa3483c9" providerId="LiveId" clId="{81CF669C-6996-674A-8375-EBD66AC830CF}" dt="2021-01-29T14:31:30.134" v="650"/>
          <ac:inkMkLst>
            <pc:docMk/>
            <pc:sldMk cId="3785382878" sldId="312"/>
            <ac:inkMk id="139" creationId="{8FD78C0E-5B90-FD4C-A182-40550419FA91}"/>
          </ac:inkMkLst>
        </pc:inkChg>
        <pc:inkChg chg="add">
          <ac:chgData name="Aggie Menezes" userId="74619c95fa3483c9" providerId="LiveId" clId="{81CF669C-6996-674A-8375-EBD66AC830CF}" dt="2021-01-29T14:31:30.292" v="651"/>
          <ac:inkMkLst>
            <pc:docMk/>
            <pc:sldMk cId="3785382878" sldId="312"/>
            <ac:inkMk id="140" creationId="{C11B25C3-E7EC-4548-8278-76A97F1484E9}"/>
          </ac:inkMkLst>
        </pc:inkChg>
        <pc:inkChg chg="add">
          <ac:chgData name="Aggie Menezes" userId="74619c95fa3483c9" providerId="LiveId" clId="{81CF669C-6996-674A-8375-EBD66AC830CF}" dt="2021-01-29T14:31:30.731" v="652"/>
          <ac:inkMkLst>
            <pc:docMk/>
            <pc:sldMk cId="3785382878" sldId="312"/>
            <ac:inkMk id="141" creationId="{95DA2A90-F03A-F84F-9F48-4720A9BFBEE7}"/>
          </ac:inkMkLst>
        </pc:inkChg>
        <pc:inkChg chg="add">
          <ac:chgData name="Aggie Menezes" userId="74619c95fa3483c9" providerId="LiveId" clId="{81CF669C-6996-674A-8375-EBD66AC830CF}" dt="2021-01-29T14:31:30.917" v="653"/>
          <ac:inkMkLst>
            <pc:docMk/>
            <pc:sldMk cId="3785382878" sldId="312"/>
            <ac:inkMk id="142" creationId="{849E025D-B8E0-B648-AF22-8CCFB8F97B9F}"/>
          </ac:inkMkLst>
        </pc:inkChg>
        <pc:inkChg chg="add">
          <ac:chgData name="Aggie Menezes" userId="74619c95fa3483c9" providerId="LiveId" clId="{81CF669C-6996-674A-8375-EBD66AC830CF}" dt="2021-01-29T14:31:34.509" v="655"/>
          <ac:inkMkLst>
            <pc:docMk/>
            <pc:sldMk cId="3785382878" sldId="312"/>
            <ac:inkMk id="144" creationId="{988CFB5F-412F-EE46-84D5-E3EC2734BCE3}"/>
          </ac:inkMkLst>
        </pc:inkChg>
        <pc:inkChg chg="add">
          <ac:chgData name="Aggie Menezes" userId="74619c95fa3483c9" providerId="LiveId" clId="{81CF669C-6996-674A-8375-EBD66AC830CF}" dt="2021-01-29T14:31:34.955" v="656"/>
          <ac:inkMkLst>
            <pc:docMk/>
            <pc:sldMk cId="3785382878" sldId="312"/>
            <ac:inkMk id="145" creationId="{C5778300-9454-894A-B77A-B2D0D9E8BDCF}"/>
          </ac:inkMkLst>
        </pc:inkChg>
        <pc:inkChg chg="add">
          <ac:chgData name="Aggie Menezes" userId="74619c95fa3483c9" providerId="LiveId" clId="{81CF669C-6996-674A-8375-EBD66AC830CF}" dt="2021-01-29T14:31:35.481" v="657"/>
          <ac:inkMkLst>
            <pc:docMk/>
            <pc:sldMk cId="3785382878" sldId="312"/>
            <ac:inkMk id="146" creationId="{47CDC2FD-DAAC-CD45-BC81-30F1B1504742}"/>
          </ac:inkMkLst>
        </pc:inkChg>
        <pc:inkChg chg="add">
          <ac:chgData name="Aggie Menezes" userId="74619c95fa3483c9" providerId="LiveId" clId="{81CF669C-6996-674A-8375-EBD66AC830CF}" dt="2021-01-29T14:31:37.105" v="659"/>
          <ac:inkMkLst>
            <pc:docMk/>
            <pc:sldMk cId="3785382878" sldId="312"/>
            <ac:inkMk id="148" creationId="{CEDCECA3-CD75-DC41-8DA6-B27F62171BA9}"/>
          </ac:inkMkLst>
        </pc:inkChg>
        <pc:inkChg chg="add topLvl">
          <ac:chgData name="Aggie Menezes" userId="74619c95fa3483c9" providerId="LiveId" clId="{81CF669C-6996-674A-8375-EBD66AC830CF}" dt="2021-01-29T14:31:49.464" v="678"/>
          <ac:inkMkLst>
            <pc:docMk/>
            <pc:sldMk cId="3785382878" sldId="312"/>
            <ac:inkMk id="149" creationId="{60856589-288A-8945-B203-41180F2DCB7D}"/>
          </ac:inkMkLst>
        </pc:inkChg>
        <pc:inkChg chg="add topLvl">
          <ac:chgData name="Aggie Menezes" userId="74619c95fa3483c9" providerId="LiveId" clId="{81CF669C-6996-674A-8375-EBD66AC830CF}" dt="2021-01-29T14:31:49.464" v="678"/>
          <ac:inkMkLst>
            <pc:docMk/>
            <pc:sldMk cId="3785382878" sldId="312"/>
            <ac:inkMk id="150" creationId="{7ECF60AD-2018-6943-9005-15CA776B4AF6}"/>
          </ac:inkMkLst>
        </pc:inkChg>
        <pc:inkChg chg="add topLvl">
          <ac:chgData name="Aggie Menezes" userId="74619c95fa3483c9" providerId="LiveId" clId="{81CF669C-6996-674A-8375-EBD66AC830CF}" dt="2021-01-29T14:31:49.464" v="678"/>
          <ac:inkMkLst>
            <pc:docMk/>
            <pc:sldMk cId="3785382878" sldId="312"/>
            <ac:inkMk id="151" creationId="{76483A20-D2D9-B643-935D-C4C6C0EB9D89}"/>
          </ac:inkMkLst>
        </pc:inkChg>
        <pc:inkChg chg="add topLvl">
          <ac:chgData name="Aggie Menezes" userId="74619c95fa3483c9" providerId="LiveId" clId="{81CF669C-6996-674A-8375-EBD66AC830CF}" dt="2021-01-29T14:31:49.464" v="678"/>
          <ac:inkMkLst>
            <pc:docMk/>
            <pc:sldMk cId="3785382878" sldId="312"/>
            <ac:inkMk id="152" creationId="{928CD8C4-408A-2946-9201-AB4659506C06}"/>
          </ac:inkMkLst>
        </pc:inkChg>
        <pc:inkChg chg="add topLvl">
          <ac:chgData name="Aggie Menezes" userId="74619c95fa3483c9" providerId="LiveId" clId="{81CF669C-6996-674A-8375-EBD66AC830CF}" dt="2021-01-29T14:31:49.464" v="678"/>
          <ac:inkMkLst>
            <pc:docMk/>
            <pc:sldMk cId="3785382878" sldId="312"/>
            <ac:inkMk id="153" creationId="{15CC84D4-98C0-CC43-870B-27595B22FA2B}"/>
          </ac:inkMkLst>
        </pc:inkChg>
        <pc:inkChg chg="add topLvl">
          <ac:chgData name="Aggie Menezes" userId="74619c95fa3483c9" providerId="LiveId" clId="{81CF669C-6996-674A-8375-EBD66AC830CF}" dt="2021-01-29T14:31:49.464" v="678"/>
          <ac:inkMkLst>
            <pc:docMk/>
            <pc:sldMk cId="3785382878" sldId="312"/>
            <ac:inkMk id="154" creationId="{C6C09C8D-8BFF-F247-9516-23EE37EAE42C}"/>
          </ac:inkMkLst>
        </pc:inkChg>
        <pc:inkChg chg="add topLvl">
          <ac:chgData name="Aggie Menezes" userId="74619c95fa3483c9" providerId="LiveId" clId="{81CF669C-6996-674A-8375-EBD66AC830CF}" dt="2021-01-29T14:31:49.464" v="678"/>
          <ac:inkMkLst>
            <pc:docMk/>
            <pc:sldMk cId="3785382878" sldId="312"/>
            <ac:inkMk id="156" creationId="{1CF496BE-D345-D44D-9A62-16596C42413E}"/>
          </ac:inkMkLst>
        </pc:inkChg>
        <pc:inkChg chg="add">
          <ac:chgData name="Aggie Menezes" userId="74619c95fa3483c9" providerId="LiveId" clId="{81CF669C-6996-674A-8375-EBD66AC830CF}" dt="2021-01-29T14:31:45.109" v="669"/>
          <ac:inkMkLst>
            <pc:docMk/>
            <pc:sldMk cId="3785382878" sldId="312"/>
            <ac:inkMk id="158" creationId="{13E5B067-09E7-C245-9329-FA3E0B8B5716}"/>
          </ac:inkMkLst>
        </pc:inkChg>
        <pc:inkChg chg="add">
          <ac:chgData name="Aggie Menezes" userId="74619c95fa3483c9" providerId="LiveId" clId="{81CF669C-6996-674A-8375-EBD66AC830CF}" dt="2021-01-29T14:31:45.479" v="670"/>
          <ac:inkMkLst>
            <pc:docMk/>
            <pc:sldMk cId="3785382878" sldId="312"/>
            <ac:inkMk id="159" creationId="{CB0CD4D2-CA02-D340-ACA2-3A555B8441F9}"/>
          </ac:inkMkLst>
        </pc:inkChg>
        <pc:inkChg chg="add">
          <ac:chgData name="Aggie Menezes" userId="74619c95fa3483c9" providerId="LiveId" clId="{81CF669C-6996-674A-8375-EBD66AC830CF}" dt="2021-01-29T14:31:45.950" v="671"/>
          <ac:inkMkLst>
            <pc:docMk/>
            <pc:sldMk cId="3785382878" sldId="312"/>
            <ac:inkMk id="160" creationId="{DFC1336B-9B17-7D4D-BF03-62CC92CFBCA9}"/>
          </ac:inkMkLst>
        </pc:inkChg>
        <pc:inkChg chg="add">
          <ac:chgData name="Aggie Menezes" userId="74619c95fa3483c9" providerId="LiveId" clId="{81CF669C-6996-674A-8375-EBD66AC830CF}" dt="2021-01-29T14:31:46.476" v="672"/>
          <ac:inkMkLst>
            <pc:docMk/>
            <pc:sldMk cId="3785382878" sldId="312"/>
            <ac:inkMk id="161" creationId="{C9ED4251-3B87-014F-B731-3E8E19744028}"/>
          </ac:inkMkLst>
        </pc:inkChg>
        <pc:inkChg chg="add">
          <ac:chgData name="Aggie Menezes" userId="74619c95fa3483c9" providerId="LiveId" clId="{81CF669C-6996-674A-8375-EBD66AC830CF}" dt="2021-01-29T14:31:46.608" v="673"/>
          <ac:inkMkLst>
            <pc:docMk/>
            <pc:sldMk cId="3785382878" sldId="312"/>
            <ac:inkMk id="162" creationId="{2390A889-5770-7543-8EB6-8A28CAF408B2}"/>
          </ac:inkMkLst>
        </pc:inkChg>
        <pc:inkChg chg="add">
          <ac:chgData name="Aggie Menezes" userId="74619c95fa3483c9" providerId="LiveId" clId="{81CF669C-6996-674A-8375-EBD66AC830CF}" dt="2021-01-29T14:31:46.760" v="674"/>
          <ac:inkMkLst>
            <pc:docMk/>
            <pc:sldMk cId="3785382878" sldId="312"/>
            <ac:inkMk id="163" creationId="{6AA2AAA4-184A-8D44-859A-17CB5E7086BB}"/>
          </ac:inkMkLst>
        </pc:inkChg>
        <pc:inkChg chg="add">
          <ac:chgData name="Aggie Menezes" userId="74619c95fa3483c9" providerId="LiveId" clId="{81CF669C-6996-674A-8375-EBD66AC830CF}" dt="2021-01-29T14:31:47.320" v="675"/>
          <ac:inkMkLst>
            <pc:docMk/>
            <pc:sldMk cId="3785382878" sldId="312"/>
            <ac:inkMk id="164" creationId="{3470CBBB-DA2B-454E-ABDB-0FDD1A7D269A}"/>
          </ac:inkMkLst>
        </pc:inkChg>
        <pc:inkChg chg="add">
          <ac:chgData name="Aggie Menezes" userId="74619c95fa3483c9" providerId="LiveId" clId="{81CF669C-6996-674A-8375-EBD66AC830CF}" dt="2021-01-29T14:31:48.055" v="676"/>
          <ac:inkMkLst>
            <pc:docMk/>
            <pc:sldMk cId="3785382878" sldId="312"/>
            <ac:inkMk id="165" creationId="{7F3EDD5D-0EE8-0146-947F-55CA40B4432A}"/>
          </ac:inkMkLst>
        </pc:inkChg>
        <pc:inkChg chg="add">
          <ac:chgData name="Aggie Menezes" userId="74619c95fa3483c9" providerId="LiveId" clId="{81CF669C-6996-674A-8375-EBD66AC830CF}" dt="2021-01-29T14:31:48.789" v="677"/>
          <ac:inkMkLst>
            <pc:docMk/>
            <pc:sldMk cId="3785382878" sldId="312"/>
            <ac:inkMk id="166" creationId="{8BD0837B-9B45-CC48-8EE3-9E85B3215BB5}"/>
          </ac:inkMkLst>
        </pc:inkChg>
        <pc:inkChg chg="add">
          <ac:chgData name="Aggie Menezes" userId="74619c95fa3483c9" providerId="LiveId" clId="{81CF669C-6996-674A-8375-EBD66AC830CF}" dt="2021-01-29T14:31:52.765" v="679"/>
          <ac:inkMkLst>
            <pc:docMk/>
            <pc:sldMk cId="3785382878" sldId="312"/>
            <ac:inkMk id="168" creationId="{9A75818F-38DD-CA41-BEF7-30DFEE5BE944}"/>
          </ac:inkMkLst>
        </pc:inkChg>
        <pc:inkChg chg="add">
          <ac:chgData name="Aggie Menezes" userId="74619c95fa3483c9" providerId="LiveId" clId="{81CF669C-6996-674A-8375-EBD66AC830CF}" dt="2021-01-29T14:31:52.912" v="680"/>
          <ac:inkMkLst>
            <pc:docMk/>
            <pc:sldMk cId="3785382878" sldId="312"/>
            <ac:inkMk id="169" creationId="{A08C2BC3-BF20-C04B-AF42-6E097F7DE300}"/>
          </ac:inkMkLst>
        </pc:inkChg>
      </pc:sldChg>
      <pc:sldChg chg="addSp delSp new">
        <pc:chgData name="Aggie Menezes" userId="74619c95fa3483c9" providerId="LiveId" clId="{81CF669C-6996-674A-8375-EBD66AC830CF}" dt="2021-01-29T14:35:32.370" v="899"/>
        <pc:sldMkLst>
          <pc:docMk/>
          <pc:sldMk cId="4142342927" sldId="313"/>
        </pc:sldMkLst>
        <pc:grpChg chg="add">
          <ac:chgData name="Aggie Menezes" userId="74619c95fa3483c9" providerId="LiveId" clId="{81CF669C-6996-674A-8375-EBD66AC830CF}" dt="2021-01-29T14:32:10.113" v="686"/>
          <ac:grpSpMkLst>
            <pc:docMk/>
            <pc:sldMk cId="4142342927" sldId="313"/>
            <ac:grpSpMk id="6" creationId="{8B2396A7-C2B9-B74E-8B60-8D593EA82EBB}"/>
          </ac:grpSpMkLst>
        </pc:grpChg>
        <pc:grpChg chg="add">
          <ac:chgData name="Aggie Menezes" userId="74619c95fa3483c9" providerId="LiveId" clId="{81CF669C-6996-674A-8375-EBD66AC830CF}" dt="2021-01-29T14:32:13.357" v="691"/>
          <ac:grpSpMkLst>
            <pc:docMk/>
            <pc:sldMk cId="4142342927" sldId="313"/>
            <ac:grpSpMk id="11" creationId="{B4AEFE39-B442-4B43-900C-045DD0701A3F}"/>
          </ac:grpSpMkLst>
        </pc:grpChg>
        <pc:grpChg chg="add del">
          <ac:chgData name="Aggie Menezes" userId="74619c95fa3483c9" providerId="LiveId" clId="{81CF669C-6996-674A-8375-EBD66AC830CF}" dt="2021-01-29T14:32:55.190" v="754"/>
          <ac:grpSpMkLst>
            <pc:docMk/>
            <pc:sldMk cId="4142342927" sldId="313"/>
            <ac:grpSpMk id="21" creationId="{FF9D5B56-A557-6A46-B67D-5F21028AA9F8}"/>
          </ac:grpSpMkLst>
        </pc:grpChg>
        <pc:grpChg chg="add del">
          <ac:chgData name="Aggie Menezes" userId="74619c95fa3483c9" providerId="LiveId" clId="{81CF669C-6996-674A-8375-EBD66AC830CF}" dt="2021-01-29T14:32:55.190" v="754"/>
          <ac:grpSpMkLst>
            <pc:docMk/>
            <pc:sldMk cId="4142342927" sldId="313"/>
            <ac:grpSpMk id="22" creationId="{C78701B7-D17D-5641-B8E4-4E76CFAB4A09}"/>
          </ac:grpSpMkLst>
        </pc:grpChg>
        <pc:grpChg chg="add del">
          <ac:chgData name="Aggie Menezes" userId="74619c95fa3483c9" providerId="LiveId" clId="{81CF669C-6996-674A-8375-EBD66AC830CF}" dt="2021-01-29T14:32:30.816" v="716"/>
          <ac:grpSpMkLst>
            <pc:docMk/>
            <pc:sldMk cId="4142342927" sldId="313"/>
            <ac:grpSpMk id="26" creationId="{12076F2C-E45D-3F45-9999-44B38BFD7A43}"/>
          </ac:grpSpMkLst>
        </pc:grpChg>
        <pc:grpChg chg="add">
          <ac:chgData name="Aggie Menezes" userId="74619c95fa3483c9" providerId="LiveId" clId="{81CF669C-6996-674A-8375-EBD66AC830CF}" dt="2021-01-29T14:32:30.816" v="716"/>
          <ac:grpSpMkLst>
            <pc:docMk/>
            <pc:sldMk cId="4142342927" sldId="313"/>
            <ac:grpSpMk id="37" creationId="{303A44E8-ACB6-0745-B735-1CE619682F40}"/>
          </ac:grpSpMkLst>
        </pc:grpChg>
        <pc:grpChg chg="add">
          <ac:chgData name="Aggie Menezes" userId="74619c95fa3483c9" providerId="LiveId" clId="{81CF669C-6996-674A-8375-EBD66AC830CF}" dt="2021-01-29T14:32:34.584" v="722"/>
          <ac:grpSpMkLst>
            <pc:docMk/>
            <pc:sldMk cId="4142342927" sldId="313"/>
            <ac:grpSpMk id="43" creationId="{205272C6-D9B0-7040-BD6B-D4DC59A25081}"/>
          </ac:grpSpMkLst>
        </pc:grpChg>
        <pc:grpChg chg="add del">
          <ac:chgData name="Aggie Menezes" userId="74619c95fa3483c9" providerId="LiveId" clId="{81CF669C-6996-674A-8375-EBD66AC830CF}" dt="2021-01-29T14:32:55.190" v="754"/>
          <ac:grpSpMkLst>
            <pc:docMk/>
            <pc:sldMk cId="4142342927" sldId="313"/>
            <ac:grpSpMk id="48" creationId="{D30F459A-D596-8F4F-BC86-DFE851D5AEC9}"/>
          </ac:grpSpMkLst>
        </pc:grpChg>
        <pc:grpChg chg="add del">
          <ac:chgData name="Aggie Menezes" userId="74619c95fa3483c9" providerId="LiveId" clId="{81CF669C-6996-674A-8375-EBD66AC830CF}" dt="2021-01-29T14:32:43.873" v="737"/>
          <ac:grpSpMkLst>
            <pc:docMk/>
            <pc:sldMk cId="4142342927" sldId="313"/>
            <ac:grpSpMk id="53" creationId="{130E2685-7B50-E54B-B546-4B90635E96DE}"/>
          </ac:grpSpMkLst>
        </pc:grpChg>
        <pc:grpChg chg="add del">
          <ac:chgData name="Aggie Menezes" userId="74619c95fa3483c9" providerId="LiveId" clId="{81CF669C-6996-674A-8375-EBD66AC830CF}" dt="2021-01-29T14:32:43.873" v="737"/>
          <ac:grpSpMkLst>
            <pc:docMk/>
            <pc:sldMk cId="4142342927" sldId="313"/>
            <ac:grpSpMk id="54" creationId="{2CD209B2-B793-604A-9668-CE7B314E0171}"/>
          </ac:grpSpMkLst>
        </pc:grpChg>
        <pc:grpChg chg="add del">
          <ac:chgData name="Aggie Menezes" userId="74619c95fa3483c9" providerId="LiveId" clId="{81CF669C-6996-674A-8375-EBD66AC830CF}" dt="2021-01-29T14:32:46.171" v="742"/>
          <ac:grpSpMkLst>
            <pc:docMk/>
            <pc:sldMk cId="4142342927" sldId="313"/>
            <ac:grpSpMk id="59" creationId="{AF481398-5AAD-DA42-90E3-84578C3B7E08}"/>
          </ac:grpSpMkLst>
        </pc:grpChg>
        <pc:grpChg chg="add del">
          <ac:chgData name="Aggie Menezes" userId="74619c95fa3483c9" providerId="LiveId" clId="{81CF669C-6996-674A-8375-EBD66AC830CF}" dt="2021-01-29T14:32:47.423" v="745"/>
          <ac:grpSpMkLst>
            <pc:docMk/>
            <pc:sldMk cId="4142342927" sldId="313"/>
            <ac:grpSpMk id="64" creationId="{2C7F91C8-F7E2-134C-90FF-A5200B6C5885}"/>
          </ac:grpSpMkLst>
        </pc:grpChg>
        <pc:grpChg chg="add del">
          <ac:chgData name="Aggie Menezes" userId="74619c95fa3483c9" providerId="LiveId" clId="{81CF669C-6996-674A-8375-EBD66AC830CF}" dt="2021-01-29T14:32:49.586" v="747"/>
          <ac:grpSpMkLst>
            <pc:docMk/>
            <pc:sldMk cId="4142342927" sldId="313"/>
            <ac:grpSpMk id="67" creationId="{B50A8E44-789E-1149-B176-2A5B5CC6413F}"/>
          </ac:grpSpMkLst>
        </pc:grpChg>
        <pc:grpChg chg="add del">
          <ac:chgData name="Aggie Menezes" userId="74619c95fa3483c9" providerId="LiveId" clId="{81CF669C-6996-674A-8375-EBD66AC830CF}" dt="2021-01-29T14:32:50.964" v="750"/>
          <ac:grpSpMkLst>
            <pc:docMk/>
            <pc:sldMk cId="4142342927" sldId="313"/>
            <ac:grpSpMk id="69" creationId="{BFB03D61-3BBC-1842-92DD-C0420E086FF1}"/>
          </ac:grpSpMkLst>
        </pc:grpChg>
        <pc:grpChg chg="add del">
          <ac:chgData name="Aggie Menezes" userId="74619c95fa3483c9" providerId="LiveId" clId="{81CF669C-6996-674A-8375-EBD66AC830CF}" dt="2021-01-29T14:32:53.842" v="752"/>
          <ac:grpSpMkLst>
            <pc:docMk/>
            <pc:sldMk cId="4142342927" sldId="313"/>
            <ac:grpSpMk id="72" creationId="{35EBCC17-F7DA-6B42-A49B-0E7C614DF04F}"/>
          </ac:grpSpMkLst>
        </pc:grpChg>
        <pc:grpChg chg="add del">
          <ac:chgData name="Aggie Menezes" userId="74619c95fa3483c9" providerId="LiveId" clId="{81CF669C-6996-674A-8375-EBD66AC830CF}" dt="2021-01-29T14:32:55.190" v="754"/>
          <ac:grpSpMkLst>
            <pc:docMk/>
            <pc:sldMk cId="4142342927" sldId="313"/>
            <ac:grpSpMk id="74" creationId="{D732A5AD-5366-7F40-94D6-58773C05B84E}"/>
          </ac:grpSpMkLst>
        </pc:grpChg>
        <pc:grpChg chg="add del">
          <ac:chgData name="Aggie Menezes" userId="74619c95fa3483c9" providerId="LiveId" clId="{81CF669C-6996-674A-8375-EBD66AC830CF}" dt="2021-01-29T14:33:00.832" v="757"/>
          <ac:grpSpMkLst>
            <pc:docMk/>
            <pc:sldMk cId="4142342927" sldId="313"/>
            <ac:grpSpMk id="76" creationId="{E674A43A-7392-5B40-9369-77D9C16C0B94}"/>
          </ac:grpSpMkLst>
        </pc:grpChg>
        <pc:grpChg chg="add del">
          <ac:chgData name="Aggie Menezes" userId="74619c95fa3483c9" providerId="LiveId" clId="{81CF669C-6996-674A-8375-EBD66AC830CF}" dt="2021-01-29T14:33:04.175" v="759"/>
          <ac:grpSpMkLst>
            <pc:docMk/>
            <pc:sldMk cId="4142342927" sldId="313"/>
            <ac:grpSpMk id="79" creationId="{1372A569-BA08-6945-98F2-9E51837F9B8E}"/>
          </ac:grpSpMkLst>
        </pc:grpChg>
        <pc:grpChg chg="add del">
          <ac:chgData name="Aggie Menezes" userId="74619c95fa3483c9" providerId="LiveId" clId="{81CF669C-6996-674A-8375-EBD66AC830CF}" dt="2021-01-29T14:33:05.706" v="762"/>
          <ac:grpSpMkLst>
            <pc:docMk/>
            <pc:sldMk cId="4142342927" sldId="313"/>
            <ac:grpSpMk id="81" creationId="{5A69D012-F8B3-A049-A752-73BF9F96838E}"/>
          </ac:grpSpMkLst>
        </pc:grpChg>
        <pc:grpChg chg="add del">
          <ac:chgData name="Aggie Menezes" userId="74619c95fa3483c9" providerId="LiveId" clId="{81CF669C-6996-674A-8375-EBD66AC830CF}" dt="2021-01-29T14:33:31.058" v="773"/>
          <ac:grpSpMkLst>
            <pc:docMk/>
            <pc:sldMk cId="4142342927" sldId="313"/>
            <ac:grpSpMk id="84" creationId="{EE76C9CE-A160-9743-B571-34C59054DBBD}"/>
          </ac:grpSpMkLst>
        </pc:grpChg>
        <pc:grpChg chg="add">
          <ac:chgData name="Aggie Menezes" userId="74619c95fa3483c9" providerId="LiveId" clId="{81CF669C-6996-674A-8375-EBD66AC830CF}" dt="2021-01-29T14:33:10.031" v="768"/>
          <ac:grpSpMkLst>
            <pc:docMk/>
            <pc:sldMk cId="4142342927" sldId="313"/>
            <ac:grpSpMk id="90" creationId="{68AF0191-E780-6B44-A71B-35316413BA56}"/>
          </ac:grpSpMkLst>
        </pc:grpChg>
        <pc:grpChg chg="add">
          <ac:chgData name="Aggie Menezes" userId="74619c95fa3483c9" providerId="LiveId" clId="{81CF669C-6996-674A-8375-EBD66AC830CF}" dt="2021-01-29T14:33:10.031" v="768"/>
          <ac:grpSpMkLst>
            <pc:docMk/>
            <pc:sldMk cId="4142342927" sldId="313"/>
            <ac:grpSpMk id="91" creationId="{84878E81-8B26-154A-B99C-8058C996A8A7}"/>
          </ac:grpSpMkLst>
        </pc:grpChg>
        <pc:grpChg chg="add del">
          <ac:chgData name="Aggie Menezes" userId="74619c95fa3483c9" providerId="LiveId" clId="{81CF669C-6996-674A-8375-EBD66AC830CF}" dt="2021-01-29T14:33:45.679" v="803"/>
          <ac:grpSpMkLst>
            <pc:docMk/>
            <pc:sldMk cId="4142342927" sldId="313"/>
            <ac:grpSpMk id="96" creationId="{8F6D6568-4CAE-2D46-84C8-A117B0580B64}"/>
          </ac:grpSpMkLst>
        </pc:grpChg>
        <pc:grpChg chg="add del">
          <ac:chgData name="Aggie Menezes" userId="74619c95fa3483c9" providerId="LiveId" clId="{81CF669C-6996-674A-8375-EBD66AC830CF}" dt="2021-01-29T14:33:36.772" v="783"/>
          <ac:grpSpMkLst>
            <pc:docMk/>
            <pc:sldMk cId="4142342927" sldId="313"/>
            <ac:grpSpMk id="101" creationId="{60890AD6-B36E-164C-9B0B-AD9B0156DED4}"/>
          </ac:grpSpMkLst>
        </pc:grpChg>
        <pc:grpChg chg="add del">
          <ac:chgData name="Aggie Menezes" userId="74619c95fa3483c9" providerId="LiveId" clId="{81CF669C-6996-674A-8375-EBD66AC830CF}" dt="2021-01-29T14:33:39.676" v="789"/>
          <ac:grpSpMkLst>
            <pc:docMk/>
            <pc:sldMk cId="4142342927" sldId="313"/>
            <ac:grpSpMk id="106" creationId="{6ACF537D-4DCB-E24B-BDEA-EFAFF2BDD252}"/>
          </ac:grpSpMkLst>
        </pc:grpChg>
        <pc:grpChg chg="add del">
          <ac:chgData name="Aggie Menezes" userId="74619c95fa3483c9" providerId="LiveId" clId="{81CF669C-6996-674A-8375-EBD66AC830CF}" dt="2021-01-29T14:33:45.679" v="803"/>
          <ac:grpSpMkLst>
            <pc:docMk/>
            <pc:sldMk cId="4142342927" sldId="313"/>
            <ac:grpSpMk id="112" creationId="{E8C5454D-5289-8C4F-97BF-D258A26B8583}"/>
          </ac:grpSpMkLst>
        </pc:grpChg>
        <pc:grpChg chg="add del">
          <ac:chgData name="Aggie Menezes" userId="74619c95fa3483c9" providerId="LiveId" clId="{81CF669C-6996-674A-8375-EBD66AC830CF}" dt="2021-01-29T14:33:51.088" v="814"/>
          <ac:grpSpMkLst>
            <pc:docMk/>
            <pc:sldMk cId="4142342927" sldId="313"/>
            <ac:grpSpMk id="126" creationId="{D086DA6A-CEE4-2F41-B954-D5F464D2415D}"/>
          </ac:grpSpMkLst>
        </pc:grpChg>
        <pc:grpChg chg="add del">
          <ac:chgData name="Aggie Menezes" userId="74619c95fa3483c9" providerId="LiveId" clId="{81CF669C-6996-674A-8375-EBD66AC830CF}" dt="2021-01-29T14:33:55.634" v="818"/>
          <ac:grpSpMkLst>
            <pc:docMk/>
            <pc:sldMk cId="4142342927" sldId="313"/>
            <ac:grpSpMk id="137" creationId="{1582F17E-9B11-504E-ABC2-E2C4B1E61F0D}"/>
          </ac:grpSpMkLst>
        </pc:grpChg>
        <pc:grpChg chg="add">
          <ac:chgData name="Aggie Menezes" userId="74619c95fa3483c9" providerId="LiveId" clId="{81CF669C-6996-674A-8375-EBD66AC830CF}" dt="2021-01-29T14:33:55.634" v="818"/>
          <ac:grpSpMkLst>
            <pc:docMk/>
            <pc:sldMk cId="4142342927" sldId="313"/>
            <ac:grpSpMk id="141" creationId="{B5F9C401-22B6-A940-8124-6A66CAA74661}"/>
          </ac:grpSpMkLst>
        </pc:grpChg>
        <pc:grpChg chg="add">
          <ac:chgData name="Aggie Menezes" userId="74619c95fa3483c9" providerId="LiveId" clId="{81CF669C-6996-674A-8375-EBD66AC830CF}" dt="2021-01-29T14:34:24.539" v="824"/>
          <ac:grpSpMkLst>
            <pc:docMk/>
            <pc:sldMk cId="4142342927" sldId="313"/>
            <ac:grpSpMk id="147" creationId="{E0562215-7514-FC4C-8DF2-BFD9C76510CB}"/>
          </ac:grpSpMkLst>
        </pc:grpChg>
        <pc:grpChg chg="add">
          <ac:chgData name="Aggie Menezes" userId="74619c95fa3483c9" providerId="LiveId" clId="{81CF669C-6996-674A-8375-EBD66AC830CF}" dt="2021-01-29T14:34:28.060" v="827"/>
          <ac:grpSpMkLst>
            <pc:docMk/>
            <pc:sldMk cId="4142342927" sldId="313"/>
            <ac:grpSpMk id="150" creationId="{02DF94FB-7FCF-5A49-AD8C-A1594C09EC1A}"/>
          </ac:grpSpMkLst>
        </pc:grpChg>
        <pc:grpChg chg="add">
          <ac:chgData name="Aggie Menezes" userId="74619c95fa3483c9" providerId="LiveId" clId="{81CF669C-6996-674A-8375-EBD66AC830CF}" dt="2021-01-29T14:34:32.395" v="831"/>
          <ac:grpSpMkLst>
            <pc:docMk/>
            <pc:sldMk cId="4142342927" sldId="313"/>
            <ac:grpSpMk id="154" creationId="{80F9E972-6870-C642-9BE2-0A7370215EAF}"/>
          </ac:grpSpMkLst>
        </pc:grpChg>
        <pc:grpChg chg="add del">
          <ac:chgData name="Aggie Menezes" userId="74619c95fa3483c9" providerId="LiveId" clId="{81CF669C-6996-674A-8375-EBD66AC830CF}" dt="2021-01-29T14:34:58.727" v="872"/>
          <ac:grpSpMkLst>
            <pc:docMk/>
            <pc:sldMk cId="4142342927" sldId="313"/>
            <ac:grpSpMk id="159" creationId="{8B3FC953-46F1-2547-BDE6-59A329248774}"/>
          </ac:grpSpMkLst>
        </pc:grpChg>
        <pc:grpChg chg="add del">
          <ac:chgData name="Aggie Menezes" userId="74619c95fa3483c9" providerId="LiveId" clId="{81CF669C-6996-674A-8375-EBD66AC830CF}" dt="2021-01-29T14:34:53.214" v="854"/>
          <ac:grpSpMkLst>
            <pc:docMk/>
            <pc:sldMk cId="4142342927" sldId="313"/>
            <ac:grpSpMk id="173" creationId="{1E06C3FF-6F79-234F-874C-6D197D2475DF}"/>
          </ac:grpSpMkLst>
        </pc:grpChg>
        <pc:grpChg chg="add del">
          <ac:chgData name="Aggie Menezes" userId="74619c95fa3483c9" providerId="LiveId" clId="{81CF669C-6996-674A-8375-EBD66AC830CF}" dt="2021-01-29T14:34:58.727" v="872"/>
          <ac:grpSpMkLst>
            <pc:docMk/>
            <pc:sldMk cId="4142342927" sldId="313"/>
            <ac:grpSpMk id="174" creationId="{A3E888C7-1F2D-F543-8E9D-785F04FA0ABE}"/>
          </ac:grpSpMkLst>
        </pc:grpChg>
        <pc:grpChg chg="add del">
          <ac:chgData name="Aggie Menezes" userId="74619c95fa3483c9" providerId="LiveId" clId="{81CF669C-6996-674A-8375-EBD66AC830CF}" dt="2021-01-29T14:34:58.727" v="872"/>
          <ac:grpSpMkLst>
            <pc:docMk/>
            <pc:sldMk cId="4142342927" sldId="313"/>
            <ac:grpSpMk id="178" creationId="{97838CD0-67A3-FC48-BFFF-D5B7DD9E9F53}"/>
          </ac:grpSpMkLst>
        </pc:grpChg>
        <pc:grpChg chg="add del">
          <ac:chgData name="Aggie Menezes" userId="74619c95fa3483c9" providerId="LiveId" clId="{81CF669C-6996-674A-8375-EBD66AC830CF}" dt="2021-01-29T14:34:58.727" v="872"/>
          <ac:grpSpMkLst>
            <pc:docMk/>
            <pc:sldMk cId="4142342927" sldId="313"/>
            <ac:grpSpMk id="181" creationId="{97CC907F-EE60-9945-9B48-9B46466B66FD}"/>
          </ac:grpSpMkLst>
        </pc:grpChg>
        <pc:grpChg chg="add">
          <ac:chgData name="Aggie Menezes" userId="74619c95fa3483c9" providerId="LiveId" clId="{81CF669C-6996-674A-8375-EBD66AC830CF}" dt="2021-01-29T14:34:58.727" v="872"/>
          <ac:grpSpMkLst>
            <pc:docMk/>
            <pc:sldMk cId="4142342927" sldId="313"/>
            <ac:grpSpMk id="196" creationId="{DB5F2357-4B20-5F49-BFB2-F3A7D78A6E2E}"/>
          </ac:grpSpMkLst>
        </pc:grpChg>
        <pc:grpChg chg="add">
          <ac:chgData name="Aggie Menezes" userId="74619c95fa3483c9" providerId="LiveId" clId="{81CF669C-6996-674A-8375-EBD66AC830CF}" dt="2021-01-29T14:35:13.486" v="879"/>
          <ac:grpSpMkLst>
            <pc:docMk/>
            <pc:sldMk cId="4142342927" sldId="313"/>
            <ac:grpSpMk id="203" creationId="{BCDB411F-94CB-C943-9CC4-C46CEC3E5382}"/>
          </ac:grpSpMkLst>
        </pc:grpChg>
        <pc:grpChg chg="add">
          <ac:chgData name="Aggie Menezes" userId="74619c95fa3483c9" providerId="LiveId" clId="{81CF669C-6996-674A-8375-EBD66AC830CF}" dt="2021-01-29T14:35:13.486" v="879"/>
          <ac:grpSpMkLst>
            <pc:docMk/>
            <pc:sldMk cId="4142342927" sldId="313"/>
            <ac:grpSpMk id="204" creationId="{3B392583-B0D8-784B-AED0-0A50A4A00300}"/>
          </ac:grpSpMkLst>
        </pc:grpChg>
        <pc:grpChg chg="add del">
          <ac:chgData name="Aggie Menezes" userId="74619c95fa3483c9" providerId="LiveId" clId="{81CF669C-6996-674A-8375-EBD66AC830CF}" dt="2021-01-29T14:35:18.796" v="886"/>
          <ac:grpSpMkLst>
            <pc:docMk/>
            <pc:sldMk cId="4142342927" sldId="313"/>
            <ac:grpSpMk id="209" creationId="{0AB93022-211C-0243-89F7-4A063E126E3C}"/>
          </ac:grpSpMkLst>
        </pc:grpChg>
        <pc:grpChg chg="add del">
          <ac:chgData name="Aggie Menezes" userId="74619c95fa3483c9" providerId="LiveId" clId="{81CF669C-6996-674A-8375-EBD66AC830CF}" dt="2021-01-29T14:35:20.281" v="889"/>
          <ac:grpSpMkLst>
            <pc:docMk/>
            <pc:sldMk cId="4142342927" sldId="313"/>
            <ac:grpSpMk id="211" creationId="{950BEFF2-81E9-8B45-A380-08804FD186B8}"/>
          </ac:grpSpMkLst>
        </pc:grpChg>
        <pc:grpChg chg="add">
          <ac:chgData name="Aggie Menezes" userId="74619c95fa3483c9" providerId="LiveId" clId="{81CF669C-6996-674A-8375-EBD66AC830CF}" dt="2021-01-29T14:35:20.281" v="889"/>
          <ac:grpSpMkLst>
            <pc:docMk/>
            <pc:sldMk cId="4142342927" sldId="313"/>
            <ac:grpSpMk id="214" creationId="{9245D710-2685-1547-801D-C9C6F3E4EC56}"/>
          </ac:grpSpMkLst>
        </pc:grpChg>
        <pc:grpChg chg="add del">
          <ac:chgData name="Aggie Menezes" userId="74619c95fa3483c9" providerId="LiveId" clId="{81CF669C-6996-674A-8375-EBD66AC830CF}" dt="2021-01-29T14:35:31.043" v="896"/>
          <ac:grpSpMkLst>
            <pc:docMk/>
            <pc:sldMk cId="4142342927" sldId="313"/>
            <ac:grpSpMk id="217" creationId="{54C3111B-EF65-A243-935A-44EB9B05986A}"/>
          </ac:grpSpMkLst>
        </pc:grpChg>
        <pc:grpChg chg="add">
          <ac:chgData name="Aggie Menezes" userId="74619c95fa3483c9" providerId="LiveId" clId="{81CF669C-6996-674A-8375-EBD66AC830CF}" dt="2021-01-29T14:35:31.043" v="896"/>
          <ac:grpSpMkLst>
            <pc:docMk/>
            <pc:sldMk cId="4142342927" sldId="313"/>
            <ac:grpSpMk id="221" creationId="{4A1D6D3D-DBB0-BC45-9CA2-389716B92AA3}"/>
          </ac:grpSpMkLst>
        </pc:grpChg>
        <pc:grpChg chg="add">
          <ac:chgData name="Aggie Menezes" userId="74619c95fa3483c9" providerId="LiveId" clId="{81CF669C-6996-674A-8375-EBD66AC830CF}" dt="2021-01-29T14:35:32.370" v="899"/>
          <ac:grpSpMkLst>
            <pc:docMk/>
            <pc:sldMk cId="4142342927" sldId="313"/>
            <ac:grpSpMk id="224" creationId="{F399D993-BB96-5D4A-81F3-CAFBCA365E9D}"/>
          </ac:grpSpMkLst>
        </pc:grpChg>
        <pc:inkChg chg="add">
          <ac:chgData name="Aggie Menezes" userId="74619c95fa3483c9" providerId="LiveId" clId="{81CF669C-6996-674A-8375-EBD66AC830CF}" dt="2021-01-29T14:32:08.518" v="683"/>
          <ac:inkMkLst>
            <pc:docMk/>
            <pc:sldMk cId="4142342927" sldId="313"/>
            <ac:inkMk id="3" creationId="{9EE20B82-728F-E34A-BCBF-C1019ADBD30C}"/>
          </ac:inkMkLst>
        </pc:inkChg>
        <pc:inkChg chg="add">
          <ac:chgData name="Aggie Menezes" userId="74619c95fa3483c9" providerId="LiveId" clId="{81CF669C-6996-674A-8375-EBD66AC830CF}" dt="2021-01-29T14:32:08.942" v="684"/>
          <ac:inkMkLst>
            <pc:docMk/>
            <pc:sldMk cId="4142342927" sldId="313"/>
            <ac:inkMk id="4" creationId="{EFA4AAC8-579B-B042-ACBA-66951FDEDD4B}"/>
          </ac:inkMkLst>
        </pc:inkChg>
        <pc:inkChg chg="add">
          <ac:chgData name="Aggie Menezes" userId="74619c95fa3483c9" providerId="LiveId" clId="{81CF669C-6996-674A-8375-EBD66AC830CF}" dt="2021-01-29T14:32:09.088" v="685"/>
          <ac:inkMkLst>
            <pc:docMk/>
            <pc:sldMk cId="4142342927" sldId="313"/>
            <ac:inkMk id="5" creationId="{4D064C4C-F2A7-C84F-A111-71AB015D49A2}"/>
          </ac:inkMkLst>
        </pc:inkChg>
        <pc:inkChg chg="add">
          <ac:chgData name="Aggie Menezes" userId="74619c95fa3483c9" providerId="LiveId" clId="{81CF669C-6996-674A-8375-EBD66AC830CF}" dt="2021-01-29T14:32:11.184" v="687"/>
          <ac:inkMkLst>
            <pc:docMk/>
            <pc:sldMk cId="4142342927" sldId="313"/>
            <ac:inkMk id="7" creationId="{EE37DCD5-2B3C-034E-9CEA-944732BBF652}"/>
          </ac:inkMkLst>
        </pc:inkChg>
        <pc:inkChg chg="add">
          <ac:chgData name="Aggie Menezes" userId="74619c95fa3483c9" providerId="LiveId" clId="{81CF669C-6996-674A-8375-EBD66AC830CF}" dt="2021-01-29T14:32:11.646" v="688"/>
          <ac:inkMkLst>
            <pc:docMk/>
            <pc:sldMk cId="4142342927" sldId="313"/>
            <ac:inkMk id="8" creationId="{3965B7A2-DB8B-844F-AEBB-51BF5D445F7F}"/>
          </ac:inkMkLst>
        </pc:inkChg>
        <pc:inkChg chg="add">
          <ac:chgData name="Aggie Menezes" userId="74619c95fa3483c9" providerId="LiveId" clId="{81CF669C-6996-674A-8375-EBD66AC830CF}" dt="2021-01-29T14:32:12.215" v="689"/>
          <ac:inkMkLst>
            <pc:docMk/>
            <pc:sldMk cId="4142342927" sldId="313"/>
            <ac:inkMk id="9" creationId="{0E75417F-0B05-024E-B380-1416FDED4567}"/>
          </ac:inkMkLst>
        </pc:inkChg>
        <pc:inkChg chg="add">
          <ac:chgData name="Aggie Menezes" userId="74619c95fa3483c9" providerId="LiveId" clId="{81CF669C-6996-674A-8375-EBD66AC830CF}" dt="2021-01-29T14:32:12.376" v="690"/>
          <ac:inkMkLst>
            <pc:docMk/>
            <pc:sldMk cId="4142342927" sldId="313"/>
            <ac:inkMk id="10" creationId="{0A6332F9-FE18-DE46-BE16-5E9682E0DBFD}"/>
          </ac:inkMkLst>
        </pc:inkChg>
        <pc:inkChg chg="add">
          <ac:chgData name="Aggie Menezes" userId="74619c95fa3483c9" providerId="LiveId" clId="{81CF669C-6996-674A-8375-EBD66AC830CF}" dt="2021-01-29T14:32:13.496" v="692"/>
          <ac:inkMkLst>
            <pc:docMk/>
            <pc:sldMk cId="4142342927" sldId="313"/>
            <ac:inkMk id="12" creationId="{A341FE24-26B8-7F4F-B26E-C235703E2098}"/>
          </ac:inkMkLst>
        </pc:inkChg>
        <pc:inkChg chg="add topLvl">
          <ac:chgData name="Aggie Menezes" userId="74619c95fa3483c9" providerId="LiveId" clId="{81CF669C-6996-674A-8375-EBD66AC830CF}" dt="2021-01-29T14:33:51.088" v="814"/>
          <ac:inkMkLst>
            <pc:docMk/>
            <pc:sldMk cId="4142342927" sldId="313"/>
            <ac:inkMk id="13" creationId="{EAD8C21D-958A-6544-8517-63276E278EC9}"/>
          </ac:inkMkLst>
        </pc:inkChg>
        <pc:inkChg chg="add topLvl">
          <ac:chgData name="Aggie Menezes" userId="74619c95fa3483c9" providerId="LiveId" clId="{81CF669C-6996-674A-8375-EBD66AC830CF}" dt="2021-01-29T14:33:51.088" v="814"/>
          <ac:inkMkLst>
            <pc:docMk/>
            <pc:sldMk cId="4142342927" sldId="313"/>
            <ac:inkMk id="14" creationId="{ACD027E2-794F-9146-9FBB-27FDAC921370}"/>
          </ac:inkMkLst>
        </pc:inkChg>
        <pc:inkChg chg="add topLvl">
          <ac:chgData name="Aggie Menezes" userId="74619c95fa3483c9" providerId="LiveId" clId="{81CF669C-6996-674A-8375-EBD66AC830CF}" dt="2021-01-29T14:33:51.088" v="814"/>
          <ac:inkMkLst>
            <pc:docMk/>
            <pc:sldMk cId="4142342927" sldId="313"/>
            <ac:inkMk id="15" creationId="{C08A523F-0070-DA48-A365-3B52156C637E}"/>
          </ac:inkMkLst>
        </pc:inkChg>
        <pc:inkChg chg="add topLvl">
          <ac:chgData name="Aggie Menezes" userId="74619c95fa3483c9" providerId="LiveId" clId="{81CF669C-6996-674A-8375-EBD66AC830CF}" dt="2021-01-29T14:33:51.088" v="814"/>
          <ac:inkMkLst>
            <pc:docMk/>
            <pc:sldMk cId="4142342927" sldId="313"/>
            <ac:inkMk id="16" creationId="{51F4FE85-A75E-A94B-A85F-A296B09644F7}"/>
          </ac:inkMkLst>
        </pc:inkChg>
        <pc:inkChg chg="add topLvl">
          <ac:chgData name="Aggie Menezes" userId="74619c95fa3483c9" providerId="LiveId" clId="{81CF669C-6996-674A-8375-EBD66AC830CF}" dt="2021-01-29T14:33:51.088" v="814"/>
          <ac:inkMkLst>
            <pc:docMk/>
            <pc:sldMk cId="4142342927" sldId="313"/>
            <ac:inkMk id="17" creationId="{3D007BF9-6051-C84B-AA02-707771233010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8" creationId="{0C95E509-80C8-F04E-AFDD-E46B0C706F48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9" creationId="{0E955585-78A3-1243-9DCB-7AE12298A277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20" creationId="{77ACE8CF-4A9C-6744-A3A5-3ED70B052F99}"/>
          </ac:inkMkLst>
        </pc:inkChg>
        <pc:inkChg chg="add topLvl">
          <ac:chgData name="Aggie Menezes" userId="74619c95fa3483c9" providerId="LiveId" clId="{81CF669C-6996-674A-8375-EBD66AC830CF}" dt="2021-01-29T14:32:30.816" v="716"/>
          <ac:inkMkLst>
            <pc:docMk/>
            <pc:sldMk cId="4142342927" sldId="313"/>
            <ac:inkMk id="23" creationId="{A86B1DA4-CB31-9844-8786-9E3BBD140E8A}"/>
          </ac:inkMkLst>
        </pc:inkChg>
        <pc:inkChg chg="add topLvl">
          <ac:chgData name="Aggie Menezes" userId="74619c95fa3483c9" providerId="LiveId" clId="{81CF669C-6996-674A-8375-EBD66AC830CF}" dt="2021-01-29T14:32:30.816" v="716"/>
          <ac:inkMkLst>
            <pc:docMk/>
            <pc:sldMk cId="4142342927" sldId="313"/>
            <ac:inkMk id="24" creationId="{D860084D-B6DA-CB48-B921-A397430CAF94}"/>
          </ac:inkMkLst>
        </pc:inkChg>
        <pc:inkChg chg="add topLvl">
          <ac:chgData name="Aggie Menezes" userId="74619c95fa3483c9" providerId="LiveId" clId="{81CF669C-6996-674A-8375-EBD66AC830CF}" dt="2021-01-29T14:32:30.816" v="716"/>
          <ac:inkMkLst>
            <pc:docMk/>
            <pc:sldMk cId="4142342927" sldId="313"/>
            <ac:inkMk id="25" creationId="{AECBC1ED-6660-DC4D-A76D-231E421D2C75}"/>
          </ac:inkMkLst>
        </pc:inkChg>
        <pc:inkChg chg="add">
          <ac:chgData name="Aggie Menezes" userId="74619c95fa3483c9" providerId="LiveId" clId="{81CF669C-6996-674A-8375-EBD66AC830CF}" dt="2021-01-29T14:32:27.092" v="706"/>
          <ac:inkMkLst>
            <pc:docMk/>
            <pc:sldMk cId="4142342927" sldId="313"/>
            <ac:inkMk id="27" creationId="{3AC2FDD2-C66A-AB4D-A2AF-5AA0FEF32678}"/>
          </ac:inkMkLst>
        </pc:inkChg>
        <pc:inkChg chg="add">
          <ac:chgData name="Aggie Menezes" userId="74619c95fa3483c9" providerId="LiveId" clId="{81CF669C-6996-674A-8375-EBD66AC830CF}" dt="2021-01-29T14:32:27.493" v="707"/>
          <ac:inkMkLst>
            <pc:docMk/>
            <pc:sldMk cId="4142342927" sldId="313"/>
            <ac:inkMk id="28" creationId="{DAA0B1A3-95FC-4948-8664-AE4DA3488B0B}"/>
          </ac:inkMkLst>
        </pc:inkChg>
        <pc:inkChg chg="add">
          <ac:chgData name="Aggie Menezes" userId="74619c95fa3483c9" providerId="LiveId" clId="{81CF669C-6996-674A-8375-EBD66AC830CF}" dt="2021-01-29T14:32:27.718" v="708"/>
          <ac:inkMkLst>
            <pc:docMk/>
            <pc:sldMk cId="4142342927" sldId="313"/>
            <ac:inkMk id="29" creationId="{7680C257-1A70-3C45-83DC-B4021EE39ED9}"/>
          </ac:inkMkLst>
        </pc:inkChg>
        <pc:inkChg chg="add">
          <ac:chgData name="Aggie Menezes" userId="74619c95fa3483c9" providerId="LiveId" clId="{81CF669C-6996-674A-8375-EBD66AC830CF}" dt="2021-01-29T14:32:28.247" v="709"/>
          <ac:inkMkLst>
            <pc:docMk/>
            <pc:sldMk cId="4142342927" sldId="313"/>
            <ac:inkMk id="30" creationId="{29670679-55C7-3245-878B-A7FEA115C72A}"/>
          </ac:inkMkLst>
        </pc:inkChg>
        <pc:inkChg chg="add">
          <ac:chgData name="Aggie Menezes" userId="74619c95fa3483c9" providerId="LiveId" clId="{81CF669C-6996-674A-8375-EBD66AC830CF}" dt="2021-01-29T14:32:28.459" v="710"/>
          <ac:inkMkLst>
            <pc:docMk/>
            <pc:sldMk cId="4142342927" sldId="313"/>
            <ac:inkMk id="31" creationId="{19BDDD9F-4DFE-0846-BB32-930EAF1AA6F7}"/>
          </ac:inkMkLst>
        </pc:inkChg>
        <pc:inkChg chg="add">
          <ac:chgData name="Aggie Menezes" userId="74619c95fa3483c9" providerId="LiveId" clId="{81CF669C-6996-674A-8375-EBD66AC830CF}" dt="2021-01-29T14:32:28.627" v="711"/>
          <ac:inkMkLst>
            <pc:docMk/>
            <pc:sldMk cId="4142342927" sldId="313"/>
            <ac:inkMk id="32" creationId="{8E3CDBC4-F6CE-8849-AFB1-CF296F57958A}"/>
          </ac:inkMkLst>
        </pc:inkChg>
        <pc:inkChg chg="add">
          <ac:chgData name="Aggie Menezes" userId="74619c95fa3483c9" providerId="LiveId" clId="{81CF669C-6996-674A-8375-EBD66AC830CF}" dt="2021-01-29T14:32:29.115" v="712"/>
          <ac:inkMkLst>
            <pc:docMk/>
            <pc:sldMk cId="4142342927" sldId="313"/>
            <ac:inkMk id="33" creationId="{627785D2-6075-004F-A125-71CDDD91D399}"/>
          </ac:inkMkLst>
        </pc:inkChg>
        <pc:inkChg chg="add">
          <ac:chgData name="Aggie Menezes" userId="74619c95fa3483c9" providerId="LiveId" clId="{81CF669C-6996-674A-8375-EBD66AC830CF}" dt="2021-01-29T14:32:29.253" v="713"/>
          <ac:inkMkLst>
            <pc:docMk/>
            <pc:sldMk cId="4142342927" sldId="313"/>
            <ac:inkMk id="34" creationId="{996EB9D4-A817-094F-AA03-1DD1E968496C}"/>
          </ac:inkMkLst>
        </pc:inkChg>
        <pc:inkChg chg="add">
          <ac:chgData name="Aggie Menezes" userId="74619c95fa3483c9" providerId="LiveId" clId="{81CF669C-6996-674A-8375-EBD66AC830CF}" dt="2021-01-29T14:32:29.698" v="714"/>
          <ac:inkMkLst>
            <pc:docMk/>
            <pc:sldMk cId="4142342927" sldId="313"/>
            <ac:inkMk id="35" creationId="{91A3D929-EB0B-5E44-B03E-6A15B240CECD}"/>
          </ac:inkMkLst>
        </pc:inkChg>
        <pc:inkChg chg="add">
          <ac:chgData name="Aggie Menezes" userId="74619c95fa3483c9" providerId="LiveId" clId="{81CF669C-6996-674A-8375-EBD66AC830CF}" dt="2021-01-29T14:32:29.859" v="715"/>
          <ac:inkMkLst>
            <pc:docMk/>
            <pc:sldMk cId="4142342927" sldId="313"/>
            <ac:inkMk id="36" creationId="{E9B3EB11-8BAA-874D-8BF6-442909508390}"/>
          </ac:inkMkLst>
        </pc:inkChg>
        <pc:inkChg chg="add">
          <ac:chgData name="Aggie Menezes" userId="74619c95fa3483c9" providerId="LiveId" clId="{81CF669C-6996-674A-8375-EBD66AC830CF}" dt="2021-01-29T14:32:31.871" v="717"/>
          <ac:inkMkLst>
            <pc:docMk/>
            <pc:sldMk cId="4142342927" sldId="313"/>
            <ac:inkMk id="38" creationId="{E24F6480-4E27-0D4A-A25C-4145BF12B198}"/>
          </ac:inkMkLst>
        </pc:inkChg>
        <pc:inkChg chg="add">
          <ac:chgData name="Aggie Menezes" userId="74619c95fa3483c9" providerId="LiveId" clId="{81CF669C-6996-674A-8375-EBD66AC830CF}" dt="2021-01-29T14:32:32.424" v="718"/>
          <ac:inkMkLst>
            <pc:docMk/>
            <pc:sldMk cId="4142342927" sldId="313"/>
            <ac:inkMk id="39" creationId="{6729E376-E111-C742-AB9A-4126F016036D}"/>
          </ac:inkMkLst>
        </pc:inkChg>
        <pc:inkChg chg="add">
          <ac:chgData name="Aggie Menezes" userId="74619c95fa3483c9" providerId="LiveId" clId="{81CF669C-6996-674A-8375-EBD66AC830CF}" dt="2021-01-29T14:32:32.926" v="719"/>
          <ac:inkMkLst>
            <pc:docMk/>
            <pc:sldMk cId="4142342927" sldId="313"/>
            <ac:inkMk id="40" creationId="{1D0F6994-836F-834D-BDBE-491EDA12A04C}"/>
          </ac:inkMkLst>
        </pc:inkChg>
        <pc:inkChg chg="add">
          <ac:chgData name="Aggie Menezes" userId="74619c95fa3483c9" providerId="LiveId" clId="{81CF669C-6996-674A-8375-EBD66AC830CF}" dt="2021-01-29T14:32:33.354" v="720"/>
          <ac:inkMkLst>
            <pc:docMk/>
            <pc:sldMk cId="4142342927" sldId="313"/>
            <ac:inkMk id="41" creationId="{40DF6688-1D0C-6440-8150-3AF970D15039}"/>
          </ac:inkMkLst>
        </pc:inkChg>
        <pc:inkChg chg="add">
          <ac:chgData name="Aggie Menezes" userId="74619c95fa3483c9" providerId="LiveId" clId="{81CF669C-6996-674A-8375-EBD66AC830CF}" dt="2021-01-29T14:32:33.906" v="721"/>
          <ac:inkMkLst>
            <pc:docMk/>
            <pc:sldMk cId="4142342927" sldId="313"/>
            <ac:inkMk id="42" creationId="{A8F581CA-B6E1-2444-B346-0DBF2D2262BD}"/>
          </ac:inkMkLst>
        </pc:inkChg>
        <pc:inkChg chg="add">
          <ac:chgData name="Aggie Menezes" userId="74619c95fa3483c9" providerId="LiveId" clId="{81CF669C-6996-674A-8375-EBD66AC830CF}" dt="2021-01-29T14:32:34.636" v="723"/>
          <ac:inkMkLst>
            <pc:docMk/>
            <pc:sldMk cId="4142342927" sldId="313"/>
            <ac:inkMk id="44" creationId="{CAB1155D-DA5E-414B-AFC4-477A534D62BE}"/>
          </ac:inkMkLst>
        </pc:inkChg>
        <pc:inkChg chg="add topLvl">
          <ac:chgData name="Aggie Menezes" userId="74619c95fa3483c9" providerId="LiveId" clId="{81CF669C-6996-674A-8375-EBD66AC830CF}" dt="2021-01-29T14:33:51.088" v="814"/>
          <ac:inkMkLst>
            <pc:docMk/>
            <pc:sldMk cId="4142342927" sldId="313"/>
            <ac:inkMk id="45" creationId="{3BF1BB52-5067-FF4A-AF12-27279BA8090D}"/>
          </ac:inkMkLst>
        </pc:inkChg>
        <pc:inkChg chg="add topLvl">
          <ac:chgData name="Aggie Menezes" userId="74619c95fa3483c9" providerId="LiveId" clId="{81CF669C-6996-674A-8375-EBD66AC830CF}" dt="2021-01-29T14:33:51.088" v="814"/>
          <ac:inkMkLst>
            <pc:docMk/>
            <pc:sldMk cId="4142342927" sldId="313"/>
            <ac:inkMk id="46" creationId="{725A753F-6C70-C84C-A712-EB6D3555D78F}"/>
          </ac:inkMkLst>
        </pc:inkChg>
        <pc:inkChg chg="add topLvl">
          <ac:chgData name="Aggie Menezes" userId="74619c95fa3483c9" providerId="LiveId" clId="{81CF669C-6996-674A-8375-EBD66AC830CF}" dt="2021-01-29T14:33:51.088" v="814"/>
          <ac:inkMkLst>
            <pc:docMk/>
            <pc:sldMk cId="4142342927" sldId="313"/>
            <ac:inkMk id="47" creationId="{26FC4546-C94C-8242-8DBB-67B9CFB25042}"/>
          </ac:inkMkLst>
        </pc:inkChg>
        <pc:inkChg chg="add topLvl">
          <ac:chgData name="Aggie Menezes" userId="74619c95fa3483c9" providerId="LiveId" clId="{81CF669C-6996-674A-8375-EBD66AC830CF}" dt="2021-01-29T14:33:51.088" v="814"/>
          <ac:inkMkLst>
            <pc:docMk/>
            <pc:sldMk cId="4142342927" sldId="313"/>
            <ac:inkMk id="49" creationId="{5C119978-5F65-FA47-93A7-2A88C93F0EBC}"/>
          </ac:inkMkLst>
        </pc:inkChg>
        <pc:inkChg chg="add topLvl">
          <ac:chgData name="Aggie Menezes" userId="74619c95fa3483c9" providerId="LiveId" clId="{81CF669C-6996-674A-8375-EBD66AC830CF}" dt="2021-01-29T14:33:51.088" v="814"/>
          <ac:inkMkLst>
            <pc:docMk/>
            <pc:sldMk cId="4142342927" sldId="313"/>
            <ac:inkMk id="50" creationId="{B991EA68-62BC-404B-BC42-9939A8E4A86E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51" creationId="{6FD6A9BA-7CCD-0740-96AB-35F1B3CF4C77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52" creationId="{91D0A7CA-46DC-AE4C-84B3-3DF51B74F545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55" creationId="{05AB5CF1-E877-524E-A2DF-D9CF98D2F14D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56" creationId="{54E9202F-7BAC-234C-9A4F-4D347C5DF99B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57" creationId="{85D7FB3F-8D19-A845-8184-7148ACEA439F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58" creationId="{F2C9674D-F578-5744-9C29-7FC64DB664D2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60" creationId="{4EAF9AE2-5042-6D4F-AC79-27D8AA24C3FD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61" creationId="{F5BA6048-0F1C-0045-B24E-4C73C059F8A6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62" creationId="{61956E26-2107-3C41-AF9C-3BABACE5B95B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63" creationId="{76672B12-515C-384C-B949-0D64519A5C78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65" creationId="{23BE5E12-CAB2-5A4A-873F-D9FDE110F0DC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66" creationId="{0D22B9A8-5A09-374A-BD99-8DB37E668831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68" creationId="{160E590A-84FA-1941-959F-E8D9E1FF51E1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70" creationId="{C43218DB-76FC-7342-9537-65854A4191BA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71" creationId="{50E9DFD9-4FCC-8746-B3AA-8C41B08D0E8F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73" creationId="{6ACCE38A-7309-1948-BF75-7283C1E826D1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75" creationId="{9131306E-EBB2-4C4B-8C6D-5B7F6A92A6EB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77" creationId="{E85FFDAF-05E2-0C4A-A1D4-88E2435AE0E2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78" creationId="{99E9FD7B-B99B-AE4A-91A5-0B3117D0D90B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80" creationId="{11B86FC9-4998-3B40-8ED0-32C786A412BA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82" creationId="{B0A37B79-BEDE-7744-B187-AFB7A3B82A43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83" creationId="{8C1141D2-4025-3D44-A86D-E095011ECF88}"/>
          </ac:inkMkLst>
        </pc:inkChg>
        <pc:inkChg chg="add">
          <ac:chgData name="Aggie Menezes" userId="74619c95fa3483c9" providerId="LiveId" clId="{81CF669C-6996-674A-8375-EBD66AC830CF}" dt="2021-01-29T14:33:07.777" v="763"/>
          <ac:inkMkLst>
            <pc:docMk/>
            <pc:sldMk cId="4142342927" sldId="313"/>
            <ac:inkMk id="85" creationId="{335881A3-E1C6-884E-8608-14994A5D2490}"/>
          </ac:inkMkLst>
        </pc:inkChg>
        <pc:inkChg chg="add">
          <ac:chgData name="Aggie Menezes" userId="74619c95fa3483c9" providerId="LiveId" clId="{81CF669C-6996-674A-8375-EBD66AC830CF}" dt="2021-01-29T14:33:08.260" v="764"/>
          <ac:inkMkLst>
            <pc:docMk/>
            <pc:sldMk cId="4142342927" sldId="313"/>
            <ac:inkMk id="86" creationId="{7BBC5DB7-F149-C347-B599-0126C656C263}"/>
          </ac:inkMkLst>
        </pc:inkChg>
        <pc:inkChg chg="add">
          <ac:chgData name="Aggie Menezes" userId="74619c95fa3483c9" providerId="LiveId" clId="{81CF669C-6996-674A-8375-EBD66AC830CF}" dt="2021-01-29T14:33:08.395" v="765"/>
          <ac:inkMkLst>
            <pc:docMk/>
            <pc:sldMk cId="4142342927" sldId="313"/>
            <ac:inkMk id="87" creationId="{660B6F5D-B44B-D841-B04F-E6C5B596B5F4}"/>
          </ac:inkMkLst>
        </pc:inkChg>
        <pc:inkChg chg="add">
          <ac:chgData name="Aggie Menezes" userId="74619c95fa3483c9" providerId="LiveId" clId="{81CF669C-6996-674A-8375-EBD66AC830CF}" dt="2021-01-29T14:33:08.870" v="766"/>
          <ac:inkMkLst>
            <pc:docMk/>
            <pc:sldMk cId="4142342927" sldId="313"/>
            <ac:inkMk id="88" creationId="{A6A13031-EC3C-0C43-92ED-972CA99E6279}"/>
          </ac:inkMkLst>
        </pc:inkChg>
        <pc:inkChg chg="add">
          <ac:chgData name="Aggie Menezes" userId="74619c95fa3483c9" providerId="LiveId" clId="{81CF669C-6996-674A-8375-EBD66AC830CF}" dt="2021-01-29T14:33:09.053" v="767"/>
          <ac:inkMkLst>
            <pc:docMk/>
            <pc:sldMk cId="4142342927" sldId="313"/>
            <ac:inkMk id="89" creationId="{003B85FB-7E73-F344-AA5A-BFB0FF20820D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92" creationId="{370BC412-0F82-9F43-A1B4-6A5BB3F9412E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93" creationId="{3DAC9F7F-B78A-5A4D-A8B2-B3CF9EB1159B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94" creationId="{7E9FC1D4-AC74-794F-84BA-624C8EC60CAB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95" creationId="{260DD844-9E93-A14D-841F-B2B6278904BB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97" creationId="{2CF679B8-0A9B-0844-922D-5EC1051332F8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98" creationId="{64C8219D-D955-0E43-8BF5-031341194273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99" creationId="{16F4E17A-7CBD-F94C-882A-FC56C3D834E5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00" creationId="{BB9925FD-EE87-CB44-B09F-427BAB9A4DD1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02" creationId="{A779C69F-B546-E047-83E7-F08501D9029C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03" creationId="{51F98E2A-CDE3-504C-94BF-5472797E228B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04" creationId="{DCAA2E22-7287-234D-B63D-71EB6A21D5B6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05" creationId="{1CAE0689-51A6-D540-8E79-D5AB500C710B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07" creationId="{B096B59F-3D40-D24B-9952-3550BC4C9722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08" creationId="{D6B00314-1C05-D248-B518-73047D7B8141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09" creationId="{67C0696D-417D-0040-B415-C7B84304CA56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10" creationId="{2874E2E1-3BFD-1A47-B36E-61DEE6F8D2F9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11" creationId="{057BB934-70AC-5949-8D1A-DD9505BA18E7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13" creationId="{4549103C-0D65-D14D-9F22-1B4CD978FA65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14" creationId="{6CCD5DA5-7DE9-324E-B2D7-9E038CC418CC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15" creationId="{C76EE902-D148-1C4A-B4B1-AE6195E47CB7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16" creationId="{1E0F5046-15F2-454E-A66E-BC6F8DBE3075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17" creationId="{EE1F8130-0EAF-2045-BCB7-419CCEA3EA77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18" creationId="{3D47CAF6-ADA4-3F40-8007-E0C8FC7BF806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19" creationId="{62F557C5-0D9F-C543-9780-28B6F74D355C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20" creationId="{E8EA1B8B-567C-964B-8A36-4F834F537584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21" creationId="{58BE84CD-8AB8-D846-8167-33BF86464F19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22" creationId="{3C06CF32-9550-A945-A5EA-1C74D670DB31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23" creationId="{E4884EE5-F624-9645-B206-7C31749DA4DC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24" creationId="{96DB4A19-C92A-DC47-94D8-A3B4598CB918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25" creationId="{916EB686-BA36-E64F-95D2-D239929916AB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27" creationId="{FF5A11AD-6F80-6545-8AAE-FFA660385D30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28" creationId="{F302EEC8-4056-0F41-96EA-A2D66B478109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29" creationId="{5C5EEE5B-F373-3544-97F5-4A008BEA6F99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30" creationId="{0C1601BD-EE25-454B-B9D0-99E9AC011872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31" creationId="{8874112B-B914-8845-B413-4FA33FC1A7B0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32" creationId="{B826A359-62DD-D640-90EA-CBE79164BDB8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33" creationId="{9E40D412-47C4-A140-81D7-024FAFC63884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34" creationId="{275E9761-8B6B-6542-B4ED-4225345AE251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35" creationId="{E70331F6-AAD4-774D-8576-0D9FE5A76A11}"/>
          </ac:inkMkLst>
        </pc:inkChg>
        <pc:inkChg chg="add topLvl">
          <ac:chgData name="Aggie Menezes" userId="74619c95fa3483c9" providerId="LiveId" clId="{81CF669C-6996-674A-8375-EBD66AC830CF}" dt="2021-01-29T14:33:55.634" v="818"/>
          <ac:inkMkLst>
            <pc:docMk/>
            <pc:sldMk cId="4142342927" sldId="313"/>
            <ac:inkMk id="136" creationId="{690CC5F6-B36A-3041-9D8D-A7389142E0F2}"/>
          </ac:inkMkLst>
        </pc:inkChg>
        <pc:inkChg chg="add">
          <ac:chgData name="Aggie Menezes" userId="74619c95fa3483c9" providerId="LiveId" clId="{81CF669C-6996-674A-8375-EBD66AC830CF}" dt="2021-01-29T14:33:53.916" v="815"/>
          <ac:inkMkLst>
            <pc:docMk/>
            <pc:sldMk cId="4142342927" sldId="313"/>
            <ac:inkMk id="138" creationId="{17E1F9AE-A9F9-144B-9943-F13BA732C9BA}"/>
          </ac:inkMkLst>
        </pc:inkChg>
        <pc:inkChg chg="add">
          <ac:chgData name="Aggie Menezes" userId="74619c95fa3483c9" providerId="LiveId" clId="{81CF669C-6996-674A-8375-EBD66AC830CF}" dt="2021-01-29T14:33:54.243" v="816"/>
          <ac:inkMkLst>
            <pc:docMk/>
            <pc:sldMk cId="4142342927" sldId="313"/>
            <ac:inkMk id="139" creationId="{B3C98B80-E720-AC4F-9520-308A4DA12D10}"/>
          </ac:inkMkLst>
        </pc:inkChg>
        <pc:inkChg chg="add">
          <ac:chgData name="Aggie Menezes" userId="74619c95fa3483c9" providerId="LiveId" clId="{81CF669C-6996-674A-8375-EBD66AC830CF}" dt="2021-01-29T14:33:54.670" v="817"/>
          <ac:inkMkLst>
            <pc:docMk/>
            <pc:sldMk cId="4142342927" sldId="313"/>
            <ac:inkMk id="140" creationId="{B9206190-5A9B-A64D-8145-3A51F9F3641F}"/>
          </ac:inkMkLst>
        </pc:inkChg>
        <pc:inkChg chg="add">
          <ac:chgData name="Aggie Menezes" userId="74619c95fa3483c9" providerId="LiveId" clId="{81CF669C-6996-674A-8375-EBD66AC830CF}" dt="2021-01-29T14:34:21.175" v="819"/>
          <ac:inkMkLst>
            <pc:docMk/>
            <pc:sldMk cId="4142342927" sldId="313"/>
            <ac:inkMk id="142" creationId="{2A52DE37-F302-4640-8336-8E6C494C919B}"/>
          </ac:inkMkLst>
        </pc:inkChg>
        <pc:inkChg chg="add">
          <ac:chgData name="Aggie Menezes" userId="74619c95fa3483c9" providerId="LiveId" clId="{81CF669C-6996-674A-8375-EBD66AC830CF}" dt="2021-01-29T14:34:21.692" v="820"/>
          <ac:inkMkLst>
            <pc:docMk/>
            <pc:sldMk cId="4142342927" sldId="313"/>
            <ac:inkMk id="143" creationId="{8B380A5F-9CD9-904B-98CE-2FA7E098527B}"/>
          </ac:inkMkLst>
        </pc:inkChg>
        <pc:inkChg chg="add">
          <ac:chgData name="Aggie Menezes" userId="74619c95fa3483c9" providerId="LiveId" clId="{81CF669C-6996-674A-8375-EBD66AC830CF}" dt="2021-01-29T14:34:21.886" v="821"/>
          <ac:inkMkLst>
            <pc:docMk/>
            <pc:sldMk cId="4142342927" sldId="313"/>
            <ac:inkMk id="144" creationId="{88EE2E4E-4706-DC47-816C-71D5409BC558}"/>
          </ac:inkMkLst>
        </pc:inkChg>
        <pc:inkChg chg="add">
          <ac:chgData name="Aggie Menezes" userId="74619c95fa3483c9" providerId="LiveId" clId="{81CF669C-6996-674A-8375-EBD66AC830CF}" dt="2021-01-29T14:34:22.426" v="822"/>
          <ac:inkMkLst>
            <pc:docMk/>
            <pc:sldMk cId="4142342927" sldId="313"/>
            <ac:inkMk id="145" creationId="{1D1B3B19-D558-0240-9F56-B3AD81B383F6}"/>
          </ac:inkMkLst>
        </pc:inkChg>
        <pc:inkChg chg="add">
          <ac:chgData name="Aggie Menezes" userId="74619c95fa3483c9" providerId="LiveId" clId="{81CF669C-6996-674A-8375-EBD66AC830CF}" dt="2021-01-29T14:34:23.804" v="823"/>
          <ac:inkMkLst>
            <pc:docMk/>
            <pc:sldMk cId="4142342927" sldId="313"/>
            <ac:inkMk id="146" creationId="{CDC5CDC0-C449-E74F-A749-CBD14634F847}"/>
          </ac:inkMkLst>
        </pc:inkChg>
        <pc:inkChg chg="add">
          <ac:chgData name="Aggie Menezes" userId="74619c95fa3483c9" providerId="LiveId" clId="{81CF669C-6996-674A-8375-EBD66AC830CF}" dt="2021-01-29T14:34:26.978" v="825"/>
          <ac:inkMkLst>
            <pc:docMk/>
            <pc:sldMk cId="4142342927" sldId="313"/>
            <ac:inkMk id="148" creationId="{FDD9CC36-E869-944E-AC3B-6F65D47E33CB}"/>
          </ac:inkMkLst>
        </pc:inkChg>
        <pc:inkChg chg="add">
          <ac:chgData name="Aggie Menezes" userId="74619c95fa3483c9" providerId="LiveId" clId="{81CF669C-6996-674A-8375-EBD66AC830CF}" dt="2021-01-29T14:34:27.359" v="826"/>
          <ac:inkMkLst>
            <pc:docMk/>
            <pc:sldMk cId="4142342927" sldId="313"/>
            <ac:inkMk id="149" creationId="{D30EC5FD-A658-5643-B829-B1BE75CFD13E}"/>
          </ac:inkMkLst>
        </pc:inkChg>
        <pc:inkChg chg="add">
          <ac:chgData name="Aggie Menezes" userId="74619c95fa3483c9" providerId="LiveId" clId="{81CF669C-6996-674A-8375-EBD66AC830CF}" dt="2021-01-29T14:34:29.509" v="828"/>
          <ac:inkMkLst>
            <pc:docMk/>
            <pc:sldMk cId="4142342927" sldId="313"/>
            <ac:inkMk id="151" creationId="{7870CDA7-CD4E-F74D-A46D-72740BF83698}"/>
          </ac:inkMkLst>
        </pc:inkChg>
        <pc:inkChg chg="add">
          <ac:chgData name="Aggie Menezes" userId="74619c95fa3483c9" providerId="LiveId" clId="{81CF669C-6996-674A-8375-EBD66AC830CF}" dt="2021-01-29T14:34:31.388" v="829"/>
          <ac:inkMkLst>
            <pc:docMk/>
            <pc:sldMk cId="4142342927" sldId="313"/>
            <ac:inkMk id="152" creationId="{9FA3D399-F6BD-FA41-8F1A-4327690710B1}"/>
          </ac:inkMkLst>
        </pc:inkChg>
        <pc:inkChg chg="add">
          <ac:chgData name="Aggie Menezes" userId="74619c95fa3483c9" providerId="LiveId" clId="{81CF669C-6996-674A-8375-EBD66AC830CF}" dt="2021-01-29T14:34:31.776" v="830"/>
          <ac:inkMkLst>
            <pc:docMk/>
            <pc:sldMk cId="4142342927" sldId="313"/>
            <ac:inkMk id="153" creationId="{BF02A0CC-A648-AB42-B917-CC29A7DF91EC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55" creationId="{203D55C5-362E-754F-BF02-7ADFF9F47005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56" creationId="{B89427AF-DAB6-B545-9D0C-64BD19F40D04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57" creationId="{5C54846B-93F8-B147-B906-03E53A11DFC5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58" creationId="{957E02CF-FAF1-EC4F-8341-E958BD8F81B7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60" creationId="{BD44025A-3DDA-3C49-8EC6-E735F11B7121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61" creationId="{AC0C026B-8871-0343-B77F-99CFFFBE42C5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62" creationId="{CC534721-9F50-7444-AE02-AF639E32EC7F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63" creationId="{3E92D024-A602-1544-BF84-A91AECB4C331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64" creationId="{B079276E-AC60-E947-B076-71DCE49BEED6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65" creationId="{B107DD37-88EA-3F45-B1E4-E1B6CC79D45B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66" creationId="{9708F0EC-068B-0446-8395-98AC55622C66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67" creationId="{97B24FF4-A9D6-274C-947A-43B6A323B25C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68" creationId="{1AB2EB67-1297-DD44-97F7-0777F977505B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69" creationId="{944AF4A7-D40F-8849-B005-FE726DB21221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70" creationId="{FF1FBC3C-2CBE-2940-961D-F0E0BE6F9878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71" creationId="{27A6E87D-4CBF-9447-8E97-3D298AABA140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72" creationId="{3BBB2965-CC6B-5346-AAC5-5A62FE0840C7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75" creationId="{14294E11-B3EF-5443-9CEF-B3A2569D094E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76" creationId="{EC8797E5-F422-E846-BF7A-B28955411300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77" creationId="{ED9A3376-A52C-AF4F-BA3F-A45B685965E4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79" creationId="{9EF3483E-588F-764F-9D5C-C0CFC1B19D19}"/>
          </ac:inkMkLst>
        </pc:inkChg>
        <pc:inkChg chg="add topLvl">
          <ac:chgData name="Aggie Menezes" userId="74619c95fa3483c9" providerId="LiveId" clId="{81CF669C-6996-674A-8375-EBD66AC830CF}" dt="2021-01-29T14:34:58.727" v="872"/>
          <ac:inkMkLst>
            <pc:docMk/>
            <pc:sldMk cId="4142342927" sldId="313"/>
            <ac:inkMk id="180" creationId="{E0E40D3A-2870-A044-9970-4F87B4C165CE}"/>
          </ac:inkMkLst>
        </pc:inkChg>
        <pc:inkChg chg="add">
          <ac:chgData name="Aggie Menezes" userId="74619c95fa3483c9" providerId="LiveId" clId="{81CF669C-6996-674A-8375-EBD66AC830CF}" dt="2021-01-29T14:34:54.825" v="858"/>
          <ac:inkMkLst>
            <pc:docMk/>
            <pc:sldMk cId="4142342927" sldId="313"/>
            <ac:inkMk id="182" creationId="{64823666-BC31-4342-B2E7-3735605E1DFF}"/>
          </ac:inkMkLst>
        </pc:inkChg>
        <pc:inkChg chg="add">
          <ac:chgData name="Aggie Menezes" userId="74619c95fa3483c9" providerId="LiveId" clId="{81CF669C-6996-674A-8375-EBD66AC830CF}" dt="2021-01-29T14:34:55.068" v="859"/>
          <ac:inkMkLst>
            <pc:docMk/>
            <pc:sldMk cId="4142342927" sldId="313"/>
            <ac:inkMk id="183" creationId="{05317B1F-AB4B-0B49-B546-02E1676DE37D}"/>
          </ac:inkMkLst>
        </pc:inkChg>
        <pc:inkChg chg="add">
          <ac:chgData name="Aggie Menezes" userId="74619c95fa3483c9" providerId="LiveId" clId="{81CF669C-6996-674A-8375-EBD66AC830CF}" dt="2021-01-29T14:34:55.313" v="860"/>
          <ac:inkMkLst>
            <pc:docMk/>
            <pc:sldMk cId="4142342927" sldId="313"/>
            <ac:inkMk id="184" creationId="{A0D8663E-7C54-2044-A69E-7C96242A8E09}"/>
          </ac:inkMkLst>
        </pc:inkChg>
        <pc:inkChg chg="add">
          <ac:chgData name="Aggie Menezes" userId="74619c95fa3483c9" providerId="LiveId" clId="{81CF669C-6996-674A-8375-EBD66AC830CF}" dt="2021-01-29T14:34:55.900" v="861"/>
          <ac:inkMkLst>
            <pc:docMk/>
            <pc:sldMk cId="4142342927" sldId="313"/>
            <ac:inkMk id="185" creationId="{613AC14E-6676-C249-982F-8A666F47BF6B}"/>
          </ac:inkMkLst>
        </pc:inkChg>
        <pc:inkChg chg="add">
          <ac:chgData name="Aggie Menezes" userId="74619c95fa3483c9" providerId="LiveId" clId="{81CF669C-6996-674A-8375-EBD66AC830CF}" dt="2021-01-29T14:34:56.220" v="862"/>
          <ac:inkMkLst>
            <pc:docMk/>
            <pc:sldMk cId="4142342927" sldId="313"/>
            <ac:inkMk id="186" creationId="{9F43186D-159A-4B4B-B438-A7EE71D7C0FB}"/>
          </ac:inkMkLst>
        </pc:inkChg>
        <pc:inkChg chg="add">
          <ac:chgData name="Aggie Menezes" userId="74619c95fa3483c9" providerId="LiveId" clId="{81CF669C-6996-674A-8375-EBD66AC830CF}" dt="2021-01-29T14:34:56.362" v="863"/>
          <ac:inkMkLst>
            <pc:docMk/>
            <pc:sldMk cId="4142342927" sldId="313"/>
            <ac:inkMk id="187" creationId="{9E0BBEA1-B3C1-D446-97F1-AA95A08C3B13}"/>
          </ac:inkMkLst>
        </pc:inkChg>
        <pc:inkChg chg="add">
          <ac:chgData name="Aggie Menezes" userId="74619c95fa3483c9" providerId="LiveId" clId="{81CF669C-6996-674A-8375-EBD66AC830CF}" dt="2021-01-29T14:34:56.584" v="864"/>
          <ac:inkMkLst>
            <pc:docMk/>
            <pc:sldMk cId="4142342927" sldId="313"/>
            <ac:inkMk id="188" creationId="{BC851BFF-F856-1E48-91E4-FB551E859D5D}"/>
          </ac:inkMkLst>
        </pc:inkChg>
        <pc:inkChg chg="add">
          <ac:chgData name="Aggie Menezes" userId="74619c95fa3483c9" providerId="LiveId" clId="{81CF669C-6996-674A-8375-EBD66AC830CF}" dt="2021-01-29T14:34:56.736" v="865"/>
          <ac:inkMkLst>
            <pc:docMk/>
            <pc:sldMk cId="4142342927" sldId="313"/>
            <ac:inkMk id="189" creationId="{24689FC0-4140-6E48-B81B-68851B1575C8}"/>
          </ac:inkMkLst>
        </pc:inkChg>
        <pc:inkChg chg="add">
          <ac:chgData name="Aggie Menezes" userId="74619c95fa3483c9" providerId="LiveId" clId="{81CF669C-6996-674A-8375-EBD66AC830CF}" dt="2021-01-29T14:34:56.912" v="866"/>
          <ac:inkMkLst>
            <pc:docMk/>
            <pc:sldMk cId="4142342927" sldId="313"/>
            <ac:inkMk id="190" creationId="{A50A0FE9-002F-EC4B-85E4-F17A6E10294E}"/>
          </ac:inkMkLst>
        </pc:inkChg>
        <pc:inkChg chg="add">
          <ac:chgData name="Aggie Menezes" userId="74619c95fa3483c9" providerId="LiveId" clId="{81CF669C-6996-674A-8375-EBD66AC830CF}" dt="2021-01-29T14:34:57.113" v="867"/>
          <ac:inkMkLst>
            <pc:docMk/>
            <pc:sldMk cId="4142342927" sldId="313"/>
            <ac:inkMk id="191" creationId="{BB879B48-B079-F14C-958F-45081AD7A67C}"/>
          </ac:inkMkLst>
        </pc:inkChg>
        <pc:inkChg chg="add">
          <ac:chgData name="Aggie Menezes" userId="74619c95fa3483c9" providerId="LiveId" clId="{81CF669C-6996-674A-8375-EBD66AC830CF}" dt="2021-01-29T14:34:57.325" v="868"/>
          <ac:inkMkLst>
            <pc:docMk/>
            <pc:sldMk cId="4142342927" sldId="313"/>
            <ac:inkMk id="192" creationId="{30F43D15-4C7A-5941-8D07-6700367DB58B}"/>
          </ac:inkMkLst>
        </pc:inkChg>
        <pc:inkChg chg="add">
          <ac:chgData name="Aggie Menezes" userId="74619c95fa3483c9" providerId="LiveId" clId="{81CF669C-6996-674A-8375-EBD66AC830CF}" dt="2021-01-29T14:34:57.541" v="869"/>
          <ac:inkMkLst>
            <pc:docMk/>
            <pc:sldMk cId="4142342927" sldId="313"/>
            <ac:inkMk id="193" creationId="{A7C39957-26C1-574C-83C2-0E86B7B823D2}"/>
          </ac:inkMkLst>
        </pc:inkChg>
        <pc:inkChg chg="add">
          <ac:chgData name="Aggie Menezes" userId="74619c95fa3483c9" providerId="LiveId" clId="{81CF669C-6996-674A-8375-EBD66AC830CF}" dt="2021-01-29T14:34:57.700" v="870"/>
          <ac:inkMkLst>
            <pc:docMk/>
            <pc:sldMk cId="4142342927" sldId="313"/>
            <ac:inkMk id="194" creationId="{257E6921-5579-404A-AE34-21BA159C2139}"/>
          </ac:inkMkLst>
        </pc:inkChg>
        <pc:inkChg chg="add">
          <ac:chgData name="Aggie Menezes" userId="74619c95fa3483c9" providerId="LiveId" clId="{81CF669C-6996-674A-8375-EBD66AC830CF}" dt="2021-01-29T14:34:57.871" v="871"/>
          <ac:inkMkLst>
            <pc:docMk/>
            <pc:sldMk cId="4142342927" sldId="313"/>
            <ac:inkMk id="195" creationId="{95FF26D7-C47B-E641-A361-70CD342A178E}"/>
          </ac:inkMkLst>
        </pc:inkChg>
        <pc:inkChg chg="add">
          <ac:chgData name="Aggie Menezes" userId="74619c95fa3483c9" providerId="LiveId" clId="{81CF669C-6996-674A-8375-EBD66AC830CF}" dt="2021-01-29T14:35:10.334" v="873"/>
          <ac:inkMkLst>
            <pc:docMk/>
            <pc:sldMk cId="4142342927" sldId="313"/>
            <ac:inkMk id="197" creationId="{63A5DC4A-7296-4342-8462-C22B89703D36}"/>
          </ac:inkMkLst>
        </pc:inkChg>
        <pc:inkChg chg="add">
          <ac:chgData name="Aggie Menezes" userId="74619c95fa3483c9" providerId="LiveId" clId="{81CF669C-6996-674A-8375-EBD66AC830CF}" dt="2021-01-29T14:35:11.249" v="874"/>
          <ac:inkMkLst>
            <pc:docMk/>
            <pc:sldMk cId="4142342927" sldId="313"/>
            <ac:inkMk id="198" creationId="{2E02CB26-F6AC-3E49-AAD8-65DD03B811A6}"/>
          </ac:inkMkLst>
        </pc:inkChg>
        <pc:inkChg chg="add">
          <ac:chgData name="Aggie Menezes" userId="74619c95fa3483c9" providerId="LiveId" clId="{81CF669C-6996-674A-8375-EBD66AC830CF}" dt="2021-01-29T14:35:11.559" v="875"/>
          <ac:inkMkLst>
            <pc:docMk/>
            <pc:sldMk cId="4142342927" sldId="313"/>
            <ac:inkMk id="199" creationId="{939F77AF-E64A-4444-A0A2-D9B067007727}"/>
          </ac:inkMkLst>
        </pc:inkChg>
        <pc:inkChg chg="add">
          <ac:chgData name="Aggie Menezes" userId="74619c95fa3483c9" providerId="LiveId" clId="{81CF669C-6996-674A-8375-EBD66AC830CF}" dt="2021-01-29T14:35:12.169" v="876"/>
          <ac:inkMkLst>
            <pc:docMk/>
            <pc:sldMk cId="4142342927" sldId="313"/>
            <ac:inkMk id="200" creationId="{DDD5F269-C837-AF4A-902D-DAE6BBAB2E87}"/>
          </ac:inkMkLst>
        </pc:inkChg>
        <pc:inkChg chg="add">
          <ac:chgData name="Aggie Menezes" userId="74619c95fa3483c9" providerId="LiveId" clId="{81CF669C-6996-674A-8375-EBD66AC830CF}" dt="2021-01-29T14:35:12.622" v="877"/>
          <ac:inkMkLst>
            <pc:docMk/>
            <pc:sldMk cId="4142342927" sldId="313"/>
            <ac:inkMk id="201" creationId="{D8CE8692-EB10-E74A-80BC-6622887D7A9E}"/>
          </ac:inkMkLst>
        </pc:inkChg>
        <pc:inkChg chg="add">
          <ac:chgData name="Aggie Menezes" userId="74619c95fa3483c9" providerId="LiveId" clId="{81CF669C-6996-674A-8375-EBD66AC830CF}" dt="2021-01-29T14:35:12.802" v="878"/>
          <ac:inkMkLst>
            <pc:docMk/>
            <pc:sldMk cId="4142342927" sldId="313"/>
            <ac:inkMk id="202" creationId="{837467B2-5198-7942-B181-CEE75A906508}"/>
          </ac:inkMkLst>
        </pc:inkChg>
        <pc:inkChg chg="add topLvl">
          <ac:chgData name="Aggie Menezes" userId="74619c95fa3483c9" providerId="LiveId" clId="{81CF669C-6996-674A-8375-EBD66AC830CF}" dt="2021-01-29T14:35:20.281" v="889"/>
          <ac:inkMkLst>
            <pc:docMk/>
            <pc:sldMk cId="4142342927" sldId="313"/>
            <ac:inkMk id="205" creationId="{D109BF44-835F-874F-83A2-BA838F096472}"/>
          </ac:inkMkLst>
        </pc:inkChg>
        <pc:inkChg chg="add topLvl">
          <ac:chgData name="Aggie Menezes" userId="74619c95fa3483c9" providerId="LiveId" clId="{81CF669C-6996-674A-8375-EBD66AC830CF}" dt="2021-01-29T14:35:20.281" v="889"/>
          <ac:inkMkLst>
            <pc:docMk/>
            <pc:sldMk cId="4142342927" sldId="313"/>
            <ac:inkMk id="206" creationId="{C026D3A3-D504-B347-BDD0-F5A83D36CD83}"/>
          </ac:inkMkLst>
        </pc:inkChg>
        <pc:inkChg chg="add topLvl">
          <ac:chgData name="Aggie Menezes" userId="74619c95fa3483c9" providerId="LiveId" clId="{81CF669C-6996-674A-8375-EBD66AC830CF}" dt="2021-01-29T14:35:20.281" v="889"/>
          <ac:inkMkLst>
            <pc:docMk/>
            <pc:sldMk cId="4142342927" sldId="313"/>
            <ac:inkMk id="207" creationId="{D672D3A4-98B0-924F-8CF6-F4572F8F4A30}"/>
          </ac:inkMkLst>
        </pc:inkChg>
        <pc:inkChg chg="add topLvl">
          <ac:chgData name="Aggie Menezes" userId="74619c95fa3483c9" providerId="LiveId" clId="{81CF669C-6996-674A-8375-EBD66AC830CF}" dt="2021-01-29T14:35:20.281" v="889"/>
          <ac:inkMkLst>
            <pc:docMk/>
            <pc:sldMk cId="4142342927" sldId="313"/>
            <ac:inkMk id="208" creationId="{3977AA60-8274-7C4F-B072-1B10AB4AA130}"/>
          </ac:inkMkLst>
        </pc:inkChg>
        <pc:inkChg chg="add topLvl">
          <ac:chgData name="Aggie Menezes" userId="74619c95fa3483c9" providerId="LiveId" clId="{81CF669C-6996-674A-8375-EBD66AC830CF}" dt="2021-01-29T14:35:20.281" v="889"/>
          <ac:inkMkLst>
            <pc:docMk/>
            <pc:sldMk cId="4142342927" sldId="313"/>
            <ac:inkMk id="210" creationId="{6CEC1070-C99F-0446-B124-B2F8DAA5D8EC}"/>
          </ac:inkMkLst>
        </pc:inkChg>
        <pc:inkChg chg="add">
          <ac:chgData name="Aggie Menezes" userId="74619c95fa3483c9" providerId="LiveId" clId="{81CF669C-6996-674A-8375-EBD66AC830CF}" dt="2021-01-29T14:35:19.164" v="887"/>
          <ac:inkMkLst>
            <pc:docMk/>
            <pc:sldMk cId="4142342927" sldId="313"/>
            <ac:inkMk id="212" creationId="{0D4B98F3-89C6-624F-9EAC-9758DEF5A2B0}"/>
          </ac:inkMkLst>
        </pc:inkChg>
        <pc:inkChg chg="add">
          <ac:chgData name="Aggie Menezes" userId="74619c95fa3483c9" providerId="LiveId" clId="{81CF669C-6996-674A-8375-EBD66AC830CF}" dt="2021-01-29T14:35:19.318" v="888"/>
          <ac:inkMkLst>
            <pc:docMk/>
            <pc:sldMk cId="4142342927" sldId="313"/>
            <ac:inkMk id="213" creationId="{D702C742-3B0B-3648-82C2-1BE48D76621D}"/>
          </ac:inkMkLst>
        </pc:inkChg>
        <pc:inkChg chg="add topLvl">
          <ac:chgData name="Aggie Menezes" userId="74619c95fa3483c9" providerId="LiveId" clId="{81CF669C-6996-674A-8375-EBD66AC830CF}" dt="2021-01-29T14:35:31.043" v="896"/>
          <ac:inkMkLst>
            <pc:docMk/>
            <pc:sldMk cId="4142342927" sldId="313"/>
            <ac:inkMk id="215" creationId="{B3FD6603-CF95-4F42-BFE7-4ED2A33F8B1C}"/>
          </ac:inkMkLst>
        </pc:inkChg>
        <pc:inkChg chg="add topLvl">
          <ac:chgData name="Aggie Menezes" userId="74619c95fa3483c9" providerId="LiveId" clId="{81CF669C-6996-674A-8375-EBD66AC830CF}" dt="2021-01-29T14:35:31.043" v="896"/>
          <ac:inkMkLst>
            <pc:docMk/>
            <pc:sldMk cId="4142342927" sldId="313"/>
            <ac:inkMk id="216" creationId="{ADE30A6E-8E2F-F140-A96F-452F61C6E3A2}"/>
          </ac:inkMkLst>
        </pc:inkChg>
        <pc:inkChg chg="add">
          <ac:chgData name="Aggie Menezes" userId="74619c95fa3483c9" providerId="LiveId" clId="{81CF669C-6996-674A-8375-EBD66AC830CF}" dt="2021-01-29T14:35:29.364" v="893"/>
          <ac:inkMkLst>
            <pc:docMk/>
            <pc:sldMk cId="4142342927" sldId="313"/>
            <ac:inkMk id="218" creationId="{5553AA5D-1A42-3045-9EE4-E1AD0AEDEF83}"/>
          </ac:inkMkLst>
        </pc:inkChg>
        <pc:inkChg chg="add">
          <ac:chgData name="Aggie Menezes" userId="74619c95fa3483c9" providerId="LiveId" clId="{81CF669C-6996-674A-8375-EBD66AC830CF}" dt="2021-01-29T14:35:29.853" v="894"/>
          <ac:inkMkLst>
            <pc:docMk/>
            <pc:sldMk cId="4142342927" sldId="313"/>
            <ac:inkMk id="219" creationId="{7DB55CC5-882F-1544-8C57-DF26EC854421}"/>
          </ac:inkMkLst>
        </pc:inkChg>
        <pc:inkChg chg="add">
          <ac:chgData name="Aggie Menezes" userId="74619c95fa3483c9" providerId="LiveId" clId="{81CF669C-6996-674A-8375-EBD66AC830CF}" dt="2021-01-29T14:35:30.283" v="895"/>
          <ac:inkMkLst>
            <pc:docMk/>
            <pc:sldMk cId="4142342927" sldId="313"/>
            <ac:inkMk id="220" creationId="{54602CDB-83EE-E740-A176-EB36FBF65202}"/>
          </ac:inkMkLst>
        </pc:inkChg>
        <pc:inkChg chg="add">
          <ac:chgData name="Aggie Menezes" userId="74619c95fa3483c9" providerId="LiveId" clId="{81CF669C-6996-674A-8375-EBD66AC830CF}" dt="2021-01-29T14:35:31.266" v="897"/>
          <ac:inkMkLst>
            <pc:docMk/>
            <pc:sldMk cId="4142342927" sldId="313"/>
            <ac:inkMk id="222" creationId="{14E09063-9F3D-0744-AE65-6277D5522C02}"/>
          </ac:inkMkLst>
        </pc:inkChg>
        <pc:inkChg chg="add">
          <ac:chgData name="Aggie Menezes" userId="74619c95fa3483c9" providerId="LiveId" clId="{81CF669C-6996-674A-8375-EBD66AC830CF}" dt="2021-01-29T14:35:31.467" v="898"/>
          <ac:inkMkLst>
            <pc:docMk/>
            <pc:sldMk cId="4142342927" sldId="313"/>
            <ac:inkMk id="223" creationId="{334FA023-CD89-BF4C-AA72-B4E624DB0A8D}"/>
          </ac:inkMkLst>
        </pc:inkChg>
      </pc:sldChg>
      <pc:sldChg chg="addSp delSp new">
        <pc:chgData name="Aggie Menezes" userId="74619c95fa3483c9" providerId="LiveId" clId="{81CF669C-6996-674A-8375-EBD66AC830CF}" dt="2021-01-29T14:45:42.386" v="1272"/>
        <pc:sldMkLst>
          <pc:docMk/>
          <pc:sldMk cId="1485820774" sldId="314"/>
        </pc:sldMkLst>
        <pc:grpChg chg="add">
          <ac:chgData name="Aggie Menezes" userId="74619c95fa3483c9" providerId="LiveId" clId="{81CF669C-6996-674A-8375-EBD66AC830CF}" dt="2021-01-29T14:44:57.438" v="1213"/>
          <ac:grpSpMkLst>
            <pc:docMk/>
            <pc:sldMk cId="1485820774" sldId="314"/>
            <ac:grpSpMk id="10" creationId="{776124D2-6CC2-BA49-B043-843D72528860}"/>
          </ac:grpSpMkLst>
        </pc:grpChg>
        <pc:grpChg chg="add">
          <ac:chgData name="Aggie Menezes" userId="74619c95fa3483c9" providerId="LiveId" clId="{81CF669C-6996-674A-8375-EBD66AC830CF}" dt="2021-01-29T14:44:57.438" v="1213"/>
          <ac:grpSpMkLst>
            <pc:docMk/>
            <pc:sldMk cId="1485820774" sldId="314"/>
            <ac:grpSpMk id="11" creationId="{81E1E510-FF72-F148-8306-2A1AE2EF3C3F}"/>
          </ac:grpSpMkLst>
        </pc:grpChg>
        <pc:grpChg chg="add">
          <ac:chgData name="Aggie Menezes" userId="74619c95fa3483c9" providerId="LiveId" clId="{81CF669C-6996-674A-8375-EBD66AC830CF}" dt="2021-01-29T14:45:04.699" v="1222"/>
          <ac:grpSpMkLst>
            <pc:docMk/>
            <pc:sldMk cId="1485820774" sldId="314"/>
            <ac:grpSpMk id="20" creationId="{8E89664B-CFCB-F048-BD2E-4745EB10FA06}"/>
          </ac:grpSpMkLst>
        </pc:grpChg>
        <pc:grpChg chg="add">
          <ac:chgData name="Aggie Menezes" userId="74619c95fa3483c9" providerId="LiveId" clId="{81CF669C-6996-674A-8375-EBD66AC830CF}" dt="2021-01-29T14:45:04.699" v="1222"/>
          <ac:grpSpMkLst>
            <pc:docMk/>
            <pc:sldMk cId="1485820774" sldId="314"/>
            <ac:grpSpMk id="21" creationId="{73A28076-669E-CB4D-8B48-9D9FC79E1A03}"/>
          </ac:grpSpMkLst>
        </pc:grpChg>
        <pc:grpChg chg="add">
          <ac:chgData name="Aggie Menezes" userId="74619c95fa3483c9" providerId="LiveId" clId="{81CF669C-6996-674A-8375-EBD66AC830CF}" dt="2021-01-29T14:45:11.135" v="1232"/>
          <ac:grpSpMkLst>
            <pc:docMk/>
            <pc:sldMk cId="1485820774" sldId="314"/>
            <ac:grpSpMk id="31" creationId="{A633AC6E-D1F8-F84E-9B5F-E0A5B2D65F44}"/>
          </ac:grpSpMkLst>
        </pc:grpChg>
        <pc:grpChg chg="add">
          <ac:chgData name="Aggie Menezes" userId="74619c95fa3483c9" providerId="LiveId" clId="{81CF669C-6996-674A-8375-EBD66AC830CF}" dt="2021-01-29T14:45:11.135" v="1232"/>
          <ac:grpSpMkLst>
            <pc:docMk/>
            <pc:sldMk cId="1485820774" sldId="314"/>
            <ac:grpSpMk id="32" creationId="{FA9368C2-55F7-7244-9179-17EEA11FEDD1}"/>
          </ac:grpSpMkLst>
        </pc:grpChg>
        <pc:grpChg chg="add">
          <ac:chgData name="Aggie Menezes" userId="74619c95fa3483c9" providerId="LiveId" clId="{81CF669C-6996-674A-8375-EBD66AC830CF}" dt="2021-01-29T14:45:11.135" v="1232"/>
          <ac:grpSpMkLst>
            <pc:docMk/>
            <pc:sldMk cId="1485820774" sldId="314"/>
            <ac:grpSpMk id="33" creationId="{E36FA9F7-5934-9C4E-A65F-4086001F3474}"/>
          </ac:grpSpMkLst>
        </pc:grpChg>
        <pc:grpChg chg="add">
          <ac:chgData name="Aggie Menezes" userId="74619c95fa3483c9" providerId="LiveId" clId="{81CF669C-6996-674A-8375-EBD66AC830CF}" dt="2021-01-29T14:45:18.374" v="1243"/>
          <ac:grpSpMkLst>
            <pc:docMk/>
            <pc:sldMk cId="1485820774" sldId="314"/>
            <ac:grpSpMk id="44" creationId="{F7755D2D-C1A2-9B45-A287-DC3E8069F26A}"/>
          </ac:grpSpMkLst>
        </pc:grpChg>
        <pc:grpChg chg="add">
          <ac:chgData name="Aggie Menezes" userId="74619c95fa3483c9" providerId="LiveId" clId="{81CF669C-6996-674A-8375-EBD66AC830CF}" dt="2021-01-29T14:45:18.374" v="1243"/>
          <ac:grpSpMkLst>
            <pc:docMk/>
            <pc:sldMk cId="1485820774" sldId="314"/>
            <ac:grpSpMk id="45" creationId="{5E2A0BEB-AA24-0C46-8258-D93CC72A28E1}"/>
          </ac:grpSpMkLst>
        </pc:grpChg>
        <pc:grpChg chg="add">
          <ac:chgData name="Aggie Menezes" userId="74619c95fa3483c9" providerId="LiveId" clId="{81CF669C-6996-674A-8375-EBD66AC830CF}" dt="2021-01-29T14:45:18.374" v="1243"/>
          <ac:grpSpMkLst>
            <pc:docMk/>
            <pc:sldMk cId="1485820774" sldId="314"/>
            <ac:grpSpMk id="46" creationId="{C3D69A22-C762-C64A-A20A-D9039DF091CC}"/>
          </ac:grpSpMkLst>
        </pc:grpChg>
        <pc:grpChg chg="add del">
          <ac:chgData name="Aggie Menezes" userId="74619c95fa3483c9" providerId="LiveId" clId="{81CF669C-6996-674A-8375-EBD66AC830CF}" dt="2021-01-29T14:45:42.386" v="1272"/>
          <ac:grpSpMkLst>
            <pc:docMk/>
            <pc:sldMk cId="1485820774" sldId="314"/>
            <ac:grpSpMk id="52" creationId="{1C6D9A71-8A2D-DB48-BBC8-23E8A76BA732}"/>
          </ac:grpSpMkLst>
        </pc:grpChg>
        <pc:grpChg chg="add del">
          <ac:chgData name="Aggie Menezes" userId="74619c95fa3483c9" providerId="LiveId" clId="{81CF669C-6996-674A-8375-EBD66AC830CF}" dt="2021-01-29T14:45:42.386" v="1272"/>
          <ac:grpSpMkLst>
            <pc:docMk/>
            <pc:sldMk cId="1485820774" sldId="314"/>
            <ac:grpSpMk id="58" creationId="{1CBD8D65-7804-6E4D-93B5-D78AE4657F69}"/>
          </ac:grpSpMkLst>
        </pc:grpChg>
        <pc:grpChg chg="add del">
          <ac:chgData name="Aggie Menezes" userId="74619c95fa3483c9" providerId="LiveId" clId="{81CF669C-6996-674A-8375-EBD66AC830CF}" dt="2021-01-29T14:45:42.386" v="1272"/>
          <ac:grpSpMkLst>
            <pc:docMk/>
            <pc:sldMk cId="1485820774" sldId="314"/>
            <ac:grpSpMk id="59" creationId="{23F9E53F-D760-B346-B3CF-A29016566DBD}"/>
          </ac:grpSpMkLst>
        </pc:grpChg>
        <pc:grpChg chg="add del">
          <ac:chgData name="Aggie Menezes" userId="74619c95fa3483c9" providerId="LiveId" clId="{81CF669C-6996-674A-8375-EBD66AC830CF}" dt="2021-01-29T14:45:35.344" v="1270"/>
          <ac:grpSpMkLst>
            <pc:docMk/>
            <pc:sldMk cId="1485820774" sldId="314"/>
            <ac:grpSpMk id="66" creationId="{1FEC6C87-32E6-004B-8237-5420030EB82A}"/>
          </ac:grpSpMkLst>
        </pc:grpChg>
        <pc:grpChg chg="add">
          <ac:chgData name="Aggie Menezes" userId="74619c95fa3483c9" providerId="LiveId" clId="{81CF669C-6996-674A-8375-EBD66AC830CF}" dt="2021-01-29T14:45:35.344" v="1270"/>
          <ac:grpSpMkLst>
            <pc:docMk/>
            <pc:sldMk cId="1485820774" sldId="314"/>
            <ac:grpSpMk id="74" creationId="{B172AC07-4BFA-5446-A211-94C26BDDEB1A}"/>
          </ac:grpSpMkLst>
        </pc:grpChg>
        <pc:grpChg chg="add">
          <ac:chgData name="Aggie Menezes" userId="74619c95fa3483c9" providerId="LiveId" clId="{81CF669C-6996-674A-8375-EBD66AC830CF}" dt="2021-01-29T14:45:42.386" v="1272"/>
          <ac:grpSpMkLst>
            <pc:docMk/>
            <pc:sldMk cId="1485820774" sldId="314"/>
            <ac:grpSpMk id="76" creationId="{CCF47B68-9D11-0443-95F8-E60206174353}"/>
          </ac:grpSpMkLst>
        </pc:grpChg>
        <pc:inkChg chg="add">
          <ac:chgData name="Aggie Menezes" userId="74619c95fa3483c9" providerId="LiveId" clId="{81CF669C-6996-674A-8375-EBD66AC830CF}" dt="2021-01-29T14:44:54.804" v="1206"/>
          <ac:inkMkLst>
            <pc:docMk/>
            <pc:sldMk cId="1485820774" sldId="314"/>
            <ac:inkMk id="3" creationId="{A9A87958-BA00-0F47-AB5B-3A327C0BDD6F}"/>
          </ac:inkMkLst>
        </pc:inkChg>
        <pc:inkChg chg="add">
          <ac:chgData name="Aggie Menezes" userId="74619c95fa3483c9" providerId="LiveId" clId="{81CF669C-6996-674A-8375-EBD66AC830CF}" dt="2021-01-29T14:44:55.026" v="1207"/>
          <ac:inkMkLst>
            <pc:docMk/>
            <pc:sldMk cId="1485820774" sldId="314"/>
            <ac:inkMk id="4" creationId="{E43103F4-5E45-7043-B5C9-42AB9595548D}"/>
          </ac:inkMkLst>
        </pc:inkChg>
        <pc:inkChg chg="add">
          <ac:chgData name="Aggie Menezes" userId="74619c95fa3483c9" providerId="LiveId" clId="{81CF669C-6996-674A-8375-EBD66AC830CF}" dt="2021-01-29T14:44:55.157" v="1208"/>
          <ac:inkMkLst>
            <pc:docMk/>
            <pc:sldMk cId="1485820774" sldId="314"/>
            <ac:inkMk id="5" creationId="{EA7DB992-DC06-3544-B960-3D01D05830F6}"/>
          </ac:inkMkLst>
        </pc:inkChg>
        <pc:inkChg chg="add">
          <ac:chgData name="Aggie Menezes" userId="74619c95fa3483c9" providerId="LiveId" clId="{81CF669C-6996-674A-8375-EBD66AC830CF}" dt="2021-01-29T14:44:55.703" v="1209"/>
          <ac:inkMkLst>
            <pc:docMk/>
            <pc:sldMk cId="1485820774" sldId="314"/>
            <ac:inkMk id="6" creationId="{8FB01EB6-ED27-6147-92FC-8D319E5B624A}"/>
          </ac:inkMkLst>
        </pc:inkChg>
        <pc:inkChg chg="add">
          <ac:chgData name="Aggie Menezes" userId="74619c95fa3483c9" providerId="LiveId" clId="{81CF669C-6996-674A-8375-EBD66AC830CF}" dt="2021-01-29T14:44:56.161" v="1210"/>
          <ac:inkMkLst>
            <pc:docMk/>
            <pc:sldMk cId="1485820774" sldId="314"/>
            <ac:inkMk id="7" creationId="{212AACF3-3945-F94D-AA91-95F5E7AE5903}"/>
          </ac:inkMkLst>
        </pc:inkChg>
        <pc:inkChg chg="add">
          <ac:chgData name="Aggie Menezes" userId="74619c95fa3483c9" providerId="LiveId" clId="{81CF669C-6996-674A-8375-EBD66AC830CF}" dt="2021-01-29T14:44:56.622" v="1211"/>
          <ac:inkMkLst>
            <pc:docMk/>
            <pc:sldMk cId="1485820774" sldId="314"/>
            <ac:inkMk id="8" creationId="{7C79AE4D-8B1E-ED4A-80FC-4662E24572EC}"/>
          </ac:inkMkLst>
        </pc:inkChg>
        <pc:inkChg chg="add">
          <ac:chgData name="Aggie Menezes" userId="74619c95fa3483c9" providerId="LiveId" clId="{81CF669C-6996-674A-8375-EBD66AC830CF}" dt="2021-01-29T14:44:56.756" v="1212"/>
          <ac:inkMkLst>
            <pc:docMk/>
            <pc:sldMk cId="1485820774" sldId="314"/>
            <ac:inkMk id="9" creationId="{6E1A6624-3BE6-9D49-8FCE-19FDCB04D629}"/>
          </ac:inkMkLst>
        </pc:inkChg>
        <pc:inkChg chg="add">
          <ac:chgData name="Aggie Menezes" userId="74619c95fa3483c9" providerId="LiveId" clId="{81CF669C-6996-674A-8375-EBD66AC830CF}" dt="2021-01-29T14:45:00.865" v="1214"/>
          <ac:inkMkLst>
            <pc:docMk/>
            <pc:sldMk cId="1485820774" sldId="314"/>
            <ac:inkMk id="12" creationId="{F5C88ABF-C339-0345-8DAE-86C8DA5F194F}"/>
          </ac:inkMkLst>
        </pc:inkChg>
        <pc:inkChg chg="add">
          <ac:chgData name="Aggie Menezes" userId="74619c95fa3483c9" providerId="LiveId" clId="{81CF669C-6996-674A-8375-EBD66AC830CF}" dt="2021-01-29T14:45:01.080" v="1215"/>
          <ac:inkMkLst>
            <pc:docMk/>
            <pc:sldMk cId="1485820774" sldId="314"/>
            <ac:inkMk id="13" creationId="{B3AB9843-D777-5E4D-91F3-25F8BC29985D}"/>
          </ac:inkMkLst>
        </pc:inkChg>
        <pc:inkChg chg="add">
          <ac:chgData name="Aggie Menezes" userId="74619c95fa3483c9" providerId="LiveId" clId="{81CF669C-6996-674A-8375-EBD66AC830CF}" dt="2021-01-29T14:45:01.960" v="1216"/>
          <ac:inkMkLst>
            <pc:docMk/>
            <pc:sldMk cId="1485820774" sldId="314"/>
            <ac:inkMk id="14" creationId="{A2FB9A09-68C1-5340-BF49-7EBCD8AB0294}"/>
          </ac:inkMkLst>
        </pc:inkChg>
        <pc:inkChg chg="add">
          <ac:chgData name="Aggie Menezes" userId="74619c95fa3483c9" providerId="LiveId" clId="{81CF669C-6996-674A-8375-EBD66AC830CF}" dt="2021-01-29T14:45:02.127" v="1217"/>
          <ac:inkMkLst>
            <pc:docMk/>
            <pc:sldMk cId="1485820774" sldId="314"/>
            <ac:inkMk id="15" creationId="{AF264F27-7176-3546-95FA-5A9363F1A69F}"/>
          </ac:inkMkLst>
        </pc:inkChg>
        <pc:inkChg chg="add">
          <ac:chgData name="Aggie Menezes" userId="74619c95fa3483c9" providerId="LiveId" clId="{81CF669C-6996-674A-8375-EBD66AC830CF}" dt="2021-01-29T14:45:02.687" v="1218"/>
          <ac:inkMkLst>
            <pc:docMk/>
            <pc:sldMk cId="1485820774" sldId="314"/>
            <ac:inkMk id="16" creationId="{DF851273-B528-9E4C-8CAC-D394225D04D7}"/>
          </ac:inkMkLst>
        </pc:inkChg>
        <pc:inkChg chg="add">
          <ac:chgData name="Aggie Menezes" userId="74619c95fa3483c9" providerId="LiveId" clId="{81CF669C-6996-674A-8375-EBD66AC830CF}" dt="2021-01-29T14:45:03.096" v="1219"/>
          <ac:inkMkLst>
            <pc:docMk/>
            <pc:sldMk cId="1485820774" sldId="314"/>
            <ac:inkMk id="17" creationId="{EE5C1A4A-76D9-EF42-A0F3-4D208D9D2289}"/>
          </ac:inkMkLst>
        </pc:inkChg>
        <pc:inkChg chg="add">
          <ac:chgData name="Aggie Menezes" userId="74619c95fa3483c9" providerId="LiveId" clId="{81CF669C-6996-674A-8375-EBD66AC830CF}" dt="2021-01-29T14:45:03.540" v="1220"/>
          <ac:inkMkLst>
            <pc:docMk/>
            <pc:sldMk cId="1485820774" sldId="314"/>
            <ac:inkMk id="18" creationId="{B0F64EC5-EC24-7941-8806-61B4F9DB0863}"/>
          </ac:inkMkLst>
        </pc:inkChg>
        <pc:inkChg chg="add">
          <ac:chgData name="Aggie Menezes" userId="74619c95fa3483c9" providerId="LiveId" clId="{81CF669C-6996-674A-8375-EBD66AC830CF}" dt="2021-01-29T14:45:03.989" v="1221"/>
          <ac:inkMkLst>
            <pc:docMk/>
            <pc:sldMk cId="1485820774" sldId="314"/>
            <ac:inkMk id="19" creationId="{DA22EFA5-4C33-E34C-92CC-30BDD7953B24}"/>
          </ac:inkMkLst>
        </pc:inkChg>
        <pc:inkChg chg="add">
          <ac:chgData name="Aggie Menezes" userId="74619c95fa3483c9" providerId="LiveId" clId="{81CF669C-6996-674A-8375-EBD66AC830CF}" dt="2021-01-29T14:45:07.409" v="1223"/>
          <ac:inkMkLst>
            <pc:docMk/>
            <pc:sldMk cId="1485820774" sldId="314"/>
            <ac:inkMk id="22" creationId="{CE58A059-0D11-FD46-9DE9-C39FCEEC515E}"/>
          </ac:inkMkLst>
        </pc:inkChg>
        <pc:inkChg chg="add">
          <ac:chgData name="Aggie Menezes" userId="74619c95fa3483c9" providerId="LiveId" clId="{81CF669C-6996-674A-8375-EBD66AC830CF}" dt="2021-01-29T14:45:07.642" v="1224"/>
          <ac:inkMkLst>
            <pc:docMk/>
            <pc:sldMk cId="1485820774" sldId="314"/>
            <ac:inkMk id="23" creationId="{10E3FE55-CC90-DE4B-9A7D-094094F9A55C}"/>
          </ac:inkMkLst>
        </pc:inkChg>
        <pc:inkChg chg="add">
          <ac:chgData name="Aggie Menezes" userId="74619c95fa3483c9" providerId="LiveId" clId="{81CF669C-6996-674A-8375-EBD66AC830CF}" dt="2021-01-29T14:45:07.765" v="1225"/>
          <ac:inkMkLst>
            <pc:docMk/>
            <pc:sldMk cId="1485820774" sldId="314"/>
            <ac:inkMk id="24" creationId="{A6F2A2BE-865B-784C-9C4D-636779B15140}"/>
          </ac:inkMkLst>
        </pc:inkChg>
        <pc:inkChg chg="add">
          <ac:chgData name="Aggie Menezes" userId="74619c95fa3483c9" providerId="LiveId" clId="{81CF669C-6996-674A-8375-EBD66AC830CF}" dt="2021-01-29T14:45:08.226" v="1226"/>
          <ac:inkMkLst>
            <pc:docMk/>
            <pc:sldMk cId="1485820774" sldId="314"/>
            <ac:inkMk id="25" creationId="{50DBA8A0-248B-4043-B02F-470A5DED055A}"/>
          </ac:inkMkLst>
        </pc:inkChg>
        <pc:inkChg chg="add">
          <ac:chgData name="Aggie Menezes" userId="74619c95fa3483c9" providerId="LiveId" clId="{81CF669C-6996-674A-8375-EBD66AC830CF}" dt="2021-01-29T14:45:08.391" v="1227"/>
          <ac:inkMkLst>
            <pc:docMk/>
            <pc:sldMk cId="1485820774" sldId="314"/>
            <ac:inkMk id="26" creationId="{850C29EC-4C21-4D4A-B8DF-F98300CE6877}"/>
          </ac:inkMkLst>
        </pc:inkChg>
        <pc:inkChg chg="add">
          <ac:chgData name="Aggie Menezes" userId="74619c95fa3483c9" providerId="LiveId" clId="{81CF669C-6996-674A-8375-EBD66AC830CF}" dt="2021-01-29T14:45:09.132" v="1228"/>
          <ac:inkMkLst>
            <pc:docMk/>
            <pc:sldMk cId="1485820774" sldId="314"/>
            <ac:inkMk id="27" creationId="{A3D4E8F5-1503-0648-987A-9DB0E77D3A1B}"/>
          </ac:inkMkLst>
        </pc:inkChg>
        <pc:inkChg chg="add">
          <ac:chgData name="Aggie Menezes" userId="74619c95fa3483c9" providerId="LiveId" clId="{81CF669C-6996-674A-8375-EBD66AC830CF}" dt="2021-01-29T14:45:09.503" v="1229"/>
          <ac:inkMkLst>
            <pc:docMk/>
            <pc:sldMk cId="1485820774" sldId="314"/>
            <ac:inkMk id="28" creationId="{F7D3224C-A3BA-2C42-8863-2735B8537FDD}"/>
          </ac:inkMkLst>
        </pc:inkChg>
        <pc:inkChg chg="add">
          <ac:chgData name="Aggie Menezes" userId="74619c95fa3483c9" providerId="LiveId" clId="{81CF669C-6996-674A-8375-EBD66AC830CF}" dt="2021-01-29T14:45:09.933" v="1230"/>
          <ac:inkMkLst>
            <pc:docMk/>
            <pc:sldMk cId="1485820774" sldId="314"/>
            <ac:inkMk id="29" creationId="{95722672-E690-4D48-8E7F-777FE9B6EAC3}"/>
          </ac:inkMkLst>
        </pc:inkChg>
        <pc:inkChg chg="add">
          <ac:chgData name="Aggie Menezes" userId="74619c95fa3483c9" providerId="LiveId" clId="{81CF669C-6996-674A-8375-EBD66AC830CF}" dt="2021-01-29T14:45:10.323" v="1231"/>
          <ac:inkMkLst>
            <pc:docMk/>
            <pc:sldMk cId="1485820774" sldId="314"/>
            <ac:inkMk id="30" creationId="{9D261FC4-B4B8-7948-A5F7-CBB463DB0F3A}"/>
          </ac:inkMkLst>
        </pc:inkChg>
        <pc:inkChg chg="add">
          <ac:chgData name="Aggie Menezes" userId="74619c95fa3483c9" providerId="LiveId" clId="{81CF669C-6996-674A-8375-EBD66AC830CF}" dt="2021-01-29T14:45:14.681" v="1233"/>
          <ac:inkMkLst>
            <pc:docMk/>
            <pc:sldMk cId="1485820774" sldId="314"/>
            <ac:inkMk id="34" creationId="{C9DC5092-3A76-BF48-B8F5-E64332CA83E4}"/>
          </ac:inkMkLst>
        </pc:inkChg>
        <pc:inkChg chg="add">
          <ac:chgData name="Aggie Menezes" userId="74619c95fa3483c9" providerId="LiveId" clId="{81CF669C-6996-674A-8375-EBD66AC830CF}" dt="2021-01-29T14:45:15.042" v="1234"/>
          <ac:inkMkLst>
            <pc:docMk/>
            <pc:sldMk cId="1485820774" sldId="314"/>
            <ac:inkMk id="35" creationId="{15AF67EF-F1C0-3F4F-91C8-7B37FF8E4B74}"/>
          </ac:inkMkLst>
        </pc:inkChg>
        <pc:inkChg chg="add">
          <ac:chgData name="Aggie Menezes" userId="74619c95fa3483c9" providerId="LiveId" clId="{81CF669C-6996-674A-8375-EBD66AC830CF}" dt="2021-01-29T14:45:15.210" v="1235"/>
          <ac:inkMkLst>
            <pc:docMk/>
            <pc:sldMk cId="1485820774" sldId="314"/>
            <ac:inkMk id="36" creationId="{5BAF84DA-31EA-F048-A3E0-01E862230A15}"/>
          </ac:inkMkLst>
        </pc:inkChg>
        <pc:inkChg chg="add">
          <ac:chgData name="Aggie Menezes" userId="74619c95fa3483c9" providerId="LiveId" clId="{81CF669C-6996-674A-8375-EBD66AC830CF}" dt="2021-01-29T14:45:15.372" v="1236"/>
          <ac:inkMkLst>
            <pc:docMk/>
            <pc:sldMk cId="1485820774" sldId="314"/>
            <ac:inkMk id="37" creationId="{23F43A45-6CF6-C648-B809-03E5BA181230}"/>
          </ac:inkMkLst>
        </pc:inkChg>
        <pc:inkChg chg="add">
          <ac:chgData name="Aggie Menezes" userId="74619c95fa3483c9" providerId="LiveId" clId="{81CF669C-6996-674A-8375-EBD66AC830CF}" dt="2021-01-29T14:45:15.869" v="1237"/>
          <ac:inkMkLst>
            <pc:docMk/>
            <pc:sldMk cId="1485820774" sldId="314"/>
            <ac:inkMk id="38" creationId="{66B10535-0D87-534F-811E-B62460D39AA2}"/>
          </ac:inkMkLst>
        </pc:inkChg>
        <pc:inkChg chg="add">
          <ac:chgData name="Aggie Menezes" userId="74619c95fa3483c9" providerId="LiveId" clId="{81CF669C-6996-674A-8375-EBD66AC830CF}" dt="2021-01-29T14:45:16.035" v="1238"/>
          <ac:inkMkLst>
            <pc:docMk/>
            <pc:sldMk cId="1485820774" sldId="314"/>
            <ac:inkMk id="39" creationId="{4B092EBB-5CE2-704C-978B-3B70D5729308}"/>
          </ac:inkMkLst>
        </pc:inkChg>
        <pc:inkChg chg="add">
          <ac:chgData name="Aggie Menezes" userId="74619c95fa3483c9" providerId="LiveId" clId="{81CF669C-6996-674A-8375-EBD66AC830CF}" dt="2021-01-29T14:45:16.772" v="1239"/>
          <ac:inkMkLst>
            <pc:docMk/>
            <pc:sldMk cId="1485820774" sldId="314"/>
            <ac:inkMk id="40" creationId="{44A98A1C-E090-B443-A910-9AC0B4417E6E}"/>
          </ac:inkMkLst>
        </pc:inkChg>
        <pc:inkChg chg="add">
          <ac:chgData name="Aggie Menezes" userId="74619c95fa3483c9" providerId="LiveId" clId="{81CF669C-6996-674A-8375-EBD66AC830CF}" dt="2021-01-29T14:45:16.944" v="1240"/>
          <ac:inkMkLst>
            <pc:docMk/>
            <pc:sldMk cId="1485820774" sldId="314"/>
            <ac:inkMk id="41" creationId="{D58BCFC6-2AD1-B544-A561-423ACEA28C67}"/>
          </ac:inkMkLst>
        </pc:inkChg>
        <pc:inkChg chg="add">
          <ac:chgData name="Aggie Menezes" userId="74619c95fa3483c9" providerId="LiveId" clId="{81CF669C-6996-674A-8375-EBD66AC830CF}" dt="2021-01-29T14:45:17.268" v="1241"/>
          <ac:inkMkLst>
            <pc:docMk/>
            <pc:sldMk cId="1485820774" sldId="314"/>
            <ac:inkMk id="42" creationId="{47D32AAC-7BF0-F147-95BC-C8B8EC684D71}"/>
          </ac:inkMkLst>
        </pc:inkChg>
        <pc:inkChg chg="add">
          <ac:chgData name="Aggie Menezes" userId="74619c95fa3483c9" providerId="LiveId" clId="{81CF669C-6996-674A-8375-EBD66AC830CF}" dt="2021-01-29T14:45:17.715" v="1242"/>
          <ac:inkMkLst>
            <pc:docMk/>
            <pc:sldMk cId="1485820774" sldId="314"/>
            <ac:inkMk id="43" creationId="{C245B6A5-E879-3D44-A12F-E81A1DCCF82B}"/>
          </ac:inkMkLst>
        </pc:inkChg>
        <pc:inkChg chg="add topLvl">
          <ac:chgData name="Aggie Menezes" userId="74619c95fa3483c9" providerId="LiveId" clId="{81CF669C-6996-674A-8375-EBD66AC830CF}" dt="2021-01-29T14:45:42.386" v="1272"/>
          <ac:inkMkLst>
            <pc:docMk/>
            <pc:sldMk cId="1485820774" sldId="314"/>
            <ac:inkMk id="47" creationId="{F686F94D-B7E2-1B49-9B25-784AD4DFCEA1}"/>
          </ac:inkMkLst>
        </pc:inkChg>
        <pc:inkChg chg="add topLvl">
          <ac:chgData name="Aggie Menezes" userId="74619c95fa3483c9" providerId="LiveId" clId="{81CF669C-6996-674A-8375-EBD66AC830CF}" dt="2021-01-29T14:45:42.386" v="1272"/>
          <ac:inkMkLst>
            <pc:docMk/>
            <pc:sldMk cId="1485820774" sldId="314"/>
            <ac:inkMk id="48" creationId="{5BF07DC5-D809-7049-A365-F0325462D812}"/>
          </ac:inkMkLst>
        </pc:inkChg>
        <pc:inkChg chg="add topLvl">
          <ac:chgData name="Aggie Menezes" userId="74619c95fa3483c9" providerId="LiveId" clId="{81CF669C-6996-674A-8375-EBD66AC830CF}" dt="2021-01-29T14:45:42.386" v="1272"/>
          <ac:inkMkLst>
            <pc:docMk/>
            <pc:sldMk cId="1485820774" sldId="314"/>
            <ac:inkMk id="49" creationId="{DFA1C0A9-A507-4749-85BC-802E54336E50}"/>
          </ac:inkMkLst>
        </pc:inkChg>
        <pc:inkChg chg="add topLvl">
          <ac:chgData name="Aggie Menezes" userId="74619c95fa3483c9" providerId="LiveId" clId="{81CF669C-6996-674A-8375-EBD66AC830CF}" dt="2021-01-29T14:45:42.386" v="1272"/>
          <ac:inkMkLst>
            <pc:docMk/>
            <pc:sldMk cId="1485820774" sldId="314"/>
            <ac:inkMk id="50" creationId="{8E347DE6-9460-7F45-BB13-AE8DD646C001}"/>
          </ac:inkMkLst>
        </pc:inkChg>
        <pc:inkChg chg="add topLvl">
          <ac:chgData name="Aggie Menezes" userId="74619c95fa3483c9" providerId="LiveId" clId="{81CF669C-6996-674A-8375-EBD66AC830CF}" dt="2021-01-29T14:45:42.386" v="1272"/>
          <ac:inkMkLst>
            <pc:docMk/>
            <pc:sldMk cId="1485820774" sldId="314"/>
            <ac:inkMk id="51" creationId="{54410B4B-8868-4541-9C95-A2EEA00248A2}"/>
          </ac:inkMkLst>
        </pc:inkChg>
        <pc:inkChg chg="add topLvl">
          <ac:chgData name="Aggie Menezes" userId="74619c95fa3483c9" providerId="LiveId" clId="{81CF669C-6996-674A-8375-EBD66AC830CF}" dt="2021-01-29T14:45:42.386" v="1272"/>
          <ac:inkMkLst>
            <pc:docMk/>
            <pc:sldMk cId="1485820774" sldId="314"/>
            <ac:inkMk id="53" creationId="{157D6EDE-E1BC-1E41-A691-26751A36B5EF}"/>
          </ac:inkMkLst>
        </pc:inkChg>
        <pc:inkChg chg="add topLvl">
          <ac:chgData name="Aggie Menezes" userId="74619c95fa3483c9" providerId="LiveId" clId="{81CF669C-6996-674A-8375-EBD66AC830CF}" dt="2021-01-29T14:45:42.386" v="1272"/>
          <ac:inkMkLst>
            <pc:docMk/>
            <pc:sldMk cId="1485820774" sldId="314"/>
            <ac:inkMk id="54" creationId="{5A64AD6E-1D04-F543-AF24-E0B6A96710C9}"/>
          </ac:inkMkLst>
        </pc:inkChg>
        <pc:inkChg chg="add topLvl">
          <ac:chgData name="Aggie Menezes" userId="74619c95fa3483c9" providerId="LiveId" clId="{81CF669C-6996-674A-8375-EBD66AC830CF}" dt="2021-01-29T14:45:42.386" v="1272"/>
          <ac:inkMkLst>
            <pc:docMk/>
            <pc:sldMk cId="1485820774" sldId="314"/>
            <ac:inkMk id="55" creationId="{9BA49A05-7DC6-EA4E-951F-4BC2F59E990E}"/>
          </ac:inkMkLst>
        </pc:inkChg>
        <pc:inkChg chg="add topLvl">
          <ac:chgData name="Aggie Menezes" userId="74619c95fa3483c9" providerId="LiveId" clId="{81CF669C-6996-674A-8375-EBD66AC830CF}" dt="2021-01-29T14:45:42.386" v="1272"/>
          <ac:inkMkLst>
            <pc:docMk/>
            <pc:sldMk cId="1485820774" sldId="314"/>
            <ac:inkMk id="56" creationId="{A5C65F46-91B1-EF4E-885F-5A2D41E098E4}"/>
          </ac:inkMkLst>
        </pc:inkChg>
        <pc:inkChg chg="add topLvl">
          <ac:chgData name="Aggie Menezes" userId="74619c95fa3483c9" providerId="LiveId" clId="{81CF669C-6996-674A-8375-EBD66AC830CF}" dt="2021-01-29T14:45:42.386" v="1272"/>
          <ac:inkMkLst>
            <pc:docMk/>
            <pc:sldMk cId="1485820774" sldId="314"/>
            <ac:inkMk id="57" creationId="{96C89F1A-44E1-2849-B62F-93AA96E6198B}"/>
          </ac:inkMkLst>
        </pc:inkChg>
        <pc:inkChg chg="add">
          <ac:chgData name="Aggie Menezes" userId="74619c95fa3483c9" providerId="LiveId" clId="{81CF669C-6996-674A-8375-EBD66AC830CF}" dt="2021-01-29T14:45:29.128" v="1256"/>
          <ac:inkMkLst>
            <pc:docMk/>
            <pc:sldMk cId="1485820774" sldId="314"/>
            <ac:inkMk id="60" creationId="{F742D40D-EC60-6640-8446-9D36FD32578E}"/>
          </ac:inkMkLst>
        </pc:inkChg>
        <pc:inkChg chg="add topLvl">
          <ac:chgData name="Aggie Menezes" userId="74619c95fa3483c9" providerId="LiveId" clId="{81CF669C-6996-674A-8375-EBD66AC830CF}" dt="2021-01-29T14:45:35.344" v="1270"/>
          <ac:inkMkLst>
            <pc:docMk/>
            <pc:sldMk cId="1485820774" sldId="314"/>
            <ac:inkMk id="61" creationId="{EB4CED61-C331-3C44-A20D-F9816D004361}"/>
          </ac:inkMkLst>
        </pc:inkChg>
        <pc:inkChg chg="add topLvl">
          <ac:chgData name="Aggie Menezes" userId="74619c95fa3483c9" providerId="LiveId" clId="{81CF669C-6996-674A-8375-EBD66AC830CF}" dt="2021-01-29T14:45:35.344" v="1270"/>
          <ac:inkMkLst>
            <pc:docMk/>
            <pc:sldMk cId="1485820774" sldId="314"/>
            <ac:inkMk id="62" creationId="{8509B581-4FB6-724B-9809-F3C1DA61981E}"/>
          </ac:inkMkLst>
        </pc:inkChg>
        <pc:inkChg chg="add topLvl">
          <ac:chgData name="Aggie Menezes" userId="74619c95fa3483c9" providerId="LiveId" clId="{81CF669C-6996-674A-8375-EBD66AC830CF}" dt="2021-01-29T14:45:35.344" v="1270"/>
          <ac:inkMkLst>
            <pc:docMk/>
            <pc:sldMk cId="1485820774" sldId="314"/>
            <ac:inkMk id="63" creationId="{97964CC2-0655-CE44-BB16-D59DEAECDE36}"/>
          </ac:inkMkLst>
        </pc:inkChg>
        <pc:inkChg chg="add topLvl">
          <ac:chgData name="Aggie Menezes" userId="74619c95fa3483c9" providerId="LiveId" clId="{81CF669C-6996-674A-8375-EBD66AC830CF}" dt="2021-01-29T14:45:35.344" v="1270"/>
          <ac:inkMkLst>
            <pc:docMk/>
            <pc:sldMk cId="1485820774" sldId="314"/>
            <ac:inkMk id="64" creationId="{36DBF4CE-FF01-B74B-B294-C61FABA1C06A}"/>
          </ac:inkMkLst>
        </pc:inkChg>
        <pc:inkChg chg="add topLvl">
          <ac:chgData name="Aggie Menezes" userId="74619c95fa3483c9" providerId="LiveId" clId="{81CF669C-6996-674A-8375-EBD66AC830CF}" dt="2021-01-29T14:45:35.344" v="1270"/>
          <ac:inkMkLst>
            <pc:docMk/>
            <pc:sldMk cId="1485820774" sldId="314"/>
            <ac:inkMk id="65" creationId="{FB708E98-BDEA-FB47-B5EB-E83261E68ED9}"/>
          </ac:inkMkLst>
        </pc:inkChg>
        <pc:inkChg chg="add">
          <ac:chgData name="Aggie Menezes" userId="74619c95fa3483c9" providerId="LiveId" clId="{81CF669C-6996-674A-8375-EBD66AC830CF}" dt="2021-01-29T14:45:32.236" v="1263"/>
          <ac:inkMkLst>
            <pc:docMk/>
            <pc:sldMk cId="1485820774" sldId="314"/>
            <ac:inkMk id="67" creationId="{267BE365-5C50-1846-B34C-885BC9966014}"/>
          </ac:inkMkLst>
        </pc:inkChg>
        <pc:inkChg chg="add">
          <ac:chgData name="Aggie Menezes" userId="74619c95fa3483c9" providerId="LiveId" clId="{81CF669C-6996-674A-8375-EBD66AC830CF}" dt="2021-01-29T14:45:32.420" v="1264"/>
          <ac:inkMkLst>
            <pc:docMk/>
            <pc:sldMk cId="1485820774" sldId="314"/>
            <ac:inkMk id="68" creationId="{F69832D2-BC5E-9440-A7A8-ABFF280F3F2F}"/>
          </ac:inkMkLst>
        </pc:inkChg>
        <pc:inkChg chg="add">
          <ac:chgData name="Aggie Menezes" userId="74619c95fa3483c9" providerId="LiveId" clId="{81CF669C-6996-674A-8375-EBD66AC830CF}" dt="2021-01-29T14:45:32.721" v="1265"/>
          <ac:inkMkLst>
            <pc:docMk/>
            <pc:sldMk cId="1485820774" sldId="314"/>
            <ac:inkMk id="69" creationId="{3C23F0D6-9E66-DA40-AFB6-A2293411BE14}"/>
          </ac:inkMkLst>
        </pc:inkChg>
        <pc:inkChg chg="add">
          <ac:chgData name="Aggie Menezes" userId="74619c95fa3483c9" providerId="LiveId" clId="{81CF669C-6996-674A-8375-EBD66AC830CF}" dt="2021-01-29T14:45:33.343" v="1266"/>
          <ac:inkMkLst>
            <pc:docMk/>
            <pc:sldMk cId="1485820774" sldId="314"/>
            <ac:inkMk id="70" creationId="{805C6E7D-20BF-C541-9EE1-E2FE92260EE1}"/>
          </ac:inkMkLst>
        </pc:inkChg>
        <pc:inkChg chg="add">
          <ac:chgData name="Aggie Menezes" userId="74619c95fa3483c9" providerId="LiveId" clId="{81CF669C-6996-674A-8375-EBD66AC830CF}" dt="2021-01-29T14:45:33.528" v="1267"/>
          <ac:inkMkLst>
            <pc:docMk/>
            <pc:sldMk cId="1485820774" sldId="314"/>
            <ac:inkMk id="71" creationId="{1E666B82-FD4E-6F4D-B99C-8D556E0CD8D2}"/>
          </ac:inkMkLst>
        </pc:inkChg>
        <pc:inkChg chg="add">
          <ac:chgData name="Aggie Menezes" userId="74619c95fa3483c9" providerId="LiveId" clId="{81CF669C-6996-674A-8375-EBD66AC830CF}" dt="2021-01-29T14:45:34.180" v="1268"/>
          <ac:inkMkLst>
            <pc:docMk/>
            <pc:sldMk cId="1485820774" sldId="314"/>
            <ac:inkMk id="72" creationId="{0B8E533A-FBDF-774C-95EA-D31C844D37E2}"/>
          </ac:inkMkLst>
        </pc:inkChg>
        <pc:inkChg chg="add">
          <ac:chgData name="Aggie Menezes" userId="74619c95fa3483c9" providerId="LiveId" clId="{81CF669C-6996-674A-8375-EBD66AC830CF}" dt="2021-01-29T14:45:34.722" v="1269"/>
          <ac:inkMkLst>
            <pc:docMk/>
            <pc:sldMk cId="1485820774" sldId="314"/>
            <ac:inkMk id="73" creationId="{066B534A-E3F8-3944-9597-08CE0DCBA71C}"/>
          </ac:inkMkLst>
        </pc:inkChg>
        <pc:inkChg chg="add">
          <ac:chgData name="Aggie Menezes" userId="74619c95fa3483c9" providerId="LiveId" clId="{81CF669C-6996-674A-8375-EBD66AC830CF}" dt="2021-01-29T14:45:41.844" v="1271"/>
          <ac:inkMkLst>
            <pc:docMk/>
            <pc:sldMk cId="1485820774" sldId="314"/>
            <ac:inkMk id="75" creationId="{4013D34E-D4B3-E945-8E14-218C6ADB5885}"/>
          </ac:inkMkLst>
        </pc:inkChg>
      </pc:sldChg>
      <pc:sldChg chg="addSp delSp new">
        <pc:chgData name="Aggie Menezes" userId="74619c95fa3483c9" providerId="LiveId" clId="{81CF669C-6996-674A-8375-EBD66AC830CF}" dt="2021-01-29T14:42:37.076" v="1138"/>
        <pc:sldMkLst>
          <pc:docMk/>
          <pc:sldMk cId="204016783" sldId="315"/>
        </pc:sldMkLst>
        <pc:grpChg chg="add del">
          <ac:chgData name="Aggie Menezes" userId="74619c95fa3483c9" providerId="LiveId" clId="{81CF669C-6996-674A-8375-EBD66AC830CF}" dt="2021-01-29T14:38:06.182" v="922"/>
          <ac:grpSpMkLst>
            <pc:docMk/>
            <pc:sldMk cId="204016783" sldId="315"/>
            <ac:grpSpMk id="6" creationId="{72233D5F-F11B-EB4E-B132-0DE35346FCB9}"/>
          </ac:grpSpMkLst>
        </pc:grpChg>
        <pc:grpChg chg="add del">
          <ac:chgData name="Aggie Menezes" userId="74619c95fa3483c9" providerId="LiveId" clId="{81CF669C-6996-674A-8375-EBD66AC830CF}" dt="2021-01-29T14:37:44.462" v="915"/>
          <ac:grpSpMkLst>
            <pc:docMk/>
            <pc:sldMk cId="204016783" sldId="315"/>
            <ac:grpSpMk id="10" creationId="{9693A7C2-D203-BB4F-A1EE-EECC44A1B7F0}"/>
          </ac:grpSpMkLst>
        </pc:grpChg>
        <pc:grpChg chg="add del">
          <ac:chgData name="Aggie Menezes" userId="74619c95fa3483c9" providerId="LiveId" clId="{81CF669C-6996-674A-8375-EBD66AC830CF}" dt="2021-01-29T14:38:06.201" v="926"/>
          <ac:grpSpMkLst>
            <pc:docMk/>
            <pc:sldMk cId="204016783" sldId="315"/>
            <ac:grpSpMk id="16" creationId="{38A9341D-391E-D34B-A3F0-261EA18C0CFC}"/>
          </ac:grpSpMkLst>
        </pc:grpChg>
        <pc:grpChg chg="add">
          <ac:chgData name="Aggie Menezes" userId="74619c95fa3483c9" providerId="LiveId" clId="{81CF669C-6996-674A-8375-EBD66AC830CF}" dt="2021-01-29T14:38:10.012" v="935"/>
          <ac:grpSpMkLst>
            <pc:docMk/>
            <pc:sldMk cId="204016783" sldId="315"/>
            <ac:grpSpMk id="24" creationId="{273B4524-C889-3A44-95DC-9CA0E865CA09}"/>
          </ac:grpSpMkLst>
        </pc:grpChg>
        <pc:grpChg chg="add">
          <ac:chgData name="Aggie Menezes" userId="74619c95fa3483c9" providerId="LiveId" clId="{81CF669C-6996-674A-8375-EBD66AC830CF}" dt="2021-01-29T14:38:12.072" v="938"/>
          <ac:grpSpMkLst>
            <pc:docMk/>
            <pc:sldMk cId="204016783" sldId="315"/>
            <ac:grpSpMk id="27" creationId="{57FD31E3-EA6B-8B4D-9E34-ADB76B28F457}"/>
          </ac:grpSpMkLst>
        </pc:grpChg>
        <pc:grpChg chg="add">
          <ac:chgData name="Aggie Menezes" userId="74619c95fa3483c9" providerId="LiveId" clId="{81CF669C-6996-674A-8375-EBD66AC830CF}" dt="2021-01-29T14:38:17.784" v="943"/>
          <ac:grpSpMkLst>
            <pc:docMk/>
            <pc:sldMk cId="204016783" sldId="315"/>
            <ac:grpSpMk id="32" creationId="{539FC0E9-8622-F14D-8C17-E6C4E4AA189B}"/>
          </ac:grpSpMkLst>
        </pc:grpChg>
        <pc:grpChg chg="add del">
          <ac:chgData name="Aggie Menezes" userId="74619c95fa3483c9" providerId="LiveId" clId="{81CF669C-6996-674A-8375-EBD66AC830CF}" dt="2021-01-29T14:38:42.081" v="967"/>
          <ac:grpSpMkLst>
            <pc:docMk/>
            <pc:sldMk cId="204016783" sldId="315"/>
            <ac:grpSpMk id="39" creationId="{0F4A17C0-D8B4-6B47-86A2-DD16DDB12FBD}"/>
          </ac:grpSpMkLst>
        </pc:grpChg>
        <pc:grpChg chg="add del">
          <ac:chgData name="Aggie Menezes" userId="74619c95fa3483c9" providerId="LiveId" clId="{81CF669C-6996-674A-8375-EBD66AC830CF}" dt="2021-01-29T14:38:42.081" v="967"/>
          <ac:grpSpMkLst>
            <pc:docMk/>
            <pc:sldMk cId="204016783" sldId="315"/>
            <ac:grpSpMk id="40" creationId="{582DFF5A-2CB2-CD42-AF45-7C98D1E043EB}"/>
          </ac:grpSpMkLst>
        </pc:grpChg>
        <pc:grpChg chg="add del">
          <ac:chgData name="Aggie Menezes" userId="74619c95fa3483c9" providerId="LiveId" clId="{81CF669C-6996-674A-8375-EBD66AC830CF}" dt="2021-01-29T14:38:42.081" v="967"/>
          <ac:grpSpMkLst>
            <pc:docMk/>
            <pc:sldMk cId="204016783" sldId="315"/>
            <ac:grpSpMk id="44" creationId="{D56CF151-0F94-2042-B34B-683BF937D38D}"/>
          </ac:grpSpMkLst>
        </pc:grpChg>
        <pc:grpChg chg="add del">
          <ac:chgData name="Aggie Menezes" userId="74619c95fa3483c9" providerId="LiveId" clId="{81CF669C-6996-674A-8375-EBD66AC830CF}" dt="2021-01-29T14:38:39.970" v="964"/>
          <ac:grpSpMkLst>
            <pc:docMk/>
            <pc:sldMk cId="204016783" sldId="315"/>
            <ac:grpSpMk id="52" creationId="{32AC6A4E-F86D-9B48-9C01-5607A6705436}"/>
          </ac:grpSpMkLst>
        </pc:grpChg>
        <pc:grpChg chg="add del">
          <ac:chgData name="Aggie Menezes" userId="74619c95fa3483c9" providerId="LiveId" clId="{81CF669C-6996-674A-8375-EBD66AC830CF}" dt="2021-01-29T14:38:42.081" v="967"/>
          <ac:grpSpMkLst>
            <pc:docMk/>
            <pc:sldMk cId="204016783" sldId="315"/>
            <ac:grpSpMk id="54" creationId="{6FC23B0A-25A2-7347-8E5B-8CDBA90A4405}"/>
          </ac:grpSpMkLst>
        </pc:grpChg>
        <pc:grpChg chg="add">
          <ac:chgData name="Aggie Menezes" userId="74619c95fa3483c9" providerId="LiveId" clId="{81CF669C-6996-674A-8375-EBD66AC830CF}" dt="2021-01-29T14:38:42.081" v="967"/>
          <ac:grpSpMkLst>
            <pc:docMk/>
            <pc:sldMk cId="204016783" sldId="315"/>
            <ac:grpSpMk id="57" creationId="{01E39394-061E-2949-BB93-1697A4E378B7}"/>
          </ac:grpSpMkLst>
        </pc:grpChg>
        <pc:grpChg chg="add">
          <ac:chgData name="Aggie Menezes" userId="74619c95fa3483c9" providerId="LiveId" clId="{81CF669C-6996-674A-8375-EBD66AC830CF}" dt="2021-01-29T14:38:45.726" v="971"/>
          <ac:grpSpMkLst>
            <pc:docMk/>
            <pc:sldMk cId="204016783" sldId="315"/>
            <ac:grpSpMk id="61" creationId="{505482D3-DF12-4743-9F4A-B1548E1A2F19}"/>
          </ac:grpSpMkLst>
        </pc:grpChg>
        <pc:grpChg chg="add">
          <ac:chgData name="Aggie Menezes" userId="74619c95fa3483c9" providerId="LiveId" clId="{81CF669C-6996-674A-8375-EBD66AC830CF}" dt="2021-01-29T14:38:54.943" v="981"/>
          <ac:grpSpMkLst>
            <pc:docMk/>
            <pc:sldMk cId="204016783" sldId="315"/>
            <ac:grpSpMk id="71" creationId="{518CFECD-1BFC-1740-9400-8069C5477D20}"/>
          </ac:grpSpMkLst>
        </pc:grpChg>
        <pc:grpChg chg="add">
          <ac:chgData name="Aggie Menezes" userId="74619c95fa3483c9" providerId="LiveId" clId="{81CF669C-6996-674A-8375-EBD66AC830CF}" dt="2021-01-29T14:38:54.943" v="981"/>
          <ac:grpSpMkLst>
            <pc:docMk/>
            <pc:sldMk cId="204016783" sldId="315"/>
            <ac:grpSpMk id="72" creationId="{2B50739F-D01A-AC4B-ABEC-09E1357D5EFD}"/>
          </ac:grpSpMkLst>
        </pc:grpChg>
        <pc:grpChg chg="add">
          <ac:chgData name="Aggie Menezes" userId="74619c95fa3483c9" providerId="LiveId" clId="{81CF669C-6996-674A-8375-EBD66AC830CF}" dt="2021-01-29T14:38:54.943" v="981"/>
          <ac:grpSpMkLst>
            <pc:docMk/>
            <pc:sldMk cId="204016783" sldId="315"/>
            <ac:grpSpMk id="73" creationId="{F25E3936-4C9F-9C48-A272-440040EAD149}"/>
          </ac:grpSpMkLst>
        </pc:grpChg>
        <pc:grpChg chg="add">
          <ac:chgData name="Aggie Menezes" userId="74619c95fa3483c9" providerId="LiveId" clId="{81CF669C-6996-674A-8375-EBD66AC830CF}" dt="2021-01-29T14:38:59.639" v="989"/>
          <ac:grpSpMkLst>
            <pc:docMk/>
            <pc:sldMk cId="204016783" sldId="315"/>
            <ac:grpSpMk id="81" creationId="{A6F5C5AB-ACBD-A443-9B02-3F5C1172C715}"/>
          </ac:grpSpMkLst>
        </pc:grpChg>
        <pc:grpChg chg="add">
          <ac:chgData name="Aggie Menezes" userId="74619c95fa3483c9" providerId="LiveId" clId="{81CF669C-6996-674A-8375-EBD66AC830CF}" dt="2021-01-29T14:38:59.639" v="989"/>
          <ac:grpSpMkLst>
            <pc:docMk/>
            <pc:sldMk cId="204016783" sldId="315"/>
            <ac:grpSpMk id="82" creationId="{C97AEA20-FB5C-214B-981F-F1AA942CF7F0}"/>
          </ac:grpSpMkLst>
        </pc:grpChg>
        <pc:grpChg chg="add">
          <ac:chgData name="Aggie Menezes" userId="74619c95fa3483c9" providerId="LiveId" clId="{81CF669C-6996-674A-8375-EBD66AC830CF}" dt="2021-01-29T14:38:59.639" v="989"/>
          <ac:grpSpMkLst>
            <pc:docMk/>
            <pc:sldMk cId="204016783" sldId="315"/>
            <ac:grpSpMk id="83" creationId="{9A3CBD87-EDEA-EF4C-ABC2-2E4FA0E210D8}"/>
          </ac:grpSpMkLst>
        </pc:grpChg>
        <pc:grpChg chg="add">
          <ac:chgData name="Aggie Menezes" userId="74619c95fa3483c9" providerId="LiveId" clId="{81CF669C-6996-674A-8375-EBD66AC830CF}" dt="2021-01-29T14:39:03.120" v="995"/>
          <ac:grpSpMkLst>
            <pc:docMk/>
            <pc:sldMk cId="204016783" sldId="315"/>
            <ac:grpSpMk id="89" creationId="{2C69FFC9-3EBD-6143-8CA5-9F65D91ADC7D}"/>
          </ac:grpSpMkLst>
        </pc:grpChg>
        <pc:grpChg chg="add">
          <ac:chgData name="Aggie Menezes" userId="74619c95fa3483c9" providerId="LiveId" clId="{81CF669C-6996-674A-8375-EBD66AC830CF}" dt="2021-01-29T14:39:19.253" v="1000"/>
          <ac:grpSpMkLst>
            <pc:docMk/>
            <pc:sldMk cId="204016783" sldId="315"/>
            <ac:grpSpMk id="94" creationId="{7F847D6A-402F-9B41-BBA6-8E01EFB6162D}"/>
          </ac:grpSpMkLst>
        </pc:grpChg>
        <pc:grpChg chg="add del">
          <ac:chgData name="Aggie Menezes" userId="74619c95fa3483c9" providerId="LiveId" clId="{81CF669C-6996-674A-8375-EBD66AC830CF}" dt="2021-01-29T14:39:25.459" v="1009"/>
          <ac:grpSpMkLst>
            <pc:docMk/>
            <pc:sldMk cId="204016783" sldId="315"/>
            <ac:grpSpMk id="101" creationId="{F07AD5A8-7F0B-5745-8746-EF58A2A3250D}"/>
          </ac:grpSpMkLst>
        </pc:grpChg>
        <pc:grpChg chg="add">
          <ac:chgData name="Aggie Menezes" userId="74619c95fa3483c9" providerId="LiveId" clId="{81CF669C-6996-674A-8375-EBD66AC830CF}" dt="2021-01-29T14:39:25.459" v="1009"/>
          <ac:grpSpMkLst>
            <pc:docMk/>
            <pc:sldMk cId="204016783" sldId="315"/>
            <ac:grpSpMk id="103" creationId="{4EBAD65B-83B4-5C45-ABCF-49B5D71F1F95}"/>
          </ac:grpSpMkLst>
        </pc:grpChg>
        <pc:grpChg chg="add">
          <ac:chgData name="Aggie Menezes" userId="74619c95fa3483c9" providerId="LiveId" clId="{81CF669C-6996-674A-8375-EBD66AC830CF}" dt="2021-01-29T14:39:30.678" v="1016"/>
          <ac:grpSpMkLst>
            <pc:docMk/>
            <pc:sldMk cId="204016783" sldId="315"/>
            <ac:grpSpMk id="106" creationId="{0D9C3E7B-DD09-8147-AC4B-61E4EE3CCB54}"/>
          </ac:grpSpMkLst>
        </pc:grpChg>
        <pc:grpChg chg="add del">
          <ac:chgData name="Aggie Menezes" userId="74619c95fa3483c9" providerId="LiveId" clId="{81CF669C-6996-674A-8375-EBD66AC830CF}" dt="2021-01-29T14:39:41.030" v="1026"/>
          <ac:grpSpMkLst>
            <pc:docMk/>
            <pc:sldMk cId="204016783" sldId="315"/>
            <ac:grpSpMk id="114" creationId="{8D2F2E97-FFB3-5C43-80DC-1608497AEA03}"/>
          </ac:grpSpMkLst>
        </pc:grpChg>
        <pc:grpChg chg="add del">
          <ac:chgData name="Aggie Menezes" userId="74619c95fa3483c9" providerId="LiveId" clId="{81CF669C-6996-674A-8375-EBD66AC830CF}" dt="2021-01-29T14:40:02.114" v="1050"/>
          <ac:grpSpMkLst>
            <pc:docMk/>
            <pc:sldMk cId="204016783" sldId="315"/>
            <ac:grpSpMk id="115" creationId="{E82C8291-2F9F-9246-B1EF-2FD7034D5105}"/>
          </ac:grpSpMkLst>
        </pc:grpChg>
        <pc:grpChg chg="add del">
          <ac:chgData name="Aggie Menezes" userId="74619c95fa3483c9" providerId="LiveId" clId="{81CF669C-6996-674A-8375-EBD66AC830CF}" dt="2021-01-29T14:39:43.099" v="1029"/>
          <ac:grpSpMkLst>
            <pc:docMk/>
            <pc:sldMk cId="204016783" sldId="315"/>
            <ac:grpSpMk id="117" creationId="{358F7648-0F6F-194F-916B-04C24DD0B245}"/>
          </ac:grpSpMkLst>
        </pc:grpChg>
        <pc:grpChg chg="add del">
          <ac:chgData name="Aggie Menezes" userId="74619c95fa3483c9" providerId="LiveId" clId="{81CF669C-6996-674A-8375-EBD66AC830CF}" dt="2021-01-29T14:40:02.114" v="1050"/>
          <ac:grpSpMkLst>
            <pc:docMk/>
            <pc:sldMk cId="204016783" sldId="315"/>
            <ac:grpSpMk id="120" creationId="{E0151A58-90E3-024D-BD3F-E5F0B13690B7}"/>
          </ac:grpSpMkLst>
        </pc:grpChg>
        <pc:grpChg chg="add del">
          <ac:chgData name="Aggie Menezes" userId="74619c95fa3483c9" providerId="LiveId" clId="{81CF669C-6996-674A-8375-EBD66AC830CF}" dt="2021-01-29T14:39:56.458" v="1044"/>
          <ac:grpSpMkLst>
            <pc:docMk/>
            <pc:sldMk cId="204016783" sldId="315"/>
            <ac:grpSpMk id="123" creationId="{02953DB6-CA20-DA45-88BF-85A45841DB61}"/>
          </ac:grpSpMkLst>
        </pc:grpChg>
        <pc:grpChg chg="add del">
          <ac:chgData name="Aggie Menezes" userId="74619c95fa3483c9" providerId="LiveId" clId="{81CF669C-6996-674A-8375-EBD66AC830CF}" dt="2021-01-29T14:39:58.269" v="1046"/>
          <ac:grpSpMkLst>
            <pc:docMk/>
            <pc:sldMk cId="204016783" sldId="315"/>
            <ac:grpSpMk id="135" creationId="{0C3FB876-1EF7-864F-ACAB-1BF9DF079732}"/>
          </ac:grpSpMkLst>
        </pc:grpChg>
        <pc:grpChg chg="add del">
          <ac:chgData name="Aggie Menezes" userId="74619c95fa3483c9" providerId="LiveId" clId="{81CF669C-6996-674A-8375-EBD66AC830CF}" dt="2021-01-29T14:40:02.114" v="1050"/>
          <ac:grpSpMkLst>
            <pc:docMk/>
            <pc:sldMk cId="204016783" sldId="315"/>
            <ac:grpSpMk id="136" creationId="{2E8A3BF9-FFB2-3748-A3D7-B98E58A9320E}"/>
          </ac:grpSpMkLst>
        </pc:grpChg>
        <pc:grpChg chg="add del">
          <ac:chgData name="Aggie Menezes" userId="74619c95fa3483c9" providerId="LiveId" clId="{81CF669C-6996-674A-8375-EBD66AC830CF}" dt="2021-01-29T14:40:02.114" v="1050"/>
          <ac:grpSpMkLst>
            <pc:docMk/>
            <pc:sldMk cId="204016783" sldId="315"/>
            <ac:grpSpMk id="138" creationId="{6CFA693D-1494-694B-AEEB-75814DAD4433}"/>
          </ac:grpSpMkLst>
        </pc:grpChg>
        <pc:grpChg chg="add del">
          <ac:chgData name="Aggie Menezes" userId="74619c95fa3483c9" providerId="LiveId" clId="{81CF669C-6996-674A-8375-EBD66AC830CF}" dt="2021-01-29T14:40:16.956" v="1066"/>
          <ac:grpSpMkLst>
            <pc:docMk/>
            <pc:sldMk cId="204016783" sldId="315"/>
            <ac:grpSpMk id="142" creationId="{6394E8FE-AC22-0442-ABB9-5935DA7A3F8D}"/>
          </ac:grpSpMkLst>
        </pc:grpChg>
        <pc:grpChg chg="add del">
          <ac:chgData name="Aggie Menezes" userId="74619c95fa3483c9" providerId="LiveId" clId="{81CF669C-6996-674A-8375-EBD66AC830CF}" dt="2021-01-29T14:40:16.956" v="1066"/>
          <ac:grpSpMkLst>
            <pc:docMk/>
            <pc:sldMk cId="204016783" sldId="315"/>
            <ac:grpSpMk id="149" creationId="{3A62B70B-BD9F-9743-AAA3-2048B5CD3B98}"/>
          </ac:grpSpMkLst>
        </pc:grpChg>
        <pc:grpChg chg="add del">
          <ac:chgData name="Aggie Menezes" userId="74619c95fa3483c9" providerId="LiveId" clId="{81CF669C-6996-674A-8375-EBD66AC830CF}" dt="2021-01-29T14:40:16.956" v="1066"/>
          <ac:grpSpMkLst>
            <pc:docMk/>
            <pc:sldMk cId="204016783" sldId="315"/>
            <ac:grpSpMk id="154" creationId="{64E3323D-644F-5D49-B5C4-D5D3BB46BE04}"/>
          </ac:grpSpMkLst>
        </pc:grpChg>
        <pc:grpChg chg="add">
          <ac:chgData name="Aggie Menezes" userId="74619c95fa3483c9" providerId="LiveId" clId="{81CF669C-6996-674A-8375-EBD66AC830CF}" dt="2021-01-29T14:40:16.956" v="1066"/>
          <ac:grpSpMkLst>
            <pc:docMk/>
            <pc:sldMk cId="204016783" sldId="315"/>
            <ac:grpSpMk id="158" creationId="{0AD4FF65-4AAE-D640-ABD9-AA48F64B167C}"/>
          </ac:grpSpMkLst>
        </pc:grpChg>
        <pc:grpChg chg="add del">
          <ac:chgData name="Aggie Menezes" userId="74619c95fa3483c9" providerId="LiveId" clId="{81CF669C-6996-674A-8375-EBD66AC830CF}" dt="2021-01-29T14:40:31.966" v="1082"/>
          <ac:grpSpMkLst>
            <pc:docMk/>
            <pc:sldMk cId="204016783" sldId="315"/>
            <ac:grpSpMk id="163" creationId="{68604DE9-22D4-3F40-AF93-B2EE0F92F917}"/>
          </ac:grpSpMkLst>
        </pc:grpChg>
        <pc:grpChg chg="add del">
          <ac:chgData name="Aggie Menezes" userId="74619c95fa3483c9" providerId="LiveId" clId="{81CF669C-6996-674A-8375-EBD66AC830CF}" dt="2021-01-29T14:40:31.966" v="1082"/>
          <ac:grpSpMkLst>
            <pc:docMk/>
            <pc:sldMk cId="204016783" sldId="315"/>
            <ac:grpSpMk id="172" creationId="{6288AA50-30AB-B645-8321-EE1F6E5CB49F}"/>
          </ac:grpSpMkLst>
        </pc:grpChg>
        <pc:grpChg chg="add del">
          <ac:chgData name="Aggie Menezes" userId="74619c95fa3483c9" providerId="LiveId" clId="{81CF669C-6996-674A-8375-EBD66AC830CF}" dt="2021-01-29T14:40:31.966" v="1082"/>
          <ac:grpSpMkLst>
            <pc:docMk/>
            <pc:sldMk cId="204016783" sldId="315"/>
            <ac:grpSpMk id="173" creationId="{A8A5F6E3-FAD5-5F40-A8AB-93ECED821BD3}"/>
          </ac:grpSpMkLst>
        </pc:grpChg>
        <pc:grpChg chg="add">
          <ac:chgData name="Aggie Menezes" userId="74619c95fa3483c9" providerId="LiveId" clId="{81CF669C-6996-674A-8375-EBD66AC830CF}" dt="2021-01-29T14:40:31.966" v="1082"/>
          <ac:grpSpMkLst>
            <pc:docMk/>
            <pc:sldMk cId="204016783" sldId="315"/>
            <ac:grpSpMk id="175" creationId="{7718C68D-DE45-994F-85DF-7B3962D0532F}"/>
          </ac:grpSpMkLst>
        </pc:grpChg>
        <pc:grpChg chg="add del">
          <ac:chgData name="Aggie Menezes" userId="74619c95fa3483c9" providerId="LiveId" clId="{81CF669C-6996-674A-8375-EBD66AC830CF}" dt="2021-01-29T14:41:54.332" v="1097"/>
          <ac:grpSpMkLst>
            <pc:docMk/>
            <pc:sldMk cId="204016783" sldId="315"/>
            <ac:grpSpMk id="180" creationId="{73DC376A-E94C-C24D-9E38-C3C6912445FA}"/>
          </ac:grpSpMkLst>
        </pc:grpChg>
        <pc:grpChg chg="add del">
          <ac:chgData name="Aggie Menezes" userId="74619c95fa3483c9" providerId="LiveId" clId="{81CF669C-6996-674A-8375-EBD66AC830CF}" dt="2021-01-29T14:41:54.332" v="1097"/>
          <ac:grpSpMkLst>
            <pc:docMk/>
            <pc:sldMk cId="204016783" sldId="315"/>
            <ac:grpSpMk id="183" creationId="{1F837C56-248A-3347-9782-05FD874F8034}"/>
          </ac:grpSpMkLst>
        </pc:grpChg>
        <pc:grpChg chg="add del">
          <ac:chgData name="Aggie Menezes" userId="74619c95fa3483c9" providerId="LiveId" clId="{81CF669C-6996-674A-8375-EBD66AC830CF}" dt="2021-01-29T14:41:58.244" v="1099"/>
          <ac:grpSpMkLst>
            <pc:docMk/>
            <pc:sldMk cId="204016783" sldId="315"/>
            <ac:grpSpMk id="190" creationId="{C7004C87-D201-EC4F-8BB2-98F342442F8E}"/>
          </ac:grpSpMkLst>
        </pc:grpChg>
        <pc:grpChg chg="add del">
          <ac:chgData name="Aggie Menezes" userId="74619c95fa3483c9" providerId="LiveId" clId="{81CF669C-6996-674A-8375-EBD66AC830CF}" dt="2021-01-29T14:42:01.133" v="1104"/>
          <ac:grpSpMkLst>
            <pc:docMk/>
            <pc:sldMk cId="204016783" sldId="315"/>
            <ac:grpSpMk id="192" creationId="{1385C99C-CF5E-AC4E-880D-C9D731EB3CC2}"/>
          </ac:grpSpMkLst>
        </pc:grpChg>
        <pc:grpChg chg="add del">
          <ac:chgData name="Aggie Menezes" userId="74619c95fa3483c9" providerId="LiveId" clId="{81CF669C-6996-674A-8375-EBD66AC830CF}" dt="2021-01-29T14:42:02.011" v="1106"/>
          <ac:grpSpMkLst>
            <pc:docMk/>
            <pc:sldMk cId="204016783" sldId="315"/>
            <ac:grpSpMk id="197" creationId="{98DA334D-95D2-2641-BCD2-837AE30537E9}"/>
          </ac:grpSpMkLst>
        </pc:grpChg>
        <pc:grpChg chg="add del">
          <ac:chgData name="Aggie Menezes" userId="74619c95fa3483c9" providerId="LiveId" clId="{81CF669C-6996-674A-8375-EBD66AC830CF}" dt="2021-01-29T14:42:04.695" v="1108"/>
          <ac:grpSpMkLst>
            <pc:docMk/>
            <pc:sldMk cId="204016783" sldId="315"/>
            <ac:grpSpMk id="199" creationId="{09F9AD18-FAC3-144A-8B66-81B791580511}"/>
          </ac:grpSpMkLst>
        </pc:grpChg>
        <pc:grpChg chg="add del">
          <ac:chgData name="Aggie Menezes" userId="74619c95fa3483c9" providerId="LiveId" clId="{81CF669C-6996-674A-8375-EBD66AC830CF}" dt="2021-01-29T14:42:09.106" v="1113"/>
          <ac:grpSpMkLst>
            <pc:docMk/>
            <pc:sldMk cId="204016783" sldId="315"/>
            <ac:grpSpMk id="201" creationId="{B671D2EC-6D34-9946-8F46-F4DC9B58FD93}"/>
          </ac:grpSpMkLst>
        </pc:grpChg>
        <pc:grpChg chg="add">
          <ac:chgData name="Aggie Menezes" userId="74619c95fa3483c9" providerId="LiveId" clId="{81CF669C-6996-674A-8375-EBD66AC830CF}" dt="2021-01-29T14:42:09.106" v="1113"/>
          <ac:grpSpMkLst>
            <pc:docMk/>
            <pc:sldMk cId="204016783" sldId="315"/>
            <ac:grpSpMk id="206" creationId="{AD8CA3A9-B5EA-604F-9FCC-2A48F88FEDA3}"/>
          </ac:grpSpMkLst>
        </pc:grpChg>
        <pc:grpChg chg="add">
          <ac:chgData name="Aggie Menezes" userId="74619c95fa3483c9" providerId="LiveId" clId="{81CF669C-6996-674A-8375-EBD66AC830CF}" dt="2021-01-29T14:42:11.920" v="1119"/>
          <ac:grpSpMkLst>
            <pc:docMk/>
            <pc:sldMk cId="204016783" sldId="315"/>
            <ac:grpSpMk id="212" creationId="{EBBA3C38-05DD-E746-B6E3-E1CF5CB1162E}"/>
          </ac:grpSpMkLst>
        </pc:grpChg>
        <pc:grpChg chg="add">
          <ac:chgData name="Aggie Menezes" userId="74619c95fa3483c9" providerId="LiveId" clId="{81CF669C-6996-674A-8375-EBD66AC830CF}" dt="2021-01-29T14:42:11.920" v="1119"/>
          <ac:grpSpMkLst>
            <pc:docMk/>
            <pc:sldMk cId="204016783" sldId="315"/>
            <ac:grpSpMk id="213" creationId="{A5661C28-9AC4-F747-A63B-B1B895F12448}"/>
          </ac:grpSpMkLst>
        </pc:grpChg>
        <pc:grpChg chg="add del">
          <ac:chgData name="Aggie Menezes" userId="74619c95fa3483c9" providerId="LiveId" clId="{81CF669C-6996-674A-8375-EBD66AC830CF}" dt="2021-01-29T14:42:15.294" v="1125"/>
          <ac:grpSpMkLst>
            <pc:docMk/>
            <pc:sldMk cId="204016783" sldId="315"/>
            <ac:grpSpMk id="217" creationId="{31EEB2DE-BEFE-9F4E-9B9E-850813731071}"/>
          </ac:grpSpMkLst>
        </pc:grpChg>
        <pc:grpChg chg="add del">
          <ac:chgData name="Aggie Menezes" userId="74619c95fa3483c9" providerId="LiveId" clId="{81CF669C-6996-674A-8375-EBD66AC830CF}" dt="2021-01-29T14:42:18.270" v="1128"/>
          <ac:grpSpMkLst>
            <pc:docMk/>
            <pc:sldMk cId="204016783" sldId="315"/>
            <ac:grpSpMk id="219" creationId="{CB9C4482-6007-3A4E-907A-A0164DB3C288}"/>
          </ac:grpSpMkLst>
        </pc:grpChg>
        <pc:grpChg chg="add del">
          <ac:chgData name="Aggie Menezes" userId="74619c95fa3483c9" providerId="LiveId" clId="{81CF669C-6996-674A-8375-EBD66AC830CF}" dt="2021-01-29T14:42:19.605" v="1130"/>
          <ac:grpSpMkLst>
            <pc:docMk/>
            <pc:sldMk cId="204016783" sldId="315"/>
            <ac:grpSpMk id="222" creationId="{A013C5CF-444A-6445-A2EC-40458099B02E}"/>
          </ac:grpSpMkLst>
        </pc:grpChg>
        <pc:grpChg chg="add">
          <ac:chgData name="Aggie Menezes" userId="74619c95fa3483c9" providerId="LiveId" clId="{81CF669C-6996-674A-8375-EBD66AC830CF}" dt="2021-01-29T14:42:19.605" v="1130"/>
          <ac:grpSpMkLst>
            <pc:docMk/>
            <pc:sldMk cId="204016783" sldId="315"/>
            <ac:grpSpMk id="224" creationId="{1A5120BA-28DF-304E-A5A8-70C5A48895D4}"/>
          </ac:grpSpMkLst>
        </pc:grpChg>
        <pc:grpChg chg="add del">
          <ac:chgData name="Aggie Menezes" userId="74619c95fa3483c9" providerId="LiveId" clId="{81CF669C-6996-674A-8375-EBD66AC830CF}" dt="2021-01-29T14:42:37.076" v="1138"/>
          <ac:grpSpMkLst>
            <pc:docMk/>
            <pc:sldMk cId="204016783" sldId="315"/>
            <ac:grpSpMk id="229" creationId="{B1A6E494-2415-354F-AE5C-FEAB50DE69C9}"/>
          </ac:grpSpMkLst>
        </pc:grpChg>
        <pc:grpChg chg="add">
          <ac:chgData name="Aggie Menezes" userId="74619c95fa3483c9" providerId="LiveId" clId="{81CF669C-6996-674A-8375-EBD66AC830CF}" dt="2021-01-29T14:42:37.076" v="1138"/>
          <ac:grpSpMkLst>
            <pc:docMk/>
            <pc:sldMk cId="204016783" sldId="315"/>
            <ac:grpSpMk id="232" creationId="{C60A7BC4-ACCB-CD4B-8917-92A544521717}"/>
          </ac:grpSpMkLst>
        </pc:grpChg>
        <pc:inkChg chg="add del topLvl">
          <ac:chgData name="Aggie Menezes" userId="74619c95fa3483c9" providerId="LiveId" clId="{81CF669C-6996-674A-8375-EBD66AC830CF}" dt="2021-01-29T14:38:06.182" v="922"/>
          <ac:inkMkLst>
            <pc:docMk/>
            <pc:sldMk cId="204016783" sldId="315"/>
            <ac:inkMk id="3" creationId="{2647832D-B4CE-7D4E-AB05-F889E85DC4A3}"/>
          </ac:inkMkLst>
        </pc:inkChg>
        <pc:inkChg chg="add del">
          <ac:chgData name="Aggie Menezes" userId="74619c95fa3483c9" providerId="LiveId" clId="{81CF669C-6996-674A-8375-EBD66AC830CF}" dt="2021-01-29T14:38:06.158" v="917"/>
          <ac:inkMkLst>
            <pc:docMk/>
            <pc:sldMk cId="204016783" sldId="315"/>
            <ac:inkMk id="4" creationId="{3878B79B-F4CB-0A44-9D9F-35E7BF4C6166}"/>
          </ac:inkMkLst>
        </pc:inkChg>
        <pc:inkChg chg="add del topLvl">
          <ac:chgData name="Aggie Menezes" userId="74619c95fa3483c9" providerId="LiveId" clId="{81CF669C-6996-674A-8375-EBD66AC830CF}" dt="2021-01-29T14:38:06.187" v="923"/>
          <ac:inkMkLst>
            <pc:docMk/>
            <pc:sldMk cId="204016783" sldId="315"/>
            <ac:inkMk id="5" creationId="{1D5109BB-7678-C649-9D94-6A666E819001}"/>
          </ac:inkMkLst>
        </pc:inkChg>
        <pc:inkChg chg="add del topLvl">
          <ac:chgData name="Aggie Menezes" userId="74619c95fa3483c9" providerId="LiveId" clId="{81CF669C-6996-674A-8375-EBD66AC830CF}" dt="2021-01-29T14:38:06.174" v="920"/>
          <ac:inkMkLst>
            <pc:docMk/>
            <pc:sldMk cId="204016783" sldId="315"/>
            <ac:inkMk id="7" creationId="{CC77AE64-4DD2-FE41-A399-14C3E59D9716}"/>
          </ac:inkMkLst>
        </pc:inkChg>
        <pc:inkChg chg="add del topLvl">
          <ac:chgData name="Aggie Menezes" userId="74619c95fa3483c9" providerId="LiveId" clId="{81CF669C-6996-674A-8375-EBD66AC830CF}" dt="2021-01-29T14:38:06.195" v="925"/>
          <ac:inkMkLst>
            <pc:docMk/>
            <pc:sldMk cId="204016783" sldId="315"/>
            <ac:inkMk id="8" creationId="{EBF84691-52B4-4345-B7E2-C8A77F0FD83D}"/>
          </ac:inkMkLst>
        </pc:inkChg>
        <pc:inkChg chg="add del topLvl">
          <ac:chgData name="Aggie Menezes" userId="74619c95fa3483c9" providerId="LiveId" clId="{81CF669C-6996-674A-8375-EBD66AC830CF}" dt="2021-01-29T14:38:06.201" v="926"/>
          <ac:inkMkLst>
            <pc:docMk/>
            <pc:sldMk cId="204016783" sldId="315"/>
            <ac:inkMk id="9" creationId="{97243D19-4532-8749-8E60-4AAEDC565733}"/>
          </ac:inkMkLst>
        </pc:inkChg>
        <pc:inkChg chg="add del">
          <ac:chgData name="Aggie Menezes" userId="74619c95fa3483c9" providerId="LiveId" clId="{81CF669C-6996-674A-8375-EBD66AC830CF}" dt="2021-01-29T14:38:06.164" v="918"/>
          <ac:inkMkLst>
            <pc:docMk/>
            <pc:sldMk cId="204016783" sldId="315"/>
            <ac:inkMk id="11" creationId="{9405B77C-C353-3940-AAF5-854A57079586}"/>
          </ac:inkMkLst>
        </pc:inkChg>
        <pc:inkChg chg="add del">
          <ac:chgData name="Aggie Menezes" userId="74619c95fa3483c9" providerId="LiveId" clId="{81CF669C-6996-674A-8375-EBD66AC830CF}" dt="2021-01-29T14:38:06.191" v="924"/>
          <ac:inkMkLst>
            <pc:docMk/>
            <pc:sldMk cId="204016783" sldId="315"/>
            <ac:inkMk id="12" creationId="{1E3EA149-03AF-A04B-9975-74AAFB78798D}"/>
          </ac:inkMkLst>
        </pc:inkChg>
        <pc:inkChg chg="add del">
          <ac:chgData name="Aggie Menezes" userId="74619c95fa3483c9" providerId="LiveId" clId="{81CF669C-6996-674A-8375-EBD66AC830CF}" dt="2021-01-29T14:38:06.177" v="921"/>
          <ac:inkMkLst>
            <pc:docMk/>
            <pc:sldMk cId="204016783" sldId="315"/>
            <ac:inkMk id="13" creationId="{1642E674-201D-CA4A-BA7C-14905E4725AE}"/>
          </ac:inkMkLst>
        </pc:inkChg>
        <pc:inkChg chg="add del">
          <ac:chgData name="Aggie Menezes" userId="74619c95fa3483c9" providerId="LiveId" clId="{81CF669C-6996-674A-8375-EBD66AC830CF}" dt="2021-01-29T14:38:06.169" v="919"/>
          <ac:inkMkLst>
            <pc:docMk/>
            <pc:sldMk cId="204016783" sldId="315"/>
            <ac:inkMk id="14" creationId="{9098E29F-E9A4-364A-AB63-EB69DEE3F9B7}"/>
          </ac:inkMkLst>
        </pc:inkChg>
        <pc:inkChg chg="add del topLvl">
          <ac:chgData name="Aggie Menezes" userId="74619c95fa3483c9" providerId="LiveId" clId="{81CF669C-6996-674A-8375-EBD66AC830CF}" dt="2021-01-29T14:38:06.203" v="927"/>
          <ac:inkMkLst>
            <pc:docMk/>
            <pc:sldMk cId="204016783" sldId="315"/>
            <ac:inkMk id="15" creationId="{FB884DB2-6B3B-1E4F-A588-CBA916813A91}"/>
          </ac:inkMkLst>
        </pc:inkChg>
        <pc:inkChg chg="add del">
          <ac:chgData name="Aggie Menezes" userId="74619c95fa3483c9" providerId="LiveId" clId="{81CF669C-6996-674A-8375-EBD66AC830CF}" dt="2021-01-29T14:38:06.206" v="928"/>
          <ac:inkMkLst>
            <pc:docMk/>
            <pc:sldMk cId="204016783" sldId="315"/>
            <ac:inkMk id="17" creationId="{F1977CAD-2ADF-B44C-974B-42F9F2EE4D6F}"/>
          </ac:inkMkLst>
        </pc:inkChg>
        <pc:inkChg chg="add">
          <ac:chgData name="Aggie Menezes" userId="74619c95fa3483c9" providerId="LiveId" clId="{81CF669C-6996-674A-8375-EBD66AC830CF}" dt="2021-01-29T14:38:07.895" v="929"/>
          <ac:inkMkLst>
            <pc:docMk/>
            <pc:sldMk cId="204016783" sldId="315"/>
            <ac:inkMk id="18" creationId="{9DFF3F41-C64C-CF42-B005-0128C3BECB05}"/>
          </ac:inkMkLst>
        </pc:inkChg>
        <pc:inkChg chg="add">
          <ac:chgData name="Aggie Menezes" userId="74619c95fa3483c9" providerId="LiveId" clId="{81CF669C-6996-674A-8375-EBD66AC830CF}" dt="2021-01-29T14:38:08.336" v="930"/>
          <ac:inkMkLst>
            <pc:docMk/>
            <pc:sldMk cId="204016783" sldId="315"/>
            <ac:inkMk id="19" creationId="{07D7208B-B939-7C44-9522-2EE8245998D1}"/>
          </ac:inkMkLst>
        </pc:inkChg>
        <pc:inkChg chg="add">
          <ac:chgData name="Aggie Menezes" userId="74619c95fa3483c9" providerId="LiveId" clId="{81CF669C-6996-674A-8375-EBD66AC830CF}" dt="2021-01-29T14:38:08.516" v="931"/>
          <ac:inkMkLst>
            <pc:docMk/>
            <pc:sldMk cId="204016783" sldId="315"/>
            <ac:inkMk id="20" creationId="{B5F60409-1F4E-5A4F-9B10-0FE247211C09}"/>
          </ac:inkMkLst>
        </pc:inkChg>
        <pc:inkChg chg="add">
          <ac:chgData name="Aggie Menezes" userId="74619c95fa3483c9" providerId="LiveId" clId="{81CF669C-6996-674A-8375-EBD66AC830CF}" dt="2021-01-29T14:38:08.722" v="932"/>
          <ac:inkMkLst>
            <pc:docMk/>
            <pc:sldMk cId="204016783" sldId="315"/>
            <ac:inkMk id="21" creationId="{E0BC8148-F9DB-624A-965C-E5254D013884}"/>
          </ac:inkMkLst>
        </pc:inkChg>
        <pc:inkChg chg="add">
          <ac:chgData name="Aggie Menezes" userId="74619c95fa3483c9" providerId="LiveId" clId="{81CF669C-6996-674A-8375-EBD66AC830CF}" dt="2021-01-29T14:38:08.936" v="933"/>
          <ac:inkMkLst>
            <pc:docMk/>
            <pc:sldMk cId="204016783" sldId="315"/>
            <ac:inkMk id="22" creationId="{07F293EE-A37C-D64A-8E6F-8AC2C14E13DA}"/>
          </ac:inkMkLst>
        </pc:inkChg>
        <pc:inkChg chg="add">
          <ac:chgData name="Aggie Menezes" userId="74619c95fa3483c9" providerId="LiveId" clId="{81CF669C-6996-674A-8375-EBD66AC830CF}" dt="2021-01-29T14:38:09.403" v="934"/>
          <ac:inkMkLst>
            <pc:docMk/>
            <pc:sldMk cId="204016783" sldId="315"/>
            <ac:inkMk id="23" creationId="{806EA170-0F22-6048-B2C1-1CDF868F52AE}"/>
          </ac:inkMkLst>
        </pc:inkChg>
        <pc:inkChg chg="add">
          <ac:chgData name="Aggie Menezes" userId="74619c95fa3483c9" providerId="LiveId" clId="{81CF669C-6996-674A-8375-EBD66AC830CF}" dt="2021-01-29T14:38:10.969" v="936"/>
          <ac:inkMkLst>
            <pc:docMk/>
            <pc:sldMk cId="204016783" sldId="315"/>
            <ac:inkMk id="25" creationId="{93DE3B69-3E33-0A49-BCC8-7966A98C037E}"/>
          </ac:inkMkLst>
        </pc:inkChg>
        <pc:inkChg chg="add">
          <ac:chgData name="Aggie Menezes" userId="74619c95fa3483c9" providerId="LiveId" clId="{81CF669C-6996-674A-8375-EBD66AC830CF}" dt="2021-01-29T14:38:11.141" v="937"/>
          <ac:inkMkLst>
            <pc:docMk/>
            <pc:sldMk cId="204016783" sldId="315"/>
            <ac:inkMk id="26" creationId="{7F28865A-D20F-1246-96DC-2924FAA36BD2}"/>
          </ac:inkMkLst>
        </pc:inkChg>
        <pc:inkChg chg="add">
          <ac:chgData name="Aggie Menezes" userId="74619c95fa3483c9" providerId="LiveId" clId="{81CF669C-6996-674A-8375-EBD66AC830CF}" dt="2021-01-29T14:38:15.646" v="939"/>
          <ac:inkMkLst>
            <pc:docMk/>
            <pc:sldMk cId="204016783" sldId="315"/>
            <ac:inkMk id="28" creationId="{C0B008CC-97BD-1E47-A318-9F28E2AAB3E6}"/>
          </ac:inkMkLst>
        </pc:inkChg>
        <pc:inkChg chg="add">
          <ac:chgData name="Aggie Menezes" userId="74619c95fa3483c9" providerId="LiveId" clId="{81CF669C-6996-674A-8375-EBD66AC830CF}" dt="2021-01-29T14:38:15.847" v="940"/>
          <ac:inkMkLst>
            <pc:docMk/>
            <pc:sldMk cId="204016783" sldId="315"/>
            <ac:inkMk id="29" creationId="{478AE61C-4BF9-2142-9270-909BC8158BC9}"/>
          </ac:inkMkLst>
        </pc:inkChg>
        <pc:inkChg chg="add">
          <ac:chgData name="Aggie Menezes" userId="74619c95fa3483c9" providerId="LiveId" clId="{81CF669C-6996-674A-8375-EBD66AC830CF}" dt="2021-01-29T14:38:16.691" v="941"/>
          <ac:inkMkLst>
            <pc:docMk/>
            <pc:sldMk cId="204016783" sldId="315"/>
            <ac:inkMk id="30" creationId="{1B49C8EA-C7B4-8C4A-B333-87F56F294066}"/>
          </ac:inkMkLst>
        </pc:inkChg>
        <pc:inkChg chg="add">
          <ac:chgData name="Aggie Menezes" userId="74619c95fa3483c9" providerId="LiveId" clId="{81CF669C-6996-674A-8375-EBD66AC830CF}" dt="2021-01-29T14:38:17.040" v="942"/>
          <ac:inkMkLst>
            <pc:docMk/>
            <pc:sldMk cId="204016783" sldId="315"/>
            <ac:inkMk id="31" creationId="{A608A945-22C2-944B-B633-68DF50C434C5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33" creationId="{F3D3F136-C461-EC4A-8C56-C67C64FFC598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34" creationId="{6E40014C-38E2-1F4B-803C-5078F77E11B5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35" creationId="{2CA902C5-1633-E547-A882-EEE43FFFCBB8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36" creationId="{297ED832-C740-3748-B0A7-3EB7964A9894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37" creationId="{590D8199-07AE-B649-9273-1F9C95D1DBE9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38" creationId="{7F3A6E20-2B02-5147-AAB3-CBDD3DDDAA93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41" creationId="{C589850A-1E9E-FA47-8619-2F8A3C826A2E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42" creationId="{85B645D7-3836-6543-BEEE-39E85693858C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43" creationId="{ED1C033A-4139-364D-91EF-48115332F55F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45" creationId="{76C7CF0A-1D59-AF45-A76F-026FC323C8E9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46" creationId="{BFC282F9-091B-6545-813F-3EA771500FF3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47" creationId="{A5EF5C78-3FCB-904E-A9A1-49AB8432E0AF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48" creationId="{545C63A4-DFA3-5848-8173-437134D79FA4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49" creationId="{26A7FEF5-36ED-7E40-A7CE-791DF377F41C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50" creationId="{D778A9D4-A5E0-914F-855A-8FC8737DC8F1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51" creationId="{DAFB2046-88AC-EF4F-AEEC-8E39F1A2D707}"/>
          </ac:inkMkLst>
        </pc:inkChg>
        <pc:inkChg chg="add topLvl">
          <ac:chgData name="Aggie Menezes" userId="74619c95fa3483c9" providerId="LiveId" clId="{81CF669C-6996-674A-8375-EBD66AC830CF}" dt="2021-01-29T14:38:42.081" v="967"/>
          <ac:inkMkLst>
            <pc:docMk/>
            <pc:sldMk cId="204016783" sldId="315"/>
            <ac:inkMk id="53" creationId="{91614514-ECCF-CA42-AB4C-D307D6CA6A2B}"/>
          </ac:inkMkLst>
        </pc:inkChg>
        <pc:inkChg chg="add">
          <ac:chgData name="Aggie Menezes" userId="74619c95fa3483c9" providerId="LiveId" clId="{81CF669C-6996-674A-8375-EBD66AC830CF}" dt="2021-01-29T14:38:40.967" v="965"/>
          <ac:inkMkLst>
            <pc:docMk/>
            <pc:sldMk cId="204016783" sldId="315"/>
            <ac:inkMk id="55" creationId="{8B3B3B51-F76A-6447-A6B5-9CE74B6F08E3}"/>
          </ac:inkMkLst>
        </pc:inkChg>
        <pc:inkChg chg="add">
          <ac:chgData name="Aggie Menezes" userId="74619c95fa3483c9" providerId="LiveId" clId="{81CF669C-6996-674A-8375-EBD66AC830CF}" dt="2021-01-29T14:38:41.150" v="966"/>
          <ac:inkMkLst>
            <pc:docMk/>
            <pc:sldMk cId="204016783" sldId="315"/>
            <ac:inkMk id="56" creationId="{875CA64D-2957-C544-85A4-5FAE6D793C2B}"/>
          </ac:inkMkLst>
        </pc:inkChg>
        <pc:inkChg chg="add">
          <ac:chgData name="Aggie Menezes" userId="74619c95fa3483c9" providerId="LiveId" clId="{81CF669C-6996-674A-8375-EBD66AC830CF}" dt="2021-01-29T14:38:43.546" v="968"/>
          <ac:inkMkLst>
            <pc:docMk/>
            <pc:sldMk cId="204016783" sldId="315"/>
            <ac:inkMk id="58" creationId="{7537DC66-1140-1E48-AA3E-8BBC683195DD}"/>
          </ac:inkMkLst>
        </pc:inkChg>
        <pc:inkChg chg="add">
          <ac:chgData name="Aggie Menezes" userId="74619c95fa3483c9" providerId="LiveId" clId="{81CF669C-6996-674A-8375-EBD66AC830CF}" dt="2021-01-29T14:38:43.884" v="969"/>
          <ac:inkMkLst>
            <pc:docMk/>
            <pc:sldMk cId="204016783" sldId="315"/>
            <ac:inkMk id="59" creationId="{9AF59CE2-D9DB-EA4C-8450-1D7A0475F504}"/>
          </ac:inkMkLst>
        </pc:inkChg>
        <pc:inkChg chg="add">
          <ac:chgData name="Aggie Menezes" userId="74619c95fa3483c9" providerId="LiveId" clId="{81CF669C-6996-674A-8375-EBD66AC830CF}" dt="2021-01-29T14:38:44.712" v="970"/>
          <ac:inkMkLst>
            <pc:docMk/>
            <pc:sldMk cId="204016783" sldId="315"/>
            <ac:inkMk id="60" creationId="{D97D2BC2-A0CC-0F44-953E-1D711875C863}"/>
          </ac:inkMkLst>
        </pc:inkChg>
        <pc:inkChg chg="add">
          <ac:chgData name="Aggie Menezes" userId="74619c95fa3483c9" providerId="LiveId" clId="{81CF669C-6996-674A-8375-EBD66AC830CF}" dt="2021-01-29T14:38:51.134" v="972"/>
          <ac:inkMkLst>
            <pc:docMk/>
            <pc:sldMk cId="204016783" sldId="315"/>
            <ac:inkMk id="62" creationId="{BF6EEF6F-8C43-974F-B5B7-BFF2A46A3FA4}"/>
          </ac:inkMkLst>
        </pc:inkChg>
        <pc:inkChg chg="add">
          <ac:chgData name="Aggie Menezes" userId="74619c95fa3483c9" providerId="LiveId" clId="{81CF669C-6996-674A-8375-EBD66AC830CF}" dt="2021-01-29T14:38:51.488" v="973"/>
          <ac:inkMkLst>
            <pc:docMk/>
            <pc:sldMk cId="204016783" sldId="315"/>
            <ac:inkMk id="63" creationId="{DEC901DC-F125-8040-BE83-0288A83BA16D}"/>
          </ac:inkMkLst>
        </pc:inkChg>
        <pc:inkChg chg="add">
          <ac:chgData name="Aggie Menezes" userId="74619c95fa3483c9" providerId="LiveId" clId="{81CF669C-6996-674A-8375-EBD66AC830CF}" dt="2021-01-29T14:38:51.838" v="974"/>
          <ac:inkMkLst>
            <pc:docMk/>
            <pc:sldMk cId="204016783" sldId="315"/>
            <ac:inkMk id="64" creationId="{C7209838-7B64-414E-8FFA-71CB46D7579D}"/>
          </ac:inkMkLst>
        </pc:inkChg>
        <pc:inkChg chg="add">
          <ac:chgData name="Aggie Menezes" userId="74619c95fa3483c9" providerId="LiveId" clId="{81CF669C-6996-674A-8375-EBD66AC830CF}" dt="2021-01-29T14:38:51.988" v="975"/>
          <ac:inkMkLst>
            <pc:docMk/>
            <pc:sldMk cId="204016783" sldId="315"/>
            <ac:inkMk id="65" creationId="{7991A8FB-DE28-0844-849C-DB30BD323960}"/>
          </ac:inkMkLst>
        </pc:inkChg>
        <pc:inkChg chg="add">
          <ac:chgData name="Aggie Menezes" userId="74619c95fa3483c9" providerId="LiveId" clId="{81CF669C-6996-674A-8375-EBD66AC830CF}" dt="2021-01-29T14:38:52.384" v="976"/>
          <ac:inkMkLst>
            <pc:docMk/>
            <pc:sldMk cId="204016783" sldId="315"/>
            <ac:inkMk id="66" creationId="{A1121414-1897-AC45-8788-3DFA29B68D58}"/>
          </ac:inkMkLst>
        </pc:inkChg>
        <pc:inkChg chg="add">
          <ac:chgData name="Aggie Menezes" userId="74619c95fa3483c9" providerId="LiveId" clId="{81CF669C-6996-674A-8375-EBD66AC830CF}" dt="2021-01-29T14:38:52.709" v="977"/>
          <ac:inkMkLst>
            <pc:docMk/>
            <pc:sldMk cId="204016783" sldId="315"/>
            <ac:inkMk id="67" creationId="{2B264D49-4061-3147-AA3C-350A81C27B3E}"/>
          </ac:inkMkLst>
        </pc:inkChg>
        <pc:inkChg chg="add">
          <ac:chgData name="Aggie Menezes" userId="74619c95fa3483c9" providerId="LiveId" clId="{81CF669C-6996-674A-8375-EBD66AC830CF}" dt="2021-01-29T14:38:53.389" v="978"/>
          <ac:inkMkLst>
            <pc:docMk/>
            <pc:sldMk cId="204016783" sldId="315"/>
            <ac:inkMk id="68" creationId="{9842F8CC-1B12-2B41-9F42-2F469EBD38D8}"/>
          </ac:inkMkLst>
        </pc:inkChg>
        <pc:inkChg chg="add">
          <ac:chgData name="Aggie Menezes" userId="74619c95fa3483c9" providerId="LiveId" clId="{81CF669C-6996-674A-8375-EBD66AC830CF}" dt="2021-01-29T14:38:53.625" v="979"/>
          <ac:inkMkLst>
            <pc:docMk/>
            <pc:sldMk cId="204016783" sldId="315"/>
            <ac:inkMk id="69" creationId="{E1690CD0-8167-AC4E-ACFD-AC7DD2574DB3}"/>
          </ac:inkMkLst>
        </pc:inkChg>
        <pc:inkChg chg="add">
          <ac:chgData name="Aggie Menezes" userId="74619c95fa3483c9" providerId="LiveId" clId="{81CF669C-6996-674A-8375-EBD66AC830CF}" dt="2021-01-29T14:38:53.933" v="980"/>
          <ac:inkMkLst>
            <pc:docMk/>
            <pc:sldMk cId="204016783" sldId="315"/>
            <ac:inkMk id="70" creationId="{3640F8AB-7A07-264F-9B02-435F5715971B}"/>
          </ac:inkMkLst>
        </pc:inkChg>
        <pc:inkChg chg="add">
          <ac:chgData name="Aggie Menezes" userId="74619c95fa3483c9" providerId="LiveId" clId="{81CF669C-6996-674A-8375-EBD66AC830CF}" dt="2021-01-29T14:38:56.951" v="982"/>
          <ac:inkMkLst>
            <pc:docMk/>
            <pc:sldMk cId="204016783" sldId="315"/>
            <ac:inkMk id="74" creationId="{43C7E8CC-08A1-0B4C-8E84-B33066A9673A}"/>
          </ac:inkMkLst>
        </pc:inkChg>
        <pc:inkChg chg="add">
          <ac:chgData name="Aggie Menezes" userId="74619c95fa3483c9" providerId="LiveId" clId="{81CF669C-6996-674A-8375-EBD66AC830CF}" dt="2021-01-29T14:38:57.223" v="983"/>
          <ac:inkMkLst>
            <pc:docMk/>
            <pc:sldMk cId="204016783" sldId="315"/>
            <ac:inkMk id="75" creationId="{863A4A49-A505-4244-89FD-2405F6949057}"/>
          </ac:inkMkLst>
        </pc:inkChg>
        <pc:inkChg chg="add">
          <ac:chgData name="Aggie Menezes" userId="74619c95fa3483c9" providerId="LiveId" clId="{81CF669C-6996-674A-8375-EBD66AC830CF}" dt="2021-01-29T14:38:57.844" v="984"/>
          <ac:inkMkLst>
            <pc:docMk/>
            <pc:sldMk cId="204016783" sldId="315"/>
            <ac:inkMk id="76" creationId="{D5D544AC-0FD6-B04B-838F-AAEE35714D24}"/>
          </ac:inkMkLst>
        </pc:inkChg>
        <pc:inkChg chg="add">
          <ac:chgData name="Aggie Menezes" userId="74619c95fa3483c9" providerId="LiveId" clId="{81CF669C-6996-674A-8375-EBD66AC830CF}" dt="2021-01-29T14:38:58.207" v="985"/>
          <ac:inkMkLst>
            <pc:docMk/>
            <pc:sldMk cId="204016783" sldId="315"/>
            <ac:inkMk id="77" creationId="{A0A8B554-172F-0A45-8ED4-39704C674F85}"/>
          </ac:inkMkLst>
        </pc:inkChg>
        <pc:inkChg chg="add">
          <ac:chgData name="Aggie Menezes" userId="74619c95fa3483c9" providerId="LiveId" clId="{81CF669C-6996-674A-8375-EBD66AC830CF}" dt="2021-01-29T14:38:58.492" v="986"/>
          <ac:inkMkLst>
            <pc:docMk/>
            <pc:sldMk cId="204016783" sldId="315"/>
            <ac:inkMk id="78" creationId="{E2565EA9-37AD-3541-8A5F-87C4349FA3C3}"/>
          </ac:inkMkLst>
        </pc:inkChg>
        <pc:inkChg chg="add">
          <ac:chgData name="Aggie Menezes" userId="74619c95fa3483c9" providerId="LiveId" clId="{81CF669C-6996-674A-8375-EBD66AC830CF}" dt="2021-01-29T14:38:58.863" v="987"/>
          <ac:inkMkLst>
            <pc:docMk/>
            <pc:sldMk cId="204016783" sldId="315"/>
            <ac:inkMk id="79" creationId="{3AE93525-DAC5-BD47-B74E-8C9679284F69}"/>
          </ac:inkMkLst>
        </pc:inkChg>
        <pc:inkChg chg="add">
          <ac:chgData name="Aggie Menezes" userId="74619c95fa3483c9" providerId="LiveId" clId="{81CF669C-6996-674A-8375-EBD66AC830CF}" dt="2021-01-29T14:38:59.023" v="988"/>
          <ac:inkMkLst>
            <pc:docMk/>
            <pc:sldMk cId="204016783" sldId="315"/>
            <ac:inkMk id="80" creationId="{DC9319F0-311E-C54B-8E8A-F51554A378B2}"/>
          </ac:inkMkLst>
        </pc:inkChg>
        <pc:inkChg chg="add">
          <ac:chgData name="Aggie Menezes" userId="74619c95fa3483c9" providerId="LiveId" clId="{81CF669C-6996-674A-8375-EBD66AC830CF}" dt="2021-01-29T14:38:59.834" v="990"/>
          <ac:inkMkLst>
            <pc:docMk/>
            <pc:sldMk cId="204016783" sldId="315"/>
            <ac:inkMk id="84" creationId="{2524978B-7EAB-8E44-9C0C-2FAFE0AAB5B2}"/>
          </ac:inkMkLst>
        </pc:inkChg>
        <pc:inkChg chg="add">
          <ac:chgData name="Aggie Menezes" userId="74619c95fa3483c9" providerId="LiveId" clId="{81CF669C-6996-674A-8375-EBD66AC830CF}" dt="2021-01-29T14:39:00.018" v="991"/>
          <ac:inkMkLst>
            <pc:docMk/>
            <pc:sldMk cId="204016783" sldId="315"/>
            <ac:inkMk id="85" creationId="{FA2C3037-4E3A-4C45-9D82-F12211B63E1D}"/>
          </ac:inkMkLst>
        </pc:inkChg>
        <pc:inkChg chg="add">
          <ac:chgData name="Aggie Menezes" userId="74619c95fa3483c9" providerId="LiveId" clId="{81CF669C-6996-674A-8375-EBD66AC830CF}" dt="2021-01-29T14:39:00.504" v="992"/>
          <ac:inkMkLst>
            <pc:docMk/>
            <pc:sldMk cId="204016783" sldId="315"/>
            <ac:inkMk id="86" creationId="{E85DE89D-8B73-5049-9A82-D30CB5499C85}"/>
          </ac:inkMkLst>
        </pc:inkChg>
        <pc:inkChg chg="add">
          <ac:chgData name="Aggie Menezes" userId="74619c95fa3483c9" providerId="LiveId" clId="{81CF669C-6996-674A-8375-EBD66AC830CF}" dt="2021-01-29T14:39:01.650" v="993"/>
          <ac:inkMkLst>
            <pc:docMk/>
            <pc:sldMk cId="204016783" sldId="315"/>
            <ac:inkMk id="87" creationId="{B966209C-12D5-3448-9D42-552BDDB3FCC2}"/>
          </ac:inkMkLst>
        </pc:inkChg>
        <pc:inkChg chg="add">
          <ac:chgData name="Aggie Menezes" userId="74619c95fa3483c9" providerId="LiveId" clId="{81CF669C-6996-674A-8375-EBD66AC830CF}" dt="2021-01-29T14:39:02.117" v="994"/>
          <ac:inkMkLst>
            <pc:docMk/>
            <pc:sldMk cId="204016783" sldId="315"/>
            <ac:inkMk id="88" creationId="{E407FF1F-4618-E746-A0DC-1ECE67B8C66D}"/>
          </ac:inkMkLst>
        </pc:inkChg>
        <pc:inkChg chg="add">
          <ac:chgData name="Aggie Menezes" userId="74619c95fa3483c9" providerId="LiveId" clId="{81CF669C-6996-674A-8375-EBD66AC830CF}" dt="2021-01-29T14:39:15.184" v="996"/>
          <ac:inkMkLst>
            <pc:docMk/>
            <pc:sldMk cId="204016783" sldId="315"/>
            <ac:inkMk id="90" creationId="{AE02B7E1-21BB-7B48-BCFD-E1029C17DF08}"/>
          </ac:inkMkLst>
        </pc:inkChg>
        <pc:inkChg chg="add">
          <ac:chgData name="Aggie Menezes" userId="74619c95fa3483c9" providerId="LiveId" clId="{81CF669C-6996-674A-8375-EBD66AC830CF}" dt="2021-01-29T14:39:18.171" v="997"/>
          <ac:inkMkLst>
            <pc:docMk/>
            <pc:sldMk cId="204016783" sldId="315"/>
            <ac:inkMk id="91" creationId="{2C3BF785-8AE7-184B-97B8-145AB1FF6AFC}"/>
          </ac:inkMkLst>
        </pc:inkChg>
        <pc:inkChg chg="add">
          <ac:chgData name="Aggie Menezes" userId="74619c95fa3483c9" providerId="LiveId" clId="{81CF669C-6996-674A-8375-EBD66AC830CF}" dt="2021-01-29T14:39:18.396" v="998"/>
          <ac:inkMkLst>
            <pc:docMk/>
            <pc:sldMk cId="204016783" sldId="315"/>
            <ac:inkMk id="92" creationId="{E63C9B0F-CFA9-8043-B2BF-B23A89C26C60}"/>
          </ac:inkMkLst>
        </pc:inkChg>
        <pc:inkChg chg="add">
          <ac:chgData name="Aggie Menezes" userId="74619c95fa3483c9" providerId="LiveId" clId="{81CF669C-6996-674A-8375-EBD66AC830CF}" dt="2021-01-29T14:39:18.543" v="999"/>
          <ac:inkMkLst>
            <pc:docMk/>
            <pc:sldMk cId="204016783" sldId="315"/>
            <ac:inkMk id="93" creationId="{66AFEA62-B1BF-FC43-872C-632D3D80A23A}"/>
          </ac:inkMkLst>
        </pc:inkChg>
        <pc:inkChg chg="add topLvl">
          <ac:chgData name="Aggie Menezes" userId="74619c95fa3483c9" providerId="LiveId" clId="{81CF669C-6996-674A-8375-EBD66AC830CF}" dt="2021-01-29T14:39:25.459" v="1009"/>
          <ac:inkMkLst>
            <pc:docMk/>
            <pc:sldMk cId="204016783" sldId="315"/>
            <ac:inkMk id="95" creationId="{A002CE4F-95C1-AE4A-A40F-6B1A810A66EF}"/>
          </ac:inkMkLst>
        </pc:inkChg>
        <pc:inkChg chg="add topLvl">
          <ac:chgData name="Aggie Menezes" userId="74619c95fa3483c9" providerId="LiveId" clId="{81CF669C-6996-674A-8375-EBD66AC830CF}" dt="2021-01-29T14:39:25.459" v="1009"/>
          <ac:inkMkLst>
            <pc:docMk/>
            <pc:sldMk cId="204016783" sldId="315"/>
            <ac:inkMk id="96" creationId="{D5E6B832-66C0-634E-9874-4A021B7B4A73}"/>
          </ac:inkMkLst>
        </pc:inkChg>
        <pc:inkChg chg="add topLvl">
          <ac:chgData name="Aggie Menezes" userId="74619c95fa3483c9" providerId="LiveId" clId="{81CF669C-6996-674A-8375-EBD66AC830CF}" dt="2021-01-29T14:39:25.459" v="1009"/>
          <ac:inkMkLst>
            <pc:docMk/>
            <pc:sldMk cId="204016783" sldId="315"/>
            <ac:inkMk id="97" creationId="{C4B5B92F-47D5-EA4E-B3F7-F97852C62072}"/>
          </ac:inkMkLst>
        </pc:inkChg>
        <pc:inkChg chg="add del topLvl">
          <ac:chgData name="Aggie Menezes" userId="74619c95fa3483c9" providerId="LiveId" clId="{81CF669C-6996-674A-8375-EBD66AC830CF}" dt="2021-01-29T14:39:26.999" v="1013"/>
          <ac:inkMkLst>
            <pc:docMk/>
            <pc:sldMk cId="204016783" sldId="315"/>
            <ac:inkMk id="98" creationId="{F7C418DF-128D-C546-87E2-84F54AAA50E5}"/>
          </ac:inkMkLst>
        </pc:inkChg>
        <pc:inkChg chg="add del topLvl">
          <ac:chgData name="Aggie Menezes" userId="74619c95fa3483c9" providerId="LiveId" clId="{81CF669C-6996-674A-8375-EBD66AC830CF}" dt="2021-01-29T14:39:26.993" v="1012"/>
          <ac:inkMkLst>
            <pc:docMk/>
            <pc:sldMk cId="204016783" sldId="315"/>
            <ac:inkMk id="99" creationId="{D5A9AF23-9275-8A4F-8537-358057F3EC35}"/>
          </ac:inkMkLst>
        </pc:inkChg>
        <pc:inkChg chg="add del topLvl">
          <ac:chgData name="Aggie Menezes" userId="74619c95fa3483c9" providerId="LiveId" clId="{81CF669C-6996-674A-8375-EBD66AC830CF}" dt="2021-01-29T14:39:26.987" v="1011"/>
          <ac:inkMkLst>
            <pc:docMk/>
            <pc:sldMk cId="204016783" sldId="315"/>
            <ac:inkMk id="100" creationId="{285083E9-8F8B-0C4B-918F-44248B2D1371}"/>
          </ac:inkMkLst>
        </pc:inkChg>
        <pc:inkChg chg="add del">
          <ac:chgData name="Aggie Menezes" userId="74619c95fa3483c9" providerId="LiveId" clId="{81CF669C-6996-674A-8375-EBD66AC830CF}" dt="2021-01-29T14:39:26.982" v="1010"/>
          <ac:inkMkLst>
            <pc:docMk/>
            <pc:sldMk cId="204016783" sldId="315"/>
            <ac:inkMk id="102" creationId="{12CC7B26-85AD-D744-8D07-0DA475C9FD7A}"/>
          </ac:inkMkLst>
        </pc:inkChg>
        <pc:inkChg chg="add">
          <ac:chgData name="Aggie Menezes" userId="74619c95fa3483c9" providerId="LiveId" clId="{81CF669C-6996-674A-8375-EBD66AC830CF}" dt="2021-01-29T14:39:29.063" v="1014"/>
          <ac:inkMkLst>
            <pc:docMk/>
            <pc:sldMk cId="204016783" sldId="315"/>
            <ac:inkMk id="104" creationId="{98A471BE-0C6A-D34A-9459-445FC2953CAB}"/>
          </ac:inkMkLst>
        </pc:inkChg>
        <pc:inkChg chg="add">
          <ac:chgData name="Aggie Menezes" userId="74619c95fa3483c9" providerId="LiveId" clId="{81CF669C-6996-674A-8375-EBD66AC830CF}" dt="2021-01-29T14:39:29.664" v="1015"/>
          <ac:inkMkLst>
            <pc:docMk/>
            <pc:sldMk cId="204016783" sldId="315"/>
            <ac:inkMk id="105" creationId="{F34A59D4-D32C-1445-8DD3-73FB06B07CDE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07" creationId="{8018C678-8EE7-664D-BB9B-F7F40FE7E4E6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08" creationId="{DDEC5B58-353C-CD44-B77A-5E39A1CD9261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09" creationId="{645861A9-C2EE-5E45-B19F-765BADA70333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10" creationId="{990FAFA2-310F-9E45-BF36-DDC9BD0B99D6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11" creationId="{B74C0F4D-087F-194C-9615-2842962AD328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12" creationId="{A80C4F01-5D5E-CA46-835E-C19C256A82C3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13" creationId="{4F46D18C-7EC4-B043-8B8C-05C2FE5DD5D7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16" creationId="{8818D79B-DC2E-7644-98C7-74A44365DBC9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18" creationId="{D75A5F10-ED8F-0047-8E81-AC7328CB4176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19" creationId="{9BED2873-9BA2-9D4C-AE82-1E0016DAB6BF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21" creationId="{2CAF9912-2779-5E4E-9953-B92F659C1702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22" creationId="{0C5BC048-4081-B048-81C3-DDB5E19AC9B0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24" creationId="{53375243-6796-AF4D-A707-05D087B43A7D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25" creationId="{096C73C6-F8A1-6B4E-985E-359CDBDE8705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26" creationId="{9520CDA7-58B6-E848-90DC-C470D9F469F3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27" creationId="{A3FE94B9-6E48-6D4D-A54C-E697F1842730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28" creationId="{5D7BE401-2EC7-C249-9575-2C27021DBEEB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29" creationId="{D932CB1B-1A55-A44F-82C9-BC9AA414C463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30" creationId="{BD201046-C13E-0841-9750-8E82F8A04FCA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31" creationId="{1BA4B170-8CF7-3A45-9C98-034384EEE523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32" creationId="{6B9CA577-EE4C-F54D-8289-9F39936CB4A5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33" creationId="{EE34E5BE-857B-1B44-BB7A-EF3058D8BBCD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34" creationId="{E9977489-DFB3-2C4D-B611-1211E78DA054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37" creationId="{7D22027D-6F18-194A-B6C4-34C4BF06F0F5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39" creationId="{26FBFDF0-06BF-F44A-85A7-4C27055CEE8D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40" creationId="{65C55CE6-1D73-674B-A766-0D1F166802E1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41" creationId="{4BF93E77-E3D0-904E-AA35-33C3A8B4D7F2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43" creationId="{971BB6D0-D324-354B-B579-4D9CBC51EB31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44" creationId="{97E9CF7F-2D76-254B-B41A-38B682DFEC71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45" creationId="{CF638AD1-505E-D24A-92A0-2385145C920F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46" creationId="{E215C23D-86AB-314B-AF5E-BF6F981A7A5D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47" creationId="{927AAD19-E548-0F49-9B38-2F2B7D20E320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48" creationId="{04BD8E78-7BED-664A-8FA5-36F3585B02E3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50" creationId="{BE522933-3BB9-9445-ACF4-5D7250B8419C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51" creationId="{F898454E-51C1-E649-A1B4-2AC6F45211B6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52" creationId="{A864CFDE-4092-7443-90D5-D41D778B901D}"/>
          </ac:inkMkLst>
        </pc:inkChg>
        <pc:inkChg chg="add topLvl">
          <ac:chgData name="Aggie Menezes" userId="74619c95fa3483c9" providerId="LiveId" clId="{81CF669C-6996-674A-8375-EBD66AC830CF}" dt="2021-01-29T14:40:16.956" v="1066"/>
          <ac:inkMkLst>
            <pc:docMk/>
            <pc:sldMk cId="204016783" sldId="315"/>
            <ac:inkMk id="153" creationId="{1A74FBA5-0A07-6940-B532-00E84AF3FA64}"/>
          </ac:inkMkLst>
        </pc:inkChg>
        <pc:inkChg chg="add">
          <ac:chgData name="Aggie Menezes" userId="74619c95fa3483c9" providerId="LiveId" clId="{81CF669C-6996-674A-8375-EBD66AC830CF}" dt="2021-01-29T14:40:15.183" v="1063"/>
          <ac:inkMkLst>
            <pc:docMk/>
            <pc:sldMk cId="204016783" sldId="315"/>
            <ac:inkMk id="155" creationId="{A3A73CA5-07F2-0D43-BA22-502EB13FC3AF}"/>
          </ac:inkMkLst>
        </pc:inkChg>
        <pc:inkChg chg="add">
          <ac:chgData name="Aggie Menezes" userId="74619c95fa3483c9" providerId="LiveId" clId="{81CF669C-6996-674A-8375-EBD66AC830CF}" dt="2021-01-29T14:40:15.650" v="1064"/>
          <ac:inkMkLst>
            <pc:docMk/>
            <pc:sldMk cId="204016783" sldId="315"/>
            <ac:inkMk id="156" creationId="{995FBF82-83C4-474C-9D27-2FB1492E74FA}"/>
          </ac:inkMkLst>
        </pc:inkChg>
        <pc:inkChg chg="add">
          <ac:chgData name="Aggie Menezes" userId="74619c95fa3483c9" providerId="LiveId" clId="{81CF669C-6996-674A-8375-EBD66AC830CF}" dt="2021-01-29T14:40:16.255" v="1065"/>
          <ac:inkMkLst>
            <pc:docMk/>
            <pc:sldMk cId="204016783" sldId="315"/>
            <ac:inkMk id="157" creationId="{F3E65A3F-A786-1F46-A925-C8E37ACE4E4B}"/>
          </ac:inkMkLst>
        </pc:inkChg>
        <pc:inkChg chg="add topLvl">
          <ac:chgData name="Aggie Menezes" userId="74619c95fa3483c9" providerId="LiveId" clId="{81CF669C-6996-674A-8375-EBD66AC830CF}" dt="2021-01-29T14:40:31.966" v="1082"/>
          <ac:inkMkLst>
            <pc:docMk/>
            <pc:sldMk cId="204016783" sldId="315"/>
            <ac:inkMk id="159" creationId="{0556DC8E-4FD0-B54E-8964-B968F38A8215}"/>
          </ac:inkMkLst>
        </pc:inkChg>
        <pc:inkChg chg="add topLvl">
          <ac:chgData name="Aggie Menezes" userId="74619c95fa3483c9" providerId="LiveId" clId="{81CF669C-6996-674A-8375-EBD66AC830CF}" dt="2021-01-29T14:40:31.966" v="1082"/>
          <ac:inkMkLst>
            <pc:docMk/>
            <pc:sldMk cId="204016783" sldId="315"/>
            <ac:inkMk id="160" creationId="{82130607-FBD0-BE4D-AADD-3DF3CE5F09F1}"/>
          </ac:inkMkLst>
        </pc:inkChg>
        <pc:inkChg chg="add topLvl">
          <ac:chgData name="Aggie Menezes" userId="74619c95fa3483c9" providerId="LiveId" clId="{81CF669C-6996-674A-8375-EBD66AC830CF}" dt="2021-01-29T14:40:31.966" v="1082"/>
          <ac:inkMkLst>
            <pc:docMk/>
            <pc:sldMk cId="204016783" sldId="315"/>
            <ac:inkMk id="161" creationId="{93560E10-0C5F-8341-A3A4-F68E2CFF688C}"/>
          </ac:inkMkLst>
        </pc:inkChg>
        <pc:inkChg chg="add topLvl">
          <ac:chgData name="Aggie Menezes" userId="74619c95fa3483c9" providerId="LiveId" clId="{81CF669C-6996-674A-8375-EBD66AC830CF}" dt="2021-01-29T14:40:31.966" v="1082"/>
          <ac:inkMkLst>
            <pc:docMk/>
            <pc:sldMk cId="204016783" sldId="315"/>
            <ac:inkMk id="162" creationId="{CCE29AB9-6B9B-EC48-870E-A02B04B49975}"/>
          </ac:inkMkLst>
        </pc:inkChg>
        <pc:inkChg chg="add topLvl">
          <ac:chgData name="Aggie Menezes" userId="74619c95fa3483c9" providerId="LiveId" clId="{81CF669C-6996-674A-8375-EBD66AC830CF}" dt="2021-01-29T14:40:31.966" v="1082"/>
          <ac:inkMkLst>
            <pc:docMk/>
            <pc:sldMk cId="204016783" sldId="315"/>
            <ac:inkMk id="164" creationId="{98BF1030-0A3F-624C-AB42-AB45639EB269}"/>
          </ac:inkMkLst>
        </pc:inkChg>
        <pc:inkChg chg="add topLvl">
          <ac:chgData name="Aggie Menezes" userId="74619c95fa3483c9" providerId="LiveId" clId="{81CF669C-6996-674A-8375-EBD66AC830CF}" dt="2021-01-29T14:40:31.966" v="1082"/>
          <ac:inkMkLst>
            <pc:docMk/>
            <pc:sldMk cId="204016783" sldId="315"/>
            <ac:inkMk id="165" creationId="{2FD841AE-FA15-914B-BED3-9DE82C3260DF}"/>
          </ac:inkMkLst>
        </pc:inkChg>
        <pc:inkChg chg="add topLvl">
          <ac:chgData name="Aggie Menezes" userId="74619c95fa3483c9" providerId="LiveId" clId="{81CF669C-6996-674A-8375-EBD66AC830CF}" dt="2021-01-29T14:40:31.966" v="1082"/>
          <ac:inkMkLst>
            <pc:docMk/>
            <pc:sldMk cId="204016783" sldId="315"/>
            <ac:inkMk id="166" creationId="{7EC46A9D-717C-9946-B1A4-E95FEF2CAAD3}"/>
          </ac:inkMkLst>
        </pc:inkChg>
        <pc:inkChg chg="add topLvl">
          <ac:chgData name="Aggie Menezes" userId="74619c95fa3483c9" providerId="LiveId" clId="{81CF669C-6996-674A-8375-EBD66AC830CF}" dt="2021-01-29T14:40:31.966" v="1082"/>
          <ac:inkMkLst>
            <pc:docMk/>
            <pc:sldMk cId="204016783" sldId="315"/>
            <ac:inkMk id="167" creationId="{7FBD4017-85E5-FA43-82EC-F05571640A13}"/>
          </ac:inkMkLst>
        </pc:inkChg>
        <pc:inkChg chg="add topLvl">
          <ac:chgData name="Aggie Menezes" userId="74619c95fa3483c9" providerId="LiveId" clId="{81CF669C-6996-674A-8375-EBD66AC830CF}" dt="2021-01-29T14:40:31.966" v="1082"/>
          <ac:inkMkLst>
            <pc:docMk/>
            <pc:sldMk cId="204016783" sldId="315"/>
            <ac:inkMk id="168" creationId="{40FECB08-85B6-9742-A68C-EAE79EEC80B0}"/>
          </ac:inkMkLst>
        </pc:inkChg>
        <pc:inkChg chg="add topLvl">
          <ac:chgData name="Aggie Menezes" userId="74619c95fa3483c9" providerId="LiveId" clId="{81CF669C-6996-674A-8375-EBD66AC830CF}" dt="2021-01-29T14:40:31.966" v="1082"/>
          <ac:inkMkLst>
            <pc:docMk/>
            <pc:sldMk cId="204016783" sldId="315"/>
            <ac:inkMk id="169" creationId="{89732A39-1F48-5243-A19E-F65737B261FD}"/>
          </ac:inkMkLst>
        </pc:inkChg>
        <pc:inkChg chg="add topLvl">
          <ac:chgData name="Aggie Menezes" userId="74619c95fa3483c9" providerId="LiveId" clId="{81CF669C-6996-674A-8375-EBD66AC830CF}" dt="2021-01-29T14:40:31.966" v="1082"/>
          <ac:inkMkLst>
            <pc:docMk/>
            <pc:sldMk cId="204016783" sldId="315"/>
            <ac:inkMk id="170" creationId="{83746C69-5FBD-004A-B364-A9BCA1C84CF8}"/>
          </ac:inkMkLst>
        </pc:inkChg>
        <pc:inkChg chg="add topLvl">
          <ac:chgData name="Aggie Menezes" userId="74619c95fa3483c9" providerId="LiveId" clId="{81CF669C-6996-674A-8375-EBD66AC830CF}" dt="2021-01-29T14:40:31.966" v="1082"/>
          <ac:inkMkLst>
            <pc:docMk/>
            <pc:sldMk cId="204016783" sldId="315"/>
            <ac:inkMk id="171" creationId="{F635CE40-BC30-4D45-8C0B-F7F07B798A68}"/>
          </ac:inkMkLst>
        </pc:inkChg>
        <pc:inkChg chg="add">
          <ac:chgData name="Aggie Menezes" userId="74619c95fa3483c9" providerId="LiveId" clId="{81CF669C-6996-674A-8375-EBD66AC830CF}" dt="2021-01-29T14:40:31.413" v="1081"/>
          <ac:inkMkLst>
            <pc:docMk/>
            <pc:sldMk cId="204016783" sldId="315"/>
            <ac:inkMk id="174" creationId="{0A1FA807-78ED-E942-AC50-4C7ECA25F12C}"/>
          </ac:inkMkLst>
        </pc:inkChg>
        <pc:inkChg chg="add">
          <ac:chgData name="Aggie Menezes" userId="74619c95fa3483c9" providerId="LiveId" clId="{81CF669C-6996-674A-8375-EBD66AC830CF}" dt="2021-01-29T14:41:13.464" v="1083"/>
          <ac:inkMkLst>
            <pc:docMk/>
            <pc:sldMk cId="204016783" sldId="315"/>
            <ac:inkMk id="176" creationId="{F9997AA1-26F7-364A-B2CD-F4D07024960A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77" creationId="{4E9B9F97-CCBA-204C-AC71-CB8C96409C88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78" creationId="{7CA9FBDC-D772-7346-98BA-DE309EE1B0A4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79" creationId="{089A5874-512E-4D44-8634-0D6A9C50D71E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81" creationId="{9AD83211-825C-1D4B-BC31-47B46D82F020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82" creationId="{DF453D36-3E04-2E42-B03E-55BFCCB282B7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84" creationId="{B73395C3-6190-B74B-857D-9B428344B562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85" creationId="{4B296320-F0FE-9D4F-93F3-DA88DA70D685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86" creationId="{6E509756-523F-0B42-941E-D68E370B945F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87" creationId="{4E35DB23-056A-8447-BAFA-7564A0B393C1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88" creationId="{E0F7F158-136B-904E-9CF7-5AEAD92E1D6E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89" creationId="{E83B4B79-9FB5-694D-9B96-B118D73F7983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91" creationId="{A9A0F41B-7A17-6A46-8C89-D4AACA2B2E0D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93" creationId="{4ABF9988-DE8E-4D45-A6FF-907DDFBBFEF0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94" creationId="{60083BEA-2960-AB41-90C1-B8035F11B3CD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95" creationId="{1AC0B36C-C00C-2044-A86B-7D69759C4EAA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96" creationId="{93014652-9172-EA4B-9139-BBBBEAC02472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198" creationId="{29E47145-2EB4-6948-A308-31107498E1ED}"/>
          </ac:inkMkLst>
        </pc:inkChg>
        <pc:inkChg chg="add topLvl">
          <ac:chgData name="Aggie Menezes" userId="74619c95fa3483c9" providerId="LiveId" clId="{81CF669C-6996-674A-8375-EBD66AC830CF}" dt="2021-01-29T14:42:09.106" v="1113"/>
          <ac:inkMkLst>
            <pc:docMk/>
            <pc:sldMk cId="204016783" sldId="315"/>
            <ac:inkMk id="200" creationId="{C5F95492-D57D-CF48-85AB-0884E8A92F8E}"/>
          </ac:inkMkLst>
        </pc:inkChg>
        <pc:inkChg chg="add">
          <ac:chgData name="Aggie Menezes" userId="74619c95fa3483c9" providerId="LiveId" clId="{81CF669C-6996-674A-8375-EBD66AC830CF}" dt="2021-01-29T14:42:06.310" v="1109"/>
          <ac:inkMkLst>
            <pc:docMk/>
            <pc:sldMk cId="204016783" sldId="315"/>
            <ac:inkMk id="202" creationId="{D763535D-E0B2-384C-8281-8A4250CD1E4A}"/>
          </ac:inkMkLst>
        </pc:inkChg>
        <pc:inkChg chg="add">
          <ac:chgData name="Aggie Menezes" userId="74619c95fa3483c9" providerId="LiveId" clId="{81CF669C-6996-674A-8375-EBD66AC830CF}" dt="2021-01-29T14:42:06.879" v="1110"/>
          <ac:inkMkLst>
            <pc:docMk/>
            <pc:sldMk cId="204016783" sldId="315"/>
            <ac:inkMk id="203" creationId="{3C802A6E-1F45-F644-B478-023ABAE730D6}"/>
          </ac:inkMkLst>
        </pc:inkChg>
        <pc:inkChg chg="add">
          <ac:chgData name="Aggie Menezes" userId="74619c95fa3483c9" providerId="LiveId" clId="{81CF669C-6996-674A-8375-EBD66AC830CF}" dt="2021-01-29T14:42:07.327" v="1111"/>
          <ac:inkMkLst>
            <pc:docMk/>
            <pc:sldMk cId="204016783" sldId="315"/>
            <ac:inkMk id="204" creationId="{90203A6D-B190-DF46-9657-B9FBAFB9D420}"/>
          </ac:inkMkLst>
        </pc:inkChg>
        <pc:inkChg chg="add">
          <ac:chgData name="Aggie Menezes" userId="74619c95fa3483c9" providerId="LiveId" clId="{81CF669C-6996-674A-8375-EBD66AC830CF}" dt="2021-01-29T14:42:08.232" v="1112"/>
          <ac:inkMkLst>
            <pc:docMk/>
            <pc:sldMk cId="204016783" sldId="315"/>
            <ac:inkMk id="205" creationId="{4FC4FA29-9DAB-D84E-A1FD-517EF6F2BB6A}"/>
          </ac:inkMkLst>
        </pc:inkChg>
        <pc:inkChg chg="add">
          <ac:chgData name="Aggie Menezes" userId="74619c95fa3483c9" providerId="LiveId" clId="{81CF669C-6996-674A-8375-EBD66AC830CF}" dt="2021-01-29T14:42:09.738" v="1114"/>
          <ac:inkMkLst>
            <pc:docMk/>
            <pc:sldMk cId="204016783" sldId="315"/>
            <ac:inkMk id="207" creationId="{99C70C6A-5D1E-5042-A7CC-C71A28CE8A1F}"/>
          </ac:inkMkLst>
        </pc:inkChg>
        <pc:inkChg chg="add">
          <ac:chgData name="Aggie Menezes" userId="74619c95fa3483c9" providerId="LiveId" clId="{81CF669C-6996-674A-8375-EBD66AC830CF}" dt="2021-01-29T14:42:10.161" v="1115"/>
          <ac:inkMkLst>
            <pc:docMk/>
            <pc:sldMk cId="204016783" sldId="315"/>
            <ac:inkMk id="208" creationId="{74D56909-B0F0-704E-A47A-88CD591E7ED9}"/>
          </ac:inkMkLst>
        </pc:inkChg>
        <pc:inkChg chg="add">
          <ac:chgData name="Aggie Menezes" userId="74619c95fa3483c9" providerId="LiveId" clId="{81CF669C-6996-674A-8375-EBD66AC830CF}" dt="2021-01-29T14:42:10.339" v="1116"/>
          <ac:inkMkLst>
            <pc:docMk/>
            <pc:sldMk cId="204016783" sldId="315"/>
            <ac:inkMk id="209" creationId="{5276D158-0081-3747-9E3C-59A8AB10CA9E}"/>
          </ac:inkMkLst>
        </pc:inkChg>
        <pc:inkChg chg="add">
          <ac:chgData name="Aggie Menezes" userId="74619c95fa3483c9" providerId="LiveId" clId="{81CF669C-6996-674A-8375-EBD66AC830CF}" dt="2021-01-29T14:42:11.011" v="1117"/>
          <ac:inkMkLst>
            <pc:docMk/>
            <pc:sldMk cId="204016783" sldId="315"/>
            <ac:inkMk id="210" creationId="{4A218284-D141-CE45-A62F-0BCEF63B0C14}"/>
          </ac:inkMkLst>
        </pc:inkChg>
        <pc:inkChg chg="add">
          <ac:chgData name="Aggie Menezes" userId="74619c95fa3483c9" providerId="LiveId" clId="{81CF669C-6996-674A-8375-EBD66AC830CF}" dt="2021-01-29T14:42:11.189" v="1118"/>
          <ac:inkMkLst>
            <pc:docMk/>
            <pc:sldMk cId="204016783" sldId="315"/>
            <ac:inkMk id="211" creationId="{5A476AD0-8855-BD4C-B8A9-71F1D432DE78}"/>
          </ac:inkMkLst>
        </pc:inkChg>
        <pc:inkChg chg="add topLvl">
          <ac:chgData name="Aggie Menezes" userId="74619c95fa3483c9" providerId="LiveId" clId="{81CF669C-6996-674A-8375-EBD66AC830CF}" dt="2021-01-29T14:42:19.605" v="1130"/>
          <ac:inkMkLst>
            <pc:docMk/>
            <pc:sldMk cId="204016783" sldId="315"/>
            <ac:inkMk id="214" creationId="{5BCA6DEB-B98D-A841-9944-BC804AF69BBD}"/>
          </ac:inkMkLst>
        </pc:inkChg>
        <pc:inkChg chg="add topLvl">
          <ac:chgData name="Aggie Menezes" userId="74619c95fa3483c9" providerId="LiveId" clId="{81CF669C-6996-674A-8375-EBD66AC830CF}" dt="2021-01-29T14:42:19.605" v="1130"/>
          <ac:inkMkLst>
            <pc:docMk/>
            <pc:sldMk cId="204016783" sldId="315"/>
            <ac:inkMk id="215" creationId="{055B471B-81B4-544A-8DEE-68C1597E907E}"/>
          </ac:inkMkLst>
        </pc:inkChg>
        <pc:inkChg chg="add topLvl">
          <ac:chgData name="Aggie Menezes" userId="74619c95fa3483c9" providerId="LiveId" clId="{81CF669C-6996-674A-8375-EBD66AC830CF}" dt="2021-01-29T14:42:19.605" v="1130"/>
          <ac:inkMkLst>
            <pc:docMk/>
            <pc:sldMk cId="204016783" sldId="315"/>
            <ac:inkMk id="216" creationId="{1516C569-AB70-584B-A992-3C7EA3B677B8}"/>
          </ac:inkMkLst>
        </pc:inkChg>
        <pc:inkChg chg="add topLvl">
          <ac:chgData name="Aggie Menezes" userId="74619c95fa3483c9" providerId="LiveId" clId="{81CF669C-6996-674A-8375-EBD66AC830CF}" dt="2021-01-29T14:42:19.605" v="1130"/>
          <ac:inkMkLst>
            <pc:docMk/>
            <pc:sldMk cId="204016783" sldId="315"/>
            <ac:inkMk id="218" creationId="{8CC4DFFB-1102-A84E-9842-EFEE59D48055}"/>
          </ac:inkMkLst>
        </pc:inkChg>
        <pc:inkChg chg="add topLvl">
          <ac:chgData name="Aggie Menezes" userId="74619c95fa3483c9" providerId="LiveId" clId="{81CF669C-6996-674A-8375-EBD66AC830CF}" dt="2021-01-29T14:42:19.605" v="1130"/>
          <ac:inkMkLst>
            <pc:docMk/>
            <pc:sldMk cId="204016783" sldId="315"/>
            <ac:inkMk id="220" creationId="{0BF31A5F-32CE-F440-A888-D2B76DE9A5BB}"/>
          </ac:inkMkLst>
        </pc:inkChg>
        <pc:inkChg chg="add topLvl">
          <ac:chgData name="Aggie Menezes" userId="74619c95fa3483c9" providerId="LiveId" clId="{81CF669C-6996-674A-8375-EBD66AC830CF}" dt="2021-01-29T14:42:19.605" v="1130"/>
          <ac:inkMkLst>
            <pc:docMk/>
            <pc:sldMk cId="204016783" sldId="315"/>
            <ac:inkMk id="221" creationId="{A22D3F55-0DDD-BD45-950C-01C85AB62DEC}"/>
          </ac:inkMkLst>
        </pc:inkChg>
        <pc:inkChg chg="add">
          <ac:chgData name="Aggie Menezes" userId="74619c95fa3483c9" providerId="LiveId" clId="{81CF669C-6996-674A-8375-EBD66AC830CF}" dt="2021-01-29T14:42:19.073" v="1129"/>
          <ac:inkMkLst>
            <pc:docMk/>
            <pc:sldMk cId="204016783" sldId="315"/>
            <ac:inkMk id="223" creationId="{6748DECD-4AC7-A540-9463-0C129E9CD58A}"/>
          </ac:inkMkLst>
        </pc:inkChg>
        <pc:inkChg chg="add topLvl">
          <ac:chgData name="Aggie Menezes" userId="74619c95fa3483c9" providerId="LiveId" clId="{81CF669C-6996-674A-8375-EBD66AC830CF}" dt="2021-01-29T14:42:37.076" v="1138"/>
          <ac:inkMkLst>
            <pc:docMk/>
            <pc:sldMk cId="204016783" sldId="315"/>
            <ac:inkMk id="225" creationId="{864C5E4C-0074-9E42-A455-C1E3CED4EA75}"/>
          </ac:inkMkLst>
        </pc:inkChg>
        <pc:inkChg chg="add topLvl">
          <ac:chgData name="Aggie Menezes" userId="74619c95fa3483c9" providerId="LiveId" clId="{81CF669C-6996-674A-8375-EBD66AC830CF}" dt="2021-01-29T14:42:37.076" v="1138"/>
          <ac:inkMkLst>
            <pc:docMk/>
            <pc:sldMk cId="204016783" sldId="315"/>
            <ac:inkMk id="226" creationId="{0EC04C42-6ED6-F041-A7CF-37CFF890B5D2}"/>
          </ac:inkMkLst>
        </pc:inkChg>
        <pc:inkChg chg="add topLvl">
          <ac:chgData name="Aggie Menezes" userId="74619c95fa3483c9" providerId="LiveId" clId="{81CF669C-6996-674A-8375-EBD66AC830CF}" dt="2021-01-29T14:42:37.076" v="1138"/>
          <ac:inkMkLst>
            <pc:docMk/>
            <pc:sldMk cId="204016783" sldId="315"/>
            <ac:inkMk id="227" creationId="{126AC96E-2AE3-2F4F-9ADB-DD9242CCF429}"/>
          </ac:inkMkLst>
        </pc:inkChg>
        <pc:inkChg chg="add topLvl">
          <ac:chgData name="Aggie Menezes" userId="74619c95fa3483c9" providerId="LiveId" clId="{81CF669C-6996-674A-8375-EBD66AC830CF}" dt="2021-01-29T14:42:37.076" v="1138"/>
          <ac:inkMkLst>
            <pc:docMk/>
            <pc:sldMk cId="204016783" sldId="315"/>
            <ac:inkMk id="228" creationId="{2DC838A9-FB54-0F4B-9BEE-C50D2B54CCE1}"/>
          </ac:inkMkLst>
        </pc:inkChg>
        <pc:inkChg chg="add">
          <ac:chgData name="Aggie Menezes" userId="74619c95fa3483c9" providerId="LiveId" clId="{81CF669C-6996-674A-8375-EBD66AC830CF}" dt="2021-01-29T14:42:35.990" v="1136"/>
          <ac:inkMkLst>
            <pc:docMk/>
            <pc:sldMk cId="204016783" sldId="315"/>
            <ac:inkMk id="230" creationId="{1A446F6C-972F-6C4B-AC9E-A845F4BCDFF9}"/>
          </ac:inkMkLst>
        </pc:inkChg>
        <pc:inkChg chg="add">
          <ac:chgData name="Aggie Menezes" userId="74619c95fa3483c9" providerId="LiveId" clId="{81CF669C-6996-674A-8375-EBD66AC830CF}" dt="2021-01-29T14:42:36.223" v="1137"/>
          <ac:inkMkLst>
            <pc:docMk/>
            <pc:sldMk cId="204016783" sldId="315"/>
            <ac:inkMk id="231" creationId="{C154B154-D6FF-9847-A55A-92EE63515773}"/>
          </ac:inkMkLst>
        </pc:inkChg>
      </pc:sldChg>
      <pc:sldChg chg="addSp delSp new">
        <pc:chgData name="Aggie Menezes" userId="74619c95fa3483c9" providerId="LiveId" clId="{81CF669C-6996-674A-8375-EBD66AC830CF}" dt="2021-01-29T14:43:44.700" v="1205"/>
        <pc:sldMkLst>
          <pc:docMk/>
          <pc:sldMk cId="1057399204" sldId="316"/>
        </pc:sldMkLst>
        <pc:grpChg chg="add">
          <ac:chgData name="Aggie Menezes" userId="74619c95fa3483c9" providerId="LiveId" clId="{81CF669C-6996-674A-8375-EBD66AC830CF}" dt="2021-01-29T14:43:01.360" v="1147"/>
          <ac:grpSpMkLst>
            <pc:docMk/>
            <pc:sldMk cId="1057399204" sldId="316"/>
            <ac:grpSpMk id="10" creationId="{9391A8E5-2B3C-E344-8033-6E399335043F}"/>
          </ac:grpSpMkLst>
        </pc:grpChg>
        <pc:grpChg chg="add">
          <ac:chgData name="Aggie Menezes" userId="74619c95fa3483c9" providerId="LiveId" clId="{81CF669C-6996-674A-8375-EBD66AC830CF}" dt="2021-01-29T14:43:03.828" v="1151"/>
          <ac:grpSpMkLst>
            <pc:docMk/>
            <pc:sldMk cId="1057399204" sldId="316"/>
            <ac:grpSpMk id="14" creationId="{DECFF6C7-F84B-004C-81E1-E96B382E0EE0}"/>
          </ac:grpSpMkLst>
        </pc:grpChg>
        <pc:grpChg chg="add">
          <ac:chgData name="Aggie Menezes" userId="74619c95fa3483c9" providerId="LiveId" clId="{81CF669C-6996-674A-8375-EBD66AC830CF}" dt="2021-01-29T14:43:09.653" v="1162"/>
          <ac:grpSpMkLst>
            <pc:docMk/>
            <pc:sldMk cId="1057399204" sldId="316"/>
            <ac:grpSpMk id="25" creationId="{EC06711E-954A-564B-8097-732AE130FD56}"/>
          </ac:grpSpMkLst>
        </pc:grpChg>
        <pc:grpChg chg="add">
          <ac:chgData name="Aggie Menezes" userId="74619c95fa3483c9" providerId="LiveId" clId="{81CF669C-6996-674A-8375-EBD66AC830CF}" dt="2021-01-29T14:43:09.653" v="1162"/>
          <ac:grpSpMkLst>
            <pc:docMk/>
            <pc:sldMk cId="1057399204" sldId="316"/>
            <ac:grpSpMk id="26" creationId="{0508A42D-81E7-5945-AD14-8477A62707C6}"/>
          </ac:grpSpMkLst>
        </pc:grpChg>
        <pc:grpChg chg="add">
          <ac:chgData name="Aggie Menezes" userId="74619c95fa3483c9" providerId="LiveId" clId="{81CF669C-6996-674A-8375-EBD66AC830CF}" dt="2021-01-29T14:43:13.840" v="1170"/>
          <ac:grpSpMkLst>
            <pc:docMk/>
            <pc:sldMk cId="1057399204" sldId="316"/>
            <ac:grpSpMk id="34" creationId="{896358A3-7DED-8C4D-9123-F8C9B59803A8}"/>
          </ac:grpSpMkLst>
        </pc:grpChg>
        <pc:grpChg chg="add del">
          <ac:chgData name="Aggie Menezes" userId="74619c95fa3483c9" providerId="LiveId" clId="{81CF669C-6996-674A-8375-EBD66AC830CF}" dt="2021-01-29T14:43:22.998" v="1176"/>
          <ac:grpSpMkLst>
            <pc:docMk/>
            <pc:sldMk cId="1057399204" sldId="316"/>
            <ac:grpSpMk id="37" creationId="{18ECAA40-6252-FE47-8957-F3B3EB4AC85E}"/>
          </ac:grpSpMkLst>
        </pc:grpChg>
        <pc:grpChg chg="add">
          <ac:chgData name="Aggie Menezes" userId="74619c95fa3483c9" providerId="LiveId" clId="{81CF669C-6996-674A-8375-EBD66AC830CF}" dt="2021-01-29T14:43:22.998" v="1176"/>
          <ac:grpSpMkLst>
            <pc:docMk/>
            <pc:sldMk cId="1057399204" sldId="316"/>
            <ac:grpSpMk id="40" creationId="{3C729629-7BF4-C940-8AE8-F13DB3152E35}"/>
          </ac:grpSpMkLst>
        </pc:grpChg>
        <pc:grpChg chg="add del">
          <ac:chgData name="Aggie Menezes" userId="74619c95fa3483c9" providerId="LiveId" clId="{81CF669C-6996-674A-8375-EBD66AC830CF}" dt="2021-01-29T14:43:29.101" v="1189"/>
          <ac:grpSpMkLst>
            <pc:docMk/>
            <pc:sldMk cId="1057399204" sldId="316"/>
            <ac:grpSpMk id="49" creationId="{B496B18F-7115-D545-9111-2CB7EAA203F4}"/>
          </ac:grpSpMkLst>
        </pc:grpChg>
        <pc:grpChg chg="add">
          <ac:chgData name="Aggie Menezes" userId="74619c95fa3483c9" providerId="LiveId" clId="{81CF669C-6996-674A-8375-EBD66AC830CF}" dt="2021-01-29T14:43:29.101" v="1189"/>
          <ac:grpSpMkLst>
            <pc:docMk/>
            <pc:sldMk cId="1057399204" sldId="316"/>
            <ac:grpSpMk id="53" creationId="{17B54252-A3B1-4348-AFAF-9E176B8A4511}"/>
          </ac:grpSpMkLst>
        </pc:grpChg>
        <pc:grpChg chg="add del">
          <ac:chgData name="Aggie Menezes" userId="74619c95fa3483c9" providerId="LiveId" clId="{81CF669C-6996-674A-8375-EBD66AC830CF}" dt="2021-01-29T14:43:44.700" v="1205"/>
          <ac:grpSpMkLst>
            <pc:docMk/>
            <pc:sldMk cId="1057399204" sldId="316"/>
            <ac:grpSpMk id="58" creationId="{94E58F33-20D5-8543-A47C-BAA81D09346A}"/>
          </ac:grpSpMkLst>
        </pc:grpChg>
        <pc:grpChg chg="add">
          <ac:chgData name="Aggie Menezes" userId="74619c95fa3483c9" providerId="LiveId" clId="{81CF669C-6996-674A-8375-EBD66AC830CF}" dt="2021-01-29T14:43:44.700" v="1205"/>
          <ac:grpSpMkLst>
            <pc:docMk/>
            <pc:sldMk cId="1057399204" sldId="316"/>
            <ac:grpSpMk id="69" creationId="{9632E5A4-6BD3-5943-9BD0-DF734E2248D0}"/>
          </ac:grpSpMkLst>
        </pc:grpChg>
        <pc:inkChg chg="add">
          <ac:chgData name="Aggie Menezes" userId="74619c95fa3483c9" providerId="LiveId" clId="{81CF669C-6996-674A-8375-EBD66AC830CF}" dt="2021-01-29T14:42:58.148" v="1140"/>
          <ac:inkMkLst>
            <pc:docMk/>
            <pc:sldMk cId="1057399204" sldId="316"/>
            <ac:inkMk id="3" creationId="{D2CAD772-9468-0248-93EA-359FAF47C770}"/>
          </ac:inkMkLst>
        </pc:inkChg>
        <pc:inkChg chg="add">
          <ac:chgData name="Aggie Menezes" userId="74619c95fa3483c9" providerId="LiveId" clId="{81CF669C-6996-674A-8375-EBD66AC830CF}" dt="2021-01-29T14:42:58.615" v="1141"/>
          <ac:inkMkLst>
            <pc:docMk/>
            <pc:sldMk cId="1057399204" sldId="316"/>
            <ac:inkMk id="4" creationId="{3AF952D1-0CAD-7144-AE77-741DC7782C8A}"/>
          </ac:inkMkLst>
        </pc:inkChg>
        <pc:inkChg chg="add">
          <ac:chgData name="Aggie Menezes" userId="74619c95fa3483c9" providerId="LiveId" clId="{81CF669C-6996-674A-8375-EBD66AC830CF}" dt="2021-01-29T14:42:58.994" v="1142"/>
          <ac:inkMkLst>
            <pc:docMk/>
            <pc:sldMk cId="1057399204" sldId="316"/>
            <ac:inkMk id="5" creationId="{AEED61F4-8AF4-7040-9B43-8EA6129AB8C1}"/>
          </ac:inkMkLst>
        </pc:inkChg>
        <pc:inkChg chg="add">
          <ac:chgData name="Aggie Menezes" userId="74619c95fa3483c9" providerId="LiveId" clId="{81CF669C-6996-674A-8375-EBD66AC830CF}" dt="2021-01-29T14:42:59.211" v="1143"/>
          <ac:inkMkLst>
            <pc:docMk/>
            <pc:sldMk cId="1057399204" sldId="316"/>
            <ac:inkMk id="6" creationId="{903B9BB7-EDAC-7945-AEAF-313E86860E38}"/>
          </ac:inkMkLst>
        </pc:inkChg>
        <pc:inkChg chg="add">
          <ac:chgData name="Aggie Menezes" userId="74619c95fa3483c9" providerId="LiveId" clId="{81CF669C-6996-674A-8375-EBD66AC830CF}" dt="2021-01-29T14:43:00.077" v="1144"/>
          <ac:inkMkLst>
            <pc:docMk/>
            <pc:sldMk cId="1057399204" sldId="316"/>
            <ac:inkMk id="7" creationId="{BACEA00F-1C6F-D045-9371-949DDA5D5883}"/>
          </ac:inkMkLst>
        </pc:inkChg>
        <pc:inkChg chg="add">
          <ac:chgData name="Aggie Menezes" userId="74619c95fa3483c9" providerId="LiveId" clId="{81CF669C-6996-674A-8375-EBD66AC830CF}" dt="2021-01-29T14:43:00.215" v="1145"/>
          <ac:inkMkLst>
            <pc:docMk/>
            <pc:sldMk cId="1057399204" sldId="316"/>
            <ac:inkMk id="8" creationId="{E96C2B2C-0F12-B849-8458-27C4109C9B20}"/>
          </ac:inkMkLst>
        </pc:inkChg>
        <pc:inkChg chg="add">
          <ac:chgData name="Aggie Menezes" userId="74619c95fa3483c9" providerId="LiveId" clId="{81CF669C-6996-674A-8375-EBD66AC830CF}" dt="2021-01-29T14:43:00.473" v="1146"/>
          <ac:inkMkLst>
            <pc:docMk/>
            <pc:sldMk cId="1057399204" sldId="316"/>
            <ac:inkMk id="9" creationId="{4F8BFE31-4A8A-E440-BD33-9DF70EAC67EE}"/>
          </ac:inkMkLst>
        </pc:inkChg>
        <pc:inkChg chg="add">
          <ac:chgData name="Aggie Menezes" userId="74619c95fa3483c9" providerId="LiveId" clId="{81CF669C-6996-674A-8375-EBD66AC830CF}" dt="2021-01-29T14:43:02.207" v="1148"/>
          <ac:inkMkLst>
            <pc:docMk/>
            <pc:sldMk cId="1057399204" sldId="316"/>
            <ac:inkMk id="11" creationId="{4AFE5FA3-4E13-E743-96C6-DB61DEF9C525}"/>
          </ac:inkMkLst>
        </pc:inkChg>
        <pc:inkChg chg="add">
          <ac:chgData name="Aggie Menezes" userId="74619c95fa3483c9" providerId="LiveId" clId="{81CF669C-6996-674A-8375-EBD66AC830CF}" dt="2021-01-29T14:43:02.755" v="1149"/>
          <ac:inkMkLst>
            <pc:docMk/>
            <pc:sldMk cId="1057399204" sldId="316"/>
            <ac:inkMk id="12" creationId="{6FAF615D-ED7C-FF46-9798-55333349CA3B}"/>
          </ac:inkMkLst>
        </pc:inkChg>
        <pc:inkChg chg="add">
          <ac:chgData name="Aggie Menezes" userId="74619c95fa3483c9" providerId="LiveId" clId="{81CF669C-6996-674A-8375-EBD66AC830CF}" dt="2021-01-29T14:43:02.952" v="1150"/>
          <ac:inkMkLst>
            <pc:docMk/>
            <pc:sldMk cId="1057399204" sldId="316"/>
            <ac:inkMk id="13" creationId="{667E73BA-CE4A-1448-9030-6BAFC631AC7C}"/>
          </ac:inkMkLst>
        </pc:inkChg>
        <pc:inkChg chg="add">
          <ac:chgData name="Aggie Menezes" userId="74619c95fa3483c9" providerId="LiveId" clId="{81CF669C-6996-674A-8375-EBD66AC830CF}" dt="2021-01-29T14:43:06.362" v="1152"/>
          <ac:inkMkLst>
            <pc:docMk/>
            <pc:sldMk cId="1057399204" sldId="316"/>
            <ac:inkMk id="15" creationId="{EB771130-4CF5-5140-AC0D-17C7E6BF180C}"/>
          </ac:inkMkLst>
        </pc:inkChg>
        <pc:inkChg chg="add">
          <ac:chgData name="Aggie Menezes" userId="74619c95fa3483c9" providerId="LiveId" clId="{81CF669C-6996-674A-8375-EBD66AC830CF}" dt="2021-01-29T14:43:06.544" v="1153"/>
          <ac:inkMkLst>
            <pc:docMk/>
            <pc:sldMk cId="1057399204" sldId="316"/>
            <ac:inkMk id="16" creationId="{6C6C7BDA-FB59-7C45-9089-1C3CDB10B50A}"/>
          </ac:inkMkLst>
        </pc:inkChg>
        <pc:inkChg chg="add">
          <ac:chgData name="Aggie Menezes" userId="74619c95fa3483c9" providerId="LiveId" clId="{81CF669C-6996-674A-8375-EBD66AC830CF}" dt="2021-01-29T14:43:06.846" v="1154"/>
          <ac:inkMkLst>
            <pc:docMk/>
            <pc:sldMk cId="1057399204" sldId="316"/>
            <ac:inkMk id="17" creationId="{C299211E-CB0D-8B4F-95B2-58E06F263C9F}"/>
          </ac:inkMkLst>
        </pc:inkChg>
        <pc:inkChg chg="add">
          <ac:chgData name="Aggie Menezes" userId="74619c95fa3483c9" providerId="LiveId" clId="{81CF669C-6996-674A-8375-EBD66AC830CF}" dt="2021-01-29T14:43:07.211" v="1155"/>
          <ac:inkMkLst>
            <pc:docMk/>
            <pc:sldMk cId="1057399204" sldId="316"/>
            <ac:inkMk id="18" creationId="{FECEE832-BF16-644E-A75C-51778859EA84}"/>
          </ac:inkMkLst>
        </pc:inkChg>
        <pc:inkChg chg="add">
          <ac:chgData name="Aggie Menezes" userId="74619c95fa3483c9" providerId="LiveId" clId="{81CF669C-6996-674A-8375-EBD66AC830CF}" dt="2021-01-29T14:43:07.535" v="1156"/>
          <ac:inkMkLst>
            <pc:docMk/>
            <pc:sldMk cId="1057399204" sldId="316"/>
            <ac:inkMk id="19" creationId="{EDBAF56F-7BE8-C849-A486-41601B588FDF}"/>
          </ac:inkMkLst>
        </pc:inkChg>
        <pc:inkChg chg="add">
          <ac:chgData name="Aggie Menezes" userId="74619c95fa3483c9" providerId="LiveId" clId="{81CF669C-6996-674A-8375-EBD66AC830CF}" dt="2021-01-29T14:43:07.682" v="1157"/>
          <ac:inkMkLst>
            <pc:docMk/>
            <pc:sldMk cId="1057399204" sldId="316"/>
            <ac:inkMk id="20" creationId="{6312A1F8-3285-7A4D-996C-5A5A21A1EBDB}"/>
          </ac:inkMkLst>
        </pc:inkChg>
        <pc:inkChg chg="add">
          <ac:chgData name="Aggie Menezes" userId="74619c95fa3483c9" providerId="LiveId" clId="{81CF669C-6996-674A-8375-EBD66AC830CF}" dt="2021-01-29T14:43:07.925" v="1158"/>
          <ac:inkMkLst>
            <pc:docMk/>
            <pc:sldMk cId="1057399204" sldId="316"/>
            <ac:inkMk id="21" creationId="{F0D8BCE4-C79F-E943-8ECA-00CDC0DEA200}"/>
          </ac:inkMkLst>
        </pc:inkChg>
        <pc:inkChg chg="add">
          <ac:chgData name="Aggie Menezes" userId="74619c95fa3483c9" providerId="LiveId" clId="{81CF669C-6996-674A-8375-EBD66AC830CF}" dt="2021-01-29T14:43:08.508" v="1159"/>
          <ac:inkMkLst>
            <pc:docMk/>
            <pc:sldMk cId="1057399204" sldId="316"/>
            <ac:inkMk id="22" creationId="{B14009A8-8551-2E49-9728-24B98CE20E18}"/>
          </ac:inkMkLst>
        </pc:inkChg>
        <pc:inkChg chg="add">
          <ac:chgData name="Aggie Menezes" userId="74619c95fa3483c9" providerId="LiveId" clId="{81CF669C-6996-674A-8375-EBD66AC830CF}" dt="2021-01-29T14:43:08.669" v="1160"/>
          <ac:inkMkLst>
            <pc:docMk/>
            <pc:sldMk cId="1057399204" sldId="316"/>
            <ac:inkMk id="23" creationId="{77A86C04-9CC7-E148-B7A3-1132F92D2A54}"/>
          </ac:inkMkLst>
        </pc:inkChg>
        <pc:inkChg chg="add">
          <ac:chgData name="Aggie Menezes" userId="74619c95fa3483c9" providerId="LiveId" clId="{81CF669C-6996-674A-8375-EBD66AC830CF}" dt="2021-01-29T14:43:08.966" v="1161"/>
          <ac:inkMkLst>
            <pc:docMk/>
            <pc:sldMk cId="1057399204" sldId="316"/>
            <ac:inkMk id="24" creationId="{107DB73B-1E77-A64F-A103-345BA4E6CDB2}"/>
          </ac:inkMkLst>
        </pc:inkChg>
        <pc:inkChg chg="add">
          <ac:chgData name="Aggie Menezes" userId="74619c95fa3483c9" providerId="LiveId" clId="{81CF669C-6996-674A-8375-EBD66AC830CF}" dt="2021-01-29T14:43:10.506" v="1163"/>
          <ac:inkMkLst>
            <pc:docMk/>
            <pc:sldMk cId="1057399204" sldId="316"/>
            <ac:inkMk id="27" creationId="{3566BF8D-2FE9-514A-982B-46C2EC7BA57C}"/>
          </ac:inkMkLst>
        </pc:inkChg>
        <pc:inkChg chg="add">
          <ac:chgData name="Aggie Menezes" userId="74619c95fa3483c9" providerId="LiveId" clId="{81CF669C-6996-674A-8375-EBD66AC830CF}" dt="2021-01-29T14:43:10.667" v="1164"/>
          <ac:inkMkLst>
            <pc:docMk/>
            <pc:sldMk cId="1057399204" sldId="316"/>
            <ac:inkMk id="28" creationId="{B3B14DBA-D2F4-EF41-9753-301AC21FAA0D}"/>
          </ac:inkMkLst>
        </pc:inkChg>
        <pc:inkChg chg="add">
          <ac:chgData name="Aggie Menezes" userId="74619c95fa3483c9" providerId="LiveId" clId="{81CF669C-6996-674A-8375-EBD66AC830CF}" dt="2021-01-29T14:43:10.981" v="1165"/>
          <ac:inkMkLst>
            <pc:docMk/>
            <pc:sldMk cId="1057399204" sldId="316"/>
            <ac:inkMk id="29" creationId="{D37457FA-A559-114D-8EAB-2E00B267F447}"/>
          </ac:inkMkLst>
        </pc:inkChg>
        <pc:inkChg chg="add">
          <ac:chgData name="Aggie Menezes" userId="74619c95fa3483c9" providerId="LiveId" clId="{81CF669C-6996-674A-8375-EBD66AC830CF}" dt="2021-01-29T14:43:11.580" v="1166"/>
          <ac:inkMkLst>
            <pc:docMk/>
            <pc:sldMk cId="1057399204" sldId="316"/>
            <ac:inkMk id="30" creationId="{B71236B7-8D21-C44E-9191-B84C6452F1EB}"/>
          </ac:inkMkLst>
        </pc:inkChg>
        <pc:inkChg chg="add">
          <ac:chgData name="Aggie Menezes" userId="74619c95fa3483c9" providerId="LiveId" clId="{81CF669C-6996-674A-8375-EBD66AC830CF}" dt="2021-01-29T14:43:12.176" v="1167"/>
          <ac:inkMkLst>
            <pc:docMk/>
            <pc:sldMk cId="1057399204" sldId="316"/>
            <ac:inkMk id="31" creationId="{C710A674-192F-5745-8F31-1DBB5C1FC895}"/>
          </ac:inkMkLst>
        </pc:inkChg>
        <pc:inkChg chg="add">
          <ac:chgData name="Aggie Menezes" userId="74619c95fa3483c9" providerId="LiveId" clId="{81CF669C-6996-674A-8375-EBD66AC830CF}" dt="2021-01-29T14:43:12.343" v="1168"/>
          <ac:inkMkLst>
            <pc:docMk/>
            <pc:sldMk cId="1057399204" sldId="316"/>
            <ac:inkMk id="32" creationId="{FA297B8D-3937-5741-9AEE-EFB969A8BD04}"/>
          </ac:inkMkLst>
        </pc:inkChg>
        <pc:inkChg chg="add">
          <ac:chgData name="Aggie Menezes" userId="74619c95fa3483c9" providerId="LiveId" clId="{81CF669C-6996-674A-8375-EBD66AC830CF}" dt="2021-01-29T14:43:12.868" v="1169"/>
          <ac:inkMkLst>
            <pc:docMk/>
            <pc:sldMk cId="1057399204" sldId="316"/>
            <ac:inkMk id="33" creationId="{75CB1C79-F94E-AB44-AC90-373E8D678008}"/>
          </ac:inkMkLst>
        </pc:inkChg>
        <pc:inkChg chg="add topLvl">
          <ac:chgData name="Aggie Menezes" userId="74619c95fa3483c9" providerId="LiveId" clId="{81CF669C-6996-674A-8375-EBD66AC830CF}" dt="2021-01-29T14:43:22.998" v="1176"/>
          <ac:inkMkLst>
            <pc:docMk/>
            <pc:sldMk cId="1057399204" sldId="316"/>
            <ac:inkMk id="35" creationId="{72389EDD-E73D-5240-911D-7AA8C48C6CBF}"/>
          </ac:inkMkLst>
        </pc:inkChg>
        <pc:inkChg chg="add topLvl">
          <ac:chgData name="Aggie Menezes" userId="74619c95fa3483c9" providerId="LiveId" clId="{81CF669C-6996-674A-8375-EBD66AC830CF}" dt="2021-01-29T14:43:22.998" v="1176"/>
          <ac:inkMkLst>
            <pc:docMk/>
            <pc:sldMk cId="1057399204" sldId="316"/>
            <ac:inkMk id="36" creationId="{10E2AB75-AB38-7949-AB84-1E7A5C3EAE3C}"/>
          </ac:inkMkLst>
        </pc:inkChg>
        <pc:inkChg chg="add">
          <ac:chgData name="Aggie Menezes" userId="74619c95fa3483c9" providerId="LiveId" clId="{81CF669C-6996-674A-8375-EBD66AC830CF}" dt="2021-01-29T14:43:21.382" v="1174"/>
          <ac:inkMkLst>
            <pc:docMk/>
            <pc:sldMk cId="1057399204" sldId="316"/>
            <ac:inkMk id="38" creationId="{2BDD057A-6CBF-E745-B671-FAAA233A79FB}"/>
          </ac:inkMkLst>
        </pc:inkChg>
        <pc:inkChg chg="add">
          <ac:chgData name="Aggie Menezes" userId="74619c95fa3483c9" providerId="LiveId" clId="{81CF669C-6996-674A-8375-EBD66AC830CF}" dt="2021-01-29T14:43:22.231" v="1175"/>
          <ac:inkMkLst>
            <pc:docMk/>
            <pc:sldMk cId="1057399204" sldId="316"/>
            <ac:inkMk id="39" creationId="{E5EB59C7-9A04-8B4B-8B28-E002F467AC09}"/>
          </ac:inkMkLst>
        </pc:inkChg>
        <pc:inkChg chg="add topLvl">
          <ac:chgData name="Aggie Menezes" userId="74619c95fa3483c9" providerId="LiveId" clId="{81CF669C-6996-674A-8375-EBD66AC830CF}" dt="2021-01-29T14:43:29.101" v="1189"/>
          <ac:inkMkLst>
            <pc:docMk/>
            <pc:sldMk cId="1057399204" sldId="316"/>
            <ac:inkMk id="41" creationId="{FCD8899C-D8B5-6F4D-B9AF-FAAF1F218157}"/>
          </ac:inkMkLst>
        </pc:inkChg>
        <pc:inkChg chg="add topLvl">
          <ac:chgData name="Aggie Menezes" userId="74619c95fa3483c9" providerId="LiveId" clId="{81CF669C-6996-674A-8375-EBD66AC830CF}" dt="2021-01-29T14:43:29.101" v="1189"/>
          <ac:inkMkLst>
            <pc:docMk/>
            <pc:sldMk cId="1057399204" sldId="316"/>
            <ac:inkMk id="42" creationId="{982D5B52-9116-4C4C-B792-1DEF8698641B}"/>
          </ac:inkMkLst>
        </pc:inkChg>
        <pc:inkChg chg="add topLvl">
          <ac:chgData name="Aggie Menezes" userId="74619c95fa3483c9" providerId="LiveId" clId="{81CF669C-6996-674A-8375-EBD66AC830CF}" dt="2021-01-29T14:43:29.101" v="1189"/>
          <ac:inkMkLst>
            <pc:docMk/>
            <pc:sldMk cId="1057399204" sldId="316"/>
            <ac:inkMk id="43" creationId="{F99D094A-E1B1-2A45-A9D0-DF82C4736929}"/>
          </ac:inkMkLst>
        </pc:inkChg>
        <pc:inkChg chg="add topLvl">
          <ac:chgData name="Aggie Menezes" userId="74619c95fa3483c9" providerId="LiveId" clId="{81CF669C-6996-674A-8375-EBD66AC830CF}" dt="2021-01-29T14:43:29.101" v="1189"/>
          <ac:inkMkLst>
            <pc:docMk/>
            <pc:sldMk cId="1057399204" sldId="316"/>
            <ac:inkMk id="44" creationId="{AFD3D79A-D62C-834F-BD5D-80DC4281E123}"/>
          </ac:inkMkLst>
        </pc:inkChg>
        <pc:inkChg chg="add topLvl">
          <ac:chgData name="Aggie Menezes" userId="74619c95fa3483c9" providerId="LiveId" clId="{81CF669C-6996-674A-8375-EBD66AC830CF}" dt="2021-01-29T14:43:29.101" v="1189"/>
          <ac:inkMkLst>
            <pc:docMk/>
            <pc:sldMk cId="1057399204" sldId="316"/>
            <ac:inkMk id="45" creationId="{F6C1C129-9A68-724F-A9D5-9372D8CD6F71}"/>
          </ac:inkMkLst>
        </pc:inkChg>
        <pc:inkChg chg="add topLvl">
          <ac:chgData name="Aggie Menezes" userId="74619c95fa3483c9" providerId="LiveId" clId="{81CF669C-6996-674A-8375-EBD66AC830CF}" dt="2021-01-29T14:43:29.101" v="1189"/>
          <ac:inkMkLst>
            <pc:docMk/>
            <pc:sldMk cId="1057399204" sldId="316"/>
            <ac:inkMk id="46" creationId="{588BF00F-FB1C-4642-AF42-D60AFC8A08C2}"/>
          </ac:inkMkLst>
        </pc:inkChg>
        <pc:inkChg chg="add topLvl">
          <ac:chgData name="Aggie Menezes" userId="74619c95fa3483c9" providerId="LiveId" clId="{81CF669C-6996-674A-8375-EBD66AC830CF}" dt="2021-01-29T14:43:29.101" v="1189"/>
          <ac:inkMkLst>
            <pc:docMk/>
            <pc:sldMk cId="1057399204" sldId="316"/>
            <ac:inkMk id="47" creationId="{13D8E81B-213E-0644-95D3-0BD1B1BB5DB2}"/>
          </ac:inkMkLst>
        </pc:inkChg>
        <pc:inkChg chg="add topLvl">
          <ac:chgData name="Aggie Menezes" userId="74619c95fa3483c9" providerId="LiveId" clId="{81CF669C-6996-674A-8375-EBD66AC830CF}" dt="2021-01-29T14:43:29.101" v="1189"/>
          <ac:inkMkLst>
            <pc:docMk/>
            <pc:sldMk cId="1057399204" sldId="316"/>
            <ac:inkMk id="48" creationId="{C4D24A0A-A868-684F-851E-B477BAEE7D71}"/>
          </ac:inkMkLst>
        </pc:inkChg>
        <pc:inkChg chg="add">
          <ac:chgData name="Aggie Menezes" userId="74619c95fa3483c9" providerId="LiveId" clId="{81CF669C-6996-674A-8375-EBD66AC830CF}" dt="2021-01-29T14:43:28.008" v="1186"/>
          <ac:inkMkLst>
            <pc:docMk/>
            <pc:sldMk cId="1057399204" sldId="316"/>
            <ac:inkMk id="50" creationId="{0EE585BA-1240-7443-A0E7-96A37DA69047}"/>
          </ac:inkMkLst>
        </pc:inkChg>
        <pc:inkChg chg="add">
          <ac:chgData name="Aggie Menezes" userId="74619c95fa3483c9" providerId="LiveId" clId="{81CF669C-6996-674A-8375-EBD66AC830CF}" dt="2021-01-29T14:43:28.347" v="1187"/>
          <ac:inkMkLst>
            <pc:docMk/>
            <pc:sldMk cId="1057399204" sldId="316"/>
            <ac:inkMk id="51" creationId="{EE3471AC-036B-6C41-B264-DBE9CE5B90B7}"/>
          </ac:inkMkLst>
        </pc:inkChg>
        <pc:inkChg chg="add">
          <ac:chgData name="Aggie Menezes" userId="74619c95fa3483c9" providerId="LiveId" clId="{81CF669C-6996-674A-8375-EBD66AC830CF}" dt="2021-01-29T14:43:28.577" v="1188"/>
          <ac:inkMkLst>
            <pc:docMk/>
            <pc:sldMk cId="1057399204" sldId="316"/>
            <ac:inkMk id="52" creationId="{A1E8514E-24EB-FB40-B5C3-ECCA159EEA57}"/>
          </ac:inkMkLst>
        </pc:inkChg>
        <pc:inkChg chg="add">
          <ac:chgData name="Aggie Menezes" userId="74619c95fa3483c9" providerId="LiveId" clId="{81CF669C-6996-674A-8375-EBD66AC830CF}" dt="2021-01-29T14:43:33.004" v="1190"/>
          <ac:inkMkLst>
            <pc:docMk/>
            <pc:sldMk cId="1057399204" sldId="316"/>
            <ac:inkMk id="54" creationId="{00E07F4D-8CDF-5E40-8602-077ED69D396A}"/>
          </ac:inkMkLst>
        </pc:inkChg>
        <pc:inkChg chg="add topLvl">
          <ac:chgData name="Aggie Menezes" userId="74619c95fa3483c9" providerId="LiveId" clId="{81CF669C-6996-674A-8375-EBD66AC830CF}" dt="2021-01-29T14:43:44.700" v="1205"/>
          <ac:inkMkLst>
            <pc:docMk/>
            <pc:sldMk cId="1057399204" sldId="316"/>
            <ac:inkMk id="55" creationId="{C7B3CD25-B641-734F-B447-08DF1AF8BC2D}"/>
          </ac:inkMkLst>
        </pc:inkChg>
        <pc:inkChg chg="add topLvl">
          <ac:chgData name="Aggie Menezes" userId="74619c95fa3483c9" providerId="LiveId" clId="{81CF669C-6996-674A-8375-EBD66AC830CF}" dt="2021-01-29T14:43:44.700" v="1205"/>
          <ac:inkMkLst>
            <pc:docMk/>
            <pc:sldMk cId="1057399204" sldId="316"/>
            <ac:inkMk id="56" creationId="{378B7861-1DF2-464E-9476-9077B3A3561A}"/>
          </ac:inkMkLst>
        </pc:inkChg>
        <pc:inkChg chg="add topLvl">
          <ac:chgData name="Aggie Menezes" userId="74619c95fa3483c9" providerId="LiveId" clId="{81CF669C-6996-674A-8375-EBD66AC830CF}" dt="2021-01-29T14:43:44.700" v="1205"/>
          <ac:inkMkLst>
            <pc:docMk/>
            <pc:sldMk cId="1057399204" sldId="316"/>
            <ac:inkMk id="57" creationId="{47FE80D6-70F5-BE41-A5AE-4E50F8EA5584}"/>
          </ac:inkMkLst>
        </pc:inkChg>
        <pc:inkChg chg="add">
          <ac:chgData name="Aggie Menezes" userId="74619c95fa3483c9" providerId="LiveId" clId="{81CF669C-6996-674A-8375-EBD66AC830CF}" dt="2021-01-29T14:43:40.298" v="1195"/>
          <ac:inkMkLst>
            <pc:docMk/>
            <pc:sldMk cId="1057399204" sldId="316"/>
            <ac:inkMk id="59" creationId="{14C66C0A-3B7C-8F4A-B571-E9B1B96C7E66}"/>
          </ac:inkMkLst>
        </pc:inkChg>
        <pc:inkChg chg="add">
          <ac:chgData name="Aggie Menezes" userId="74619c95fa3483c9" providerId="LiveId" clId="{81CF669C-6996-674A-8375-EBD66AC830CF}" dt="2021-01-29T14:43:40.863" v="1196"/>
          <ac:inkMkLst>
            <pc:docMk/>
            <pc:sldMk cId="1057399204" sldId="316"/>
            <ac:inkMk id="60" creationId="{3F3340B6-972D-8441-B72C-49E3EDEA29B6}"/>
          </ac:inkMkLst>
        </pc:inkChg>
        <pc:inkChg chg="add">
          <ac:chgData name="Aggie Menezes" userId="74619c95fa3483c9" providerId="LiveId" clId="{81CF669C-6996-674A-8375-EBD66AC830CF}" dt="2021-01-29T14:43:41.052" v="1197"/>
          <ac:inkMkLst>
            <pc:docMk/>
            <pc:sldMk cId="1057399204" sldId="316"/>
            <ac:inkMk id="61" creationId="{26FD75E1-E728-0D4C-9E11-2FCE57D3A28B}"/>
          </ac:inkMkLst>
        </pc:inkChg>
        <pc:inkChg chg="add">
          <ac:chgData name="Aggie Menezes" userId="74619c95fa3483c9" providerId="LiveId" clId="{81CF669C-6996-674A-8375-EBD66AC830CF}" dt="2021-01-29T14:43:41.374" v="1198"/>
          <ac:inkMkLst>
            <pc:docMk/>
            <pc:sldMk cId="1057399204" sldId="316"/>
            <ac:inkMk id="62" creationId="{2DF54E10-F3DB-5042-AD50-AEAFA2ABD761}"/>
          </ac:inkMkLst>
        </pc:inkChg>
        <pc:inkChg chg="add">
          <ac:chgData name="Aggie Menezes" userId="74619c95fa3483c9" providerId="LiveId" clId="{81CF669C-6996-674A-8375-EBD66AC830CF}" dt="2021-01-29T14:43:41.919" v="1199"/>
          <ac:inkMkLst>
            <pc:docMk/>
            <pc:sldMk cId="1057399204" sldId="316"/>
            <ac:inkMk id="63" creationId="{641E9EC6-BDA5-D447-A45C-1562C392727E}"/>
          </ac:inkMkLst>
        </pc:inkChg>
        <pc:inkChg chg="add">
          <ac:chgData name="Aggie Menezes" userId="74619c95fa3483c9" providerId="LiveId" clId="{81CF669C-6996-674A-8375-EBD66AC830CF}" dt="2021-01-29T14:43:42.449" v="1200"/>
          <ac:inkMkLst>
            <pc:docMk/>
            <pc:sldMk cId="1057399204" sldId="316"/>
            <ac:inkMk id="64" creationId="{668990B5-0C57-E340-B323-BAF0EC42CF3E}"/>
          </ac:inkMkLst>
        </pc:inkChg>
        <pc:inkChg chg="add">
          <ac:chgData name="Aggie Menezes" userId="74619c95fa3483c9" providerId="LiveId" clId="{81CF669C-6996-674A-8375-EBD66AC830CF}" dt="2021-01-29T14:43:42.669" v="1201"/>
          <ac:inkMkLst>
            <pc:docMk/>
            <pc:sldMk cId="1057399204" sldId="316"/>
            <ac:inkMk id="65" creationId="{EC586DDC-B0DC-A041-AAE6-4C2AD7CE5F79}"/>
          </ac:inkMkLst>
        </pc:inkChg>
        <pc:inkChg chg="add">
          <ac:chgData name="Aggie Menezes" userId="74619c95fa3483c9" providerId="LiveId" clId="{81CF669C-6996-674A-8375-EBD66AC830CF}" dt="2021-01-29T14:43:43.332" v="1202"/>
          <ac:inkMkLst>
            <pc:docMk/>
            <pc:sldMk cId="1057399204" sldId="316"/>
            <ac:inkMk id="66" creationId="{BB05F869-D238-CF4F-8C1D-E5371D6424F6}"/>
          </ac:inkMkLst>
        </pc:inkChg>
        <pc:inkChg chg="add">
          <ac:chgData name="Aggie Menezes" userId="74619c95fa3483c9" providerId="LiveId" clId="{81CF669C-6996-674A-8375-EBD66AC830CF}" dt="2021-01-29T14:43:43.789" v="1203"/>
          <ac:inkMkLst>
            <pc:docMk/>
            <pc:sldMk cId="1057399204" sldId="316"/>
            <ac:inkMk id="67" creationId="{761897BE-9893-C547-9D26-0EE9EA2700F1}"/>
          </ac:inkMkLst>
        </pc:inkChg>
        <pc:inkChg chg="add">
          <ac:chgData name="Aggie Menezes" userId="74619c95fa3483c9" providerId="LiveId" clId="{81CF669C-6996-674A-8375-EBD66AC830CF}" dt="2021-01-29T14:43:44.164" v="1204"/>
          <ac:inkMkLst>
            <pc:docMk/>
            <pc:sldMk cId="1057399204" sldId="316"/>
            <ac:inkMk id="68" creationId="{2D3C2F24-35CC-0344-86AC-37BE73589B70}"/>
          </ac:inkMkLst>
        </pc:inkChg>
      </pc:sldChg>
    </pc:docChg>
  </pc:docChgLst>
  <pc:docChgLst>
    <pc:chgData name="Aggie Menezes" userId="74619c95fa3483c9" providerId="LiveId" clId="{D4FEE118-95D0-DE44-B2EB-4EDF98D9F524}"/>
    <pc:docChg chg="delSld">
      <pc:chgData name="Aggie Menezes" userId="74619c95fa3483c9" providerId="LiveId" clId="{D4FEE118-95D0-DE44-B2EB-4EDF98D9F524}" dt="2020-09-03T18:17:32.257" v="1" actId="2696"/>
      <pc:docMkLst>
        <pc:docMk/>
      </pc:docMkLst>
      <pc:sldChg chg="del">
        <pc:chgData name="Aggie Menezes" userId="74619c95fa3483c9" providerId="LiveId" clId="{D4FEE118-95D0-DE44-B2EB-4EDF98D9F524}" dt="2020-09-03T18:17:32.257" v="1" actId="2696"/>
        <pc:sldMkLst>
          <pc:docMk/>
          <pc:sldMk cId="0" sldId="264"/>
        </pc:sldMkLst>
      </pc:sldChg>
      <pc:sldChg chg="del">
        <pc:chgData name="Aggie Menezes" userId="74619c95fa3483c9" providerId="LiveId" clId="{D4FEE118-95D0-DE44-B2EB-4EDF98D9F524}" dt="2020-09-03T18:17:26.166" v="0" actId="2696"/>
        <pc:sldMkLst>
          <pc:docMk/>
          <pc:sldMk cId="0" sldId="265"/>
        </pc:sldMkLst>
      </pc:sldChg>
    </pc:docChg>
  </pc:docChgLst>
  <pc:docChgLst>
    <pc:chgData name="Aggie Menezes" userId="74619c95fa3483c9" providerId="LiveId" clId="{D3128F82-6912-0F40-BAD3-A276DA5466DC}"/>
    <pc:docChg chg="undo custSel addSld delSld modSld">
      <pc:chgData name="Aggie Menezes" userId="74619c95fa3483c9" providerId="LiveId" clId="{D3128F82-6912-0F40-BAD3-A276DA5466DC}" dt="2021-03-18T13:39:51.671" v="4415"/>
      <pc:docMkLst>
        <pc:docMk/>
      </pc:docMkLst>
      <pc:sldChg chg="addSp delSp">
        <pc:chgData name="Aggie Menezes" userId="74619c95fa3483c9" providerId="LiveId" clId="{D3128F82-6912-0F40-BAD3-A276DA5466DC}" dt="2021-03-18T10:29:28.504" v="3666"/>
        <pc:sldMkLst>
          <pc:docMk/>
          <pc:sldMk cId="0" sldId="257"/>
        </pc:sldMkLst>
        <pc:grpChg chg="add del">
          <ac:chgData name="Aggie Menezes" userId="74619c95fa3483c9" providerId="LiveId" clId="{D3128F82-6912-0F40-BAD3-A276DA5466DC}" dt="2021-03-16T08:31:43.529" v="2049"/>
          <ac:grpSpMkLst>
            <pc:docMk/>
            <pc:sldMk cId="0" sldId="257"/>
            <ac:grpSpMk id="5" creationId="{F05245EB-567A-E441-A03E-A70B4FB9724F}"/>
          </ac:grpSpMkLst>
        </pc:grpChg>
        <pc:grpChg chg="add del">
          <ac:chgData name="Aggie Menezes" userId="74619c95fa3483c9" providerId="LiveId" clId="{D3128F82-6912-0F40-BAD3-A276DA5466DC}" dt="2021-03-18T10:26:42.496" v="3497"/>
          <ac:grpSpMkLst>
            <pc:docMk/>
            <pc:sldMk cId="0" sldId="257"/>
            <ac:grpSpMk id="12" creationId="{E7B5E763-2F8A-7B4B-BFC3-FC786BCA73BD}"/>
          </ac:grpSpMkLst>
        </pc:grpChg>
        <pc:grpChg chg="add del">
          <ac:chgData name="Aggie Menezes" userId="74619c95fa3483c9" providerId="LiveId" clId="{D3128F82-6912-0F40-BAD3-A276DA5466DC}" dt="2021-03-16T08:32:13.139" v="2055"/>
          <ac:grpSpMkLst>
            <pc:docMk/>
            <pc:sldMk cId="0" sldId="257"/>
            <ac:grpSpMk id="15" creationId="{F1AFA9B3-5EFA-9547-9481-0606834F12BE}"/>
          </ac:grpSpMkLst>
        </pc:grpChg>
        <pc:grpChg chg="add del">
          <ac:chgData name="Aggie Menezes" userId="74619c95fa3483c9" providerId="LiveId" clId="{D3128F82-6912-0F40-BAD3-A276DA5466DC}" dt="2021-03-16T08:32:24.513" v="2071"/>
          <ac:grpSpMkLst>
            <pc:docMk/>
            <pc:sldMk cId="0" sldId="257"/>
            <ac:grpSpMk id="20" creationId="{0C2A74F9-28A0-0B4F-88BE-CF0B3246BF2C}"/>
          </ac:grpSpMkLst>
        </pc:grpChg>
        <pc:grpChg chg="add del">
          <ac:chgData name="Aggie Menezes" userId="74619c95fa3483c9" providerId="LiveId" clId="{D3128F82-6912-0F40-BAD3-A276DA5466DC}" dt="2021-03-16T08:32:24.513" v="2071"/>
          <ac:grpSpMkLst>
            <pc:docMk/>
            <pc:sldMk cId="0" sldId="257"/>
            <ac:grpSpMk id="31" creationId="{F939E3FA-C803-894A-A31C-8A8D7107AF48}"/>
          </ac:grpSpMkLst>
        </pc:grpChg>
        <pc:grpChg chg="add del">
          <ac:chgData name="Aggie Menezes" userId="74619c95fa3483c9" providerId="LiveId" clId="{D3128F82-6912-0F40-BAD3-A276DA5466DC}" dt="2021-03-18T10:26:42.549" v="3512"/>
          <ac:grpSpMkLst>
            <pc:docMk/>
            <pc:sldMk cId="0" sldId="257"/>
            <ac:grpSpMk id="38" creationId="{1C8B2692-2332-FA40-9F92-9ACCC66C31D0}"/>
          </ac:grpSpMkLst>
        </pc:grpChg>
        <pc:grpChg chg="add del">
          <ac:chgData name="Aggie Menezes" userId="74619c95fa3483c9" providerId="LiveId" clId="{D3128F82-6912-0F40-BAD3-A276DA5466DC}" dt="2021-03-18T10:26:42.610" v="3530"/>
          <ac:grpSpMkLst>
            <pc:docMk/>
            <pc:sldMk cId="0" sldId="257"/>
            <ac:grpSpMk id="45" creationId="{4BD085A7-57F8-AF42-8411-263577107132}"/>
          </ac:grpSpMkLst>
        </pc:grpChg>
        <pc:grpChg chg="add del">
          <ac:chgData name="Aggie Menezes" userId="74619c95fa3483c9" providerId="LiveId" clId="{D3128F82-6912-0F40-BAD3-A276DA5466DC}" dt="2021-03-18T10:26:42.617" v="3532"/>
          <ac:grpSpMkLst>
            <pc:docMk/>
            <pc:sldMk cId="0" sldId="257"/>
            <ac:grpSpMk id="56" creationId="{08782BC6-C2E4-2D4C-9B24-F5674899D3CD}"/>
          </ac:grpSpMkLst>
        </pc:grpChg>
        <pc:grpChg chg="add del">
          <ac:chgData name="Aggie Menezes" userId="74619c95fa3483c9" providerId="LiveId" clId="{D3128F82-6912-0F40-BAD3-A276DA5466DC}" dt="2021-03-16T08:36:41.488" v="2170"/>
          <ac:grpSpMkLst>
            <pc:docMk/>
            <pc:sldMk cId="0" sldId="257"/>
            <ac:grpSpMk id="59" creationId="{219BAB5E-C635-3F4A-AA8B-F02A7ECF36A3}"/>
          </ac:grpSpMkLst>
        </pc:grpChg>
        <pc:grpChg chg="add del">
          <ac:chgData name="Aggie Menezes" userId="74619c95fa3483c9" providerId="LiveId" clId="{D3128F82-6912-0F40-BAD3-A276DA5466DC}" dt="2021-03-16T08:36:41.488" v="2170"/>
          <ac:grpSpMkLst>
            <pc:docMk/>
            <pc:sldMk cId="0" sldId="257"/>
            <ac:grpSpMk id="63" creationId="{0148FAFC-E526-0543-8A09-834C35D6F457}"/>
          </ac:grpSpMkLst>
        </pc:grpChg>
        <pc:grpChg chg="add del">
          <ac:chgData name="Aggie Menezes" userId="74619c95fa3483c9" providerId="LiveId" clId="{D3128F82-6912-0F40-BAD3-A276DA5466DC}" dt="2021-03-18T10:26:42.592" v="3525"/>
          <ac:grpSpMkLst>
            <pc:docMk/>
            <pc:sldMk cId="0" sldId="257"/>
            <ac:grpSpMk id="132" creationId="{E9513253-B166-FD4A-B024-9D8894B9B3B9}"/>
          </ac:grpSpMkLst>
        </pc:grpChg>
        <pc:grpChg chg="add del">
          <ac:chgData name="Aggie Menezes" userId="74619c95fa3483c9" providerId="LiveId" clId="{D3128F82-6912-0F40-BAD3-A276DA5466DC}" dt="2021-03-18T10:26:42.646" v="3540"/>
          <ac:grpSpMkLst>
            <pc:docMk/>
            <pc:sldMk cId="0" sldId="257"/>
            <ac:grpSpMk id="139" creationId="{13D88695-1DEB-EB47-B8B2-BBC911C9D2DF}"/>
          </ac:grpSpMkLst>
        </pc:grpChg>
        <pc:grpChg chg="add del">
          <ac:chgData name="Aggie Menezes" userId="74619c95fa3483c9" providerId="LiveId" clId="{D3128F82-6912-0F40-BAD3-A276DA5466DC}" dt="2021-03-16T08:34:20.855" v="2117"/>
          <ac:grpSpMkLst>
            <pc:docMk/>
            <pc:sldMk cId="0" sldId="257"/>
            <ac:grpSpMk id="142" creationId="{33BD8FDC-875D-1A4F-AAAA-BDC6CC75601E}"/>
          </ac:grpSpMkLst>
        </pc:grpChg>
        <pc:grpChg chg="add del">
          <ac:chgData name="Aggie Menezes" userId="74619c95fa3483c9" providerId="LiveId" clId="{D3128F82-6912-0F40-BAD3-A276DA5466DC}" dt="2021-03-18T10:26:45.667" v="3580"/>
          <ac:grpSpMkLst>
            <pc:docMk/>
            <pc:sldMk cId="0" sldId="257"/>
            <ac:grpSpMk id="142" creationId="{F7745356-6A65-4B43-B3C4-52EE1998F131}"/>
          </ac:grpSpMkLst>
        </pc:grpChg>
        <pc:grpChg chg="add del">
          <ac:chgData name="Aggie Menezes" userId="74619c95fa3483c9" providerId="LiveId" clId="{D3128F82-6912-0F40-BAD3-A276DA5466DC}" dt="2021-03-16T08:34:23.294" v="2122"/>
          <ac:grpSpMkLst>
            <pc:docMk/>
            <pc:sldMk cId="0" sldId="257"/>
            <ac:grpSpMk id="149" creationId="{4393E3AC-8CE9-2F49-828B-48E899B3E35F}"/>
          </ac:grpSpMkLst>
        </pc:grpChg>
        <pc:grpChg chg="add del">
          <ac:chgData name="Aggie Menezes" userId="74619c95fa3483c9" providerId="LiveId" clId="{D3128F82-6912-0F40-BAD3-A276DA5466DC}" dt="2021-03-18T10:26:42.718" v="3561"/>
          <ac:grpSpMkLst>
            <pc:docMk/>
            <pc:sldMk cId="0" sldId="257"/>
            <ac:grpSpMk id="154" creationId="{B82E5553-782E-5748-A77E-5529C2237B12}"/>
          </ac:grpSpMkLst>
        </pc:grpChg>
        <pc:grpChg chg="add del">
          <ac:chgData name="Aggie Menezes" userId="74619c95fa3483c9" providerId="LiveId" clId="{D3128F82-6912-0F40-BAD3-A276DA5466DC}" dt="2021-03-16T08:34:34.856" v="2128"/>
          <ac:grpSpMkLst>
            <pc:docMk/>
            <pc:sldMk cId="0" sldId="257"/>
            <ac:grpSpMk id="158" creationId="{2AA28B31-7F8C-BD49-A4DF-E721BAC582C1}"/>
          </ac:grpSpMkLst>
        </pc:grpChg>
        <pc:grpChg chg="add del">
          <ac:chgData name="Aggie Menezes" userId="74619c95fa3483c9" providerId="LiveId" clId="{D3128F82-6912-0F40-BAD3-A276DA5466DC}" dt="2021-03-16T08:34:37.141" v="2131"/>
          <ac:grpSpMkLst>
            <pc:docMk/>
            <pc:sldMk cId="0" sldId="257"/>
            <ac:grpSpMk id="160" creationId="{5EAEC53B-C5B8-8042-B0A8-3B7969FE097A}"/>
          </ac:grpSpMkLst>
        </pc:grpChg>
        <pc:grpChg chg="add del">
          <ac:chgData name="Aggie Menezes" userId="74619c95fa3483c9" providerId="LiveId" clId="{D3128F82-6912-0F40-BAD3-A276DA5466DC}" dt="2021-03-16T08:34:48.501" v="2135"/>
          <ac:grpSpMkLst>
            <pc:docMk/>
            <pc:sldMk cId="0" sldId="257"/>
            <ac:grpSpMk id="163" creationId="{764CFAA2-F35E-F44E-B574-6603A1CFC1CA}"/>
          </ac:grpSpMkLst>
        </pc:grpChg>
        <pc:grpChg chg="add del">
          <ac:chgData name="Aggie Menezes" userId="74619c95fa3483c9" providerId="LiveId" clId="{D3128F82-6912-0F40-BAD3-A276DA5466DC}" dt="2021-03-18T10:26:45.633" v="3569"/>
          <ac:grpSpMkLst>
            <pc:docMk/>
            <pc:sldMk cId="0" sldId="257"/>
            <ac:grpSpMk id="167" creationId="{807FD313-670A-C947-88EE-6DE479BA6225}"/>
          </ac:grpSpMkLst>
        </pc:grpChg>
        <pc:grpChg chg="add del">
          <ac:chgData name="Aggie Menezes" userId="74619c95fa3483c9" providerId="LiveId" clId="{D3128F82-6912-0F40-BAD3-A276DA5466DC}" dt="2021-03-18T10:26:42.642" v="3539"/>
          <ac:grpSpMkLst>
            <pc:docMk/>
            <pc:sldMk cId="0" sldId="257"/>
            <ac:grpSpMk id="177" creationId="{12A20EE7-CAE3-BB4E-99B0-6098B824E094}"/>
          </ac:grpSpMkLst>
        </pc:grpChg>
        <pc:grpChg chg="add del">
          <ac:chgData name="Aggie Menezes" userId="74619c95fa3483c9" providerId="LiveId" clId="{D3128F82-6912-0F40-BAD3-A276DA5466DC}" dt="2021-03-18T10:26:42.708" v="3558"/>
          <ac:grpSpMkLst>
            <pc:docMk/>
            <pc:sldMk cId="0" sldId="257"/>
            <ac:grpSpMk id="187" creationId="{DE88CAE9-15FD-3B48-B99A-FC1295E6B5A7}"/>
          </ac:grpSpMkLst>
        </pc:grpChg>
        <pc:grpChg chg="add del">
          <ac:chgData name="Aggie Menezes" userId="74619c95fa3483c9" providerId="LiveId" clId="{D3128F82-6912-0F40-BAD3-A276DA5466DC}" dt="2021-03-18T10:26:42.665" v="3545"/>
          <ac:grpSpMkLst>
            <pc:docMk/>
            <pc:sldMk cId="0" sldId="257"/>
            <ac:grpSpMk id="192" creationId="{9CFF0EFC-BDDB-9C4A-B662-96F30B0C1A60}"/>
          </ac:grpSpMkLst>
        </pc:grpChg>
        <pc:grpChg chg="add del">
          <ac:chgData name="Aggie Menezes" userId="74619c95fa3483c9" providerId="LiveId" clId="{D3128F82-6912-0F40-BAD3-A276DA5466DC}" dt="2021-03-16T08:36:24.724" v="2168"/>
          <ac:grpSpMkLst>
            <pc:docMk/>
            <pc:sldMk cId="0" sldId="257"/>
            <ac:grpSpMk id="196" creationId="{28AF612C-DEDF-A244-A65B-769BA0BAEF47}"/>
          </ac:grpSpMkLst>
        </pc:grpChg>
        <pc:grpChg chg="add del">
          <ac:chgData name="Aggie Menezes" userId="74619c95fa3483c9" providerId="LiveId" clId="{D3128F82-6912-0F40-BAD3-A276DA5466DC}" dt="2021-03-18T10:26:42.729" v="3564"/>
          <ac:grpSpMkLst>
            <pc:docMk/>
            <pc:sldMk cId="0" sldId="257"/>
            <ac:grpSpMk id="200" creationId="{78081F30-9884-204A-952B-6852877AE847}"/>
          </ac:grpSpMkLst>
        </pc:grpChg>
        <pc:grpChg chg="add del">
          <ac:chgData name="Aggie Menezes" userId="74619c95fa3483c9" providerId="LiveId" clId="{D3128F82-6912-0F40-BAD3-A276DA5466DC}" dt="2021-03-16T08:36:45.771" v="2173"/>
          <ac:grpSpMkLst>
            <pc:docMk/>
            <pc:sldMk cId="0" sldId="257"/>
            <ac:grpSpMk id="202" creationId="{A4D267F4-EA3E-CC4E-846C-C6BAD8EBDC2D}"/>
          </ac:grpSpMkLst>
        </pc:grpChg>
        <pc:grpChg chg="add del">
          <ac:chgData name="Aggie Menezes" userId="74619c95fa3483c9" providerId="LiveId" clId="{D3128F82-6912-0F40-BAD3-A276DA5466DC}" dt="2021-03-18T10:26:42.654" v="3542"/>
          <ac:grpSpMkLst>
            <pc:docMk/>
            <pc:sldMk cId="0" sldId="257"/>
            <ac:grpSpMk id="205" creationId="{A85F59CB-1E7D-8842-AA03-1928E4BD2B9E}"/>
          </ac:grpSpMkLst>
        </pc:grpChg>
        <pc:grpChg chg="add del">
          <ac:chgData name="Aggie Menezes" userId="74619c95fa3483c9" providerId="LiveId" clId="{D3128F82-6912-0F40-BAD3-A276DA5466DC}" dt="2021-03-18T10:26:45.655" v="3576"/>
          <ac:grpSpMkLst>
            <pc:docMk/>
            <pc:sldMk cId="0" sldId="257"/>
            <ac:grpSpMk id="210" creationId="{E0F9BAA4-5DBE-A04F-9E67-773E73C8A0A3}"/>
          </ac:grpSpMkLst>
        </pc:grpChg>
        <pc:grpChg chg="add del">
          <ac:chgData name="Aggie Menezes" userId="74619c95fa3483c9" providerId="LiveId" clId="{D3128F82-6912-0F40-BAD3-A276DA5466DC}" dt="2021-03-18T10:26:45.658" v="3577"/>
          <ac:grpSpMkLst>
            <pc:docMk/>
            <pc:sldMk cId="0" sldId="257"/>
            <ac:grpSpMk id="211" creationId="{27972191-E1DD-2445-A414-1F8E6D564338}"/>
          </ac:grpSpMkLst>
        </pc:grpChg>
        <pc:grpChg chg="add del">
          <ac:chgData name="Aggie Menezes" userId="74619c95fa3483c9" providerId="LiveId" clId="{D3128F82-6912-0F40-BAD3-A276DA5466DC}" dt="2021-03-18T10:26:42.515" v="3502"/>
          <ac:grpSpMkLst>
            <pc:docMk/>
            <pc:sldMk cId="0" sldId="257"/>
            <ac:grpSpMk id="217" creationId="{E955DC93-CB9E-D045-B802-3801D196A57C}"/>
          </ac:grpSpMkLst>
        </pc:grpChg>
        <pc:grpChg chg="add del">
          <ac:chgData name="Aggie Menezes" userId="74619c95fa3483c9" providerId="LiveId" clId="{D3128F82-6912-0F40-BAD3-A276DA5466DC}" dt="2021-03-18T10:26:42.414" v="3474"/>
          <ac:grpSpMkLst>
            <pc:docMk/>
            <pc:sldMk cId="0" sldId="257"/>
            <ac:grpSpMk id="218" creationId="{0FC644E8-4CB6-7F43-A4F8-F345B8B93AF4}"/>
          </ac:grpSpMkLst>
        </pc:grpChg>
        <pc:grpChg chg="add del">
          <ac:chgData name="Aggie Menezes" userId="74619c95fa3483c9" providerId="LiveId" clId="{D3128F82-6912-0F40-BAD3-A276DA5466DC}" dt="2021-03-18T10:26:42.673" v="3547"/>
          <ac:grpSpMkLst>
            <pc:docMk/>
            <pc:sldMk cId="0" sldId="257"/>
            <ac:grpSpMk id="224" creationId="{33788E07-4D14-8B4F-95B3-DE30243E7D4F}"/>
          </ac:grpSpMkLst>
        </pc:grpChg>
        <pc:grpChg chg="add del">
          <ac:chgData name="Aggie Menezes" userId="74619c95fa3483c9" providerId="LiveId" clId="{D3128F82-6912-0F40-BAD3-A276DA5466DC}" dt="2021-03-16T08:43:14.874" v="2213"/>
          <ac:grpSpMkLst>
            <pc:docMk/>
            <pc:sldMk cId="0" sldId="257"/>
            <ac:grpSpMk id="229" creationId="{85D9DA04-9D68-8F41-830F-8FE3A8B9597C}"/>
          </ac:grpSpMkLst>
        </pc:grpChg>
        <pc:grpChg chg="add del">
          <ac:chgData name="Aggie Menezes" userId="74619c95fa3483c9" providerId="LiveId" clId="{D3128F82-6912-0F40-BAD3-A276DA5466DC}" dt="2021-03-18T10:26:42.657" v="3543"/>
          <ac:grpSpMkLst>
            <pc:docMk/>
            <pc:sldMk cId="0" sldId="257"/>
            <ac:grpSpMk id="234" creationId="{24C91F5D-32C8-F843-8EB7-5E5805438BBF}"/>
          </ac:grpSpMkLst>
        </pc:grpChg>
        <pc:grpChg chg="add">
          <ac:chgData name="Aggie Menezes" userId="74619c95fa3483c9" providerId="LiveId" clId="{D3128F82-6912-0F40-BAD3-A276DA5466DC}" dt="2021-03-18T10:27:12.931" v="3595"/>
          <ac:grpSpMkLst>
            <pc:docMk/>
            <pc:sldMk cId="0" sldId="257"/>
            <ac:grpSpMk id="245" creationId="{64382DB8-207E-D34F-BAB8-53A4F00A72E5}"/>
          </ac:grpSpMkLst>
        </pc:grpChg>
        <pc:grpChg chg="add">
          <ac:chgData name="Aggie Menezes" userId="74619c95fa3483c9" providerId="LiveId" clId="{D3128F82-6912-0F40-BAD3-A276DA5466DC}" dt="2021-03-18T10:27:19.099" v="3607"/>
          <ac:grpSpMkLst>
            <pc:docMk/>
            <pc:sldMk cId="0" sldId="257"/>
            <ac:grpSpMk id="257" creationId="{5CB902C7-47EB-A44B-9F1B-62A3EBDD1D4F}"/>
          </ac:grpSpMkLst>
        </pc:grpChg>
        <pc:grpChg chg="add">
          <ac:chgData name="Aggie Menezes" userId="74619c95fa3483c9" providerId="LiveId" clId="{D3128F82-6912-0F40-BAD3-A276DA5466DC}" dt="2021-03-18T10:27:25.892" v="3615"/>
          <ac:grpSpMkLst>
            <pc:docMk/>
            <pc:sldMk cId="0" sldId="257"/>
            <ac:grpSpMk id="265" creationId="{05174F97-04BA-D447-B8DB-FA73EDB6DD11}"/>
          </ac:grpSpMkLst>
        </pc:grpChg>
        <pc:grpChg chg="add">
          <ac:chgData name="Aggie Menezes" userId="74619c95fa3483c9" providerId="LiveId" clId="{D3128F82-6912-0F40-BAD3-A276DA5466DC}" dt="2021-03-18T10:27:47.642" v="3631"/>
          <ac:grpSpMkLst>
            <pc:docMk/>
            <pc:sldMk cId="0" sldId="257"/>
            <ac:grpSpMk id="281" creationId="{6BA39DD8-E666-3346-9CA3-3D864527A58F}"/>
          </ac:grpSpMkLst>
        </pc:grpChg>
        <pc:grpChg chg="add">
          <ac:chgData name="Aggie Menezes" userId="74619c95fa3483c9" providerId="LiveId" clId="{D3128F82-6912-0F40-BAD3-A276DA5466DC}" dt="2021-03-18T10:27:58.703" v="3634"/>
          <ac:grpSpMkLst>
            <pc:docMk/>
            <pc:sldMk cId="0" sldId="257"/>
            <ac:grpSpMk id="284" creationId="{DF0B9DF8-3C8A-0F42-8D46-1E3595211685}"/>
          </ac:grpSpMkLst>
        </pc:grpChg>
        <pc:grpChg chg="add">
          <ac:chgData name="Aggie Menezes" userId="74619c95fa3483c9" providerId="LiveId" clId="{D3128F82-6912-0F40-BAD3-A276DA5466DC}" dt="2021-03-18T10:28:14.891" v="3643"/>
          <ac:grpSpMkLst>
            <pc:docMk/>
            <pc:sldMk cId="0" sldId="257"/>
            <ac:grpSpMk id="293" creationId="{CC088FFB-F7AD-6949-A346-72BBFF9E8F7E}"/>
          </ac:grpSpMkLst>
        </pc:grpChg>
        <pc:grpChg chg="add">
          <ac:chgData name="Aggie Menezes" userId="74619c95fa3483c9" providerId="LiveId" clId="{D3128F82-6912-0F40-BAD3-A276DA5466DC}" dt="2021-03-18T10:28:38.336" v="3647"/>
          <ac:grpSpMkLst>
            <pc:docMk/>
            <pc:sldMk cId="0" sldId="257"/>
            <ac:grpSpMk id="297" creationId="{C39F7FAF-C94B-204C-8BAE-95F8CED5CD13}"/>
          </ac:grpSpMkLst>
        </pc:grpChg>
        <pc:grpChg chg="add">
          <ac:chgData name="Aggie Menezes" userId="74619c95fa3483c9" providerId="LiveId" clId="{D3128F82-6912-0F40-BAD3-A276DA5466DC}" dt="2021-03-18T10:29:18.124" v="3656"/>
          <ac:grpSpMkLst>
            <pc:docMk/>
            <pc:sldMk cId="0" sldId="257"/>
            <ac:grpSpMk id="306" creationId="{C942D495-DDE7-554F-A586-19DBD56394EC}"/>
          </ac:grpSpMkLst>
        </pc:grpChg>
        <pc:grpChg chg="add">
          <ac:chgData name="Aggie Menezes" userId="74619c95fa3483c9" providerId="LiveId" clId="{D3128F82-6912-0F40-BAD3-A276DA5466DC}" dt="2021-03-18T10:29:28.504" v="3666"/>
          <ac:grpSpMkLst>
            <pc:docMk/>
            <pc:sldMk cId="0" sldId="257"/>
            <ac:grpSpMk id="316" creationId="{E14B6ADD-2A9C-7D47-BB9B-00B225C191CF}"/>
          </ac:grpSpMkLst>
        </pc:grpChg>
        <pc:inkChg chg="add del topLvl">
          <ac:chgData name="Aggie Menezes" userId="74619c95fa3483c9" providerId="LiveId" clId="{D3128F82-6912-0F40-BAD3-A276DA5466DC}" dt="2021-03-18T10:26:42.496" v="3497"/>
          <ac:inkMkLst>
            <pc:docMk/>
            <pc:sldMk cId="0" sldId="257"/>
            <ac:inkMk id="2" creationId="{938B8E98-B42E-F046-B0BF-4A59873DC2D5}"/>
          </ac:inkMkLst>
        </pc:inkChg>
        <pc:inkChg chg="add del topLvl">
          <ac:chgData name="Aggie Menezes" userId="74619c95fa3483c9" providerId="LiveId" clId="{D3128F82-6912-0F40-BAD3-A276DA5466DC}" dt="2021-03-18T10:26:29.396" v="3451"/>
          <ac:inkMkLst>
            <pc:docMk/>
            <pc:sldMk cId="0" sldId="257"/>
            <ac:inkMk id="3" creationId="{66FC313D-9687-6141-91AB-CD8504FA7CAD}"/>
          </ac:inkMkLst>
        </pc:inkChg>
        <pc:inkChg chg="add del topLvl">
          <ac:chgData name="Aggie Menezes" userId="74619c95fa3483c9" providerId="LiveId" clId="{D3128F82-6912-0F40-BAD3-A276DA5466DC}" dt="2021-03-18T10:26:42.446" v="3482"/>
          <ac:inkMkLst>
            <pc:docMk/>
            <pc:sldMk cId="0" sldId="257"/>
            <ac:inkMk id="4" creationId="{D64A0DF8-6759-9A42-89F6-19035BA03861}"/>
          </ac:inkMkLst>
        </pc:inkChg>
        <pc:inkChg chg="add del">
          <ac:chgData name="Aggie Menezes" userId="74619c95fa3483c9" providerId="LiveId" clId="{D3128F82-6912-0F40-BAD3-A276DA5466DC}" dt="2021-03-18T10:26:42.614" v="3531"/>
          <ac:inkMkLst>
            <pc:docMk/>
            <pc:sldMk cId="0" sldId="257"/>
            <ac:inkMk id="5" creationId="{0D91B145-0268-6D47-A513-5701D64C770B}"/>
          </ac:inkMkLst>
        </pc:inkChg>
        <pc:inkChg chg="add del">
          <ac:chgData name="Aggie Menezes" userId="74619c95fa3483c9" providerId="LiveId" clId="{D3128F82-6912-0F40-BAD3-A276DA5466DC}" dt="2021-03-18T10:26:29.418" v="3457"/>
          <ac:inkMkLst>
            <pc:docMk/>
            <pc:sldMk cId="0" sldId="257"/>
            <ac:inkMk id="6" creationId="{91726D2F-BA5B-B44D-8AAA-ACD0897DB595}"/>
          </ac:inkMkLst>
        </pc:inkChg>
        <pc:inkChg chg="add del">
          <ac:chgData name="Aggie Menezes" userId="74619c95fa3483c9" providerId="LiveId" clId="{D3128F82-6912-0F40-BAD3-A276DA5466DC}" dt="2021-03-18T10:26:29.368" v="3444"/>
          <ac:inkMkLst>
            <pc:docMk/>
            <pc:sldMk cId="0" sldId="257"/>
            <ac:inkMk id="7" creationId="{E0389D6D-06A6-7640-A1D0-BDEA13DC3E2E}"/>
          </ac:inkMkLst>
        </pc:inkChg>
        <pc:inkChg chg="add del topLvl">
          <ac:chgData name="Aggie Menezes" userId="74619c95fa3483c9" providerId="LiveId" clId="{D3128F82-6912-0F40-BAD3-A276DA5466DC}" dt="2021-03-18T10:26:42.552" v="3513"/>
          <ac:inkMkLst>
            <pc:docMk/>
            <pc:sldMk cId="0" sldId="257"/>
            <ac:inkMk id="8" creationId="{20B82005-4144-3443-9B99-72C368619F79}"/>
          </ac:inkMkLst>
        </pc:inkChg>
        <pc:inkChg chg="add del">
          <ac:chgData name="Aggie Menezes" userId="74619c95fa3483c9" providerId="LiveId" clId="{D3128F82-6912-0F40-BAD3-A276DA5466DC}" dt="2021-03-18T10:26:29.365" v="3443"/>
          <ac:inkMkLst>
            <pc:docMk/>
            <pc:sldMk cId="0" sldId="257"/>
            <ac:inkMk id="9" creationId="{C0D789BD-31AA-7A47-847A-1FAB49B3AC01}"/>
          </ac:inkMkLst>
        </pc:inkChg>
        <pc:inkChg chg="add del">
          <ac:chgData name="Aggie Menezes" userId="74619c95fa3483c9" providerId="LiveId" clId="{D3128F82-6912-0F40-BAD3-A276DA5466DC}" dt="2021-03-18T10:26:29.437" v="3462"/>
          <ac:inkMkLst>
            <pc:docMk/>
            <pc:sldMk cId="0" sldId="257"/>
            <ac:inkMk id="10" creationId="{26325672-75C8-134D-8C5E-D196A4E8FB88}"/>
          </ac:inkMkLst>
        </pc:inkChg>
        <pc:inkChg chg="add del">
          <ac:chgData name="Aggie Menezes" userId="74619c95fa3483c9" providerId="LiveId" clId="{D3128F82-6912-0F40-BAD3-A276DA5466DC}" dt="2021-03-18T10:26:29.384" v="3448"/>
          <ac:inkMkLst>
            <pc:docMk/>
            <pc:sldMk cId="0" sldId="257"/>
            <ac:inkMk id="11" creationId="{CAEC3EE9-56F5-6C49-AC88-9E125844BC51}"/>
          </ac:inkMkLst>
        </pc:inkChg>
        <pc:inkChg chg="add del topLvl">
          <ac:chgData name="Aggie Menezes" userId="74619c95fa3483c9" providerId="LiveId" clId="{D3128F82-6912-0F40-BAD3-A276DA5466DC}" dt="2021-03-18T10:26:29.443" v="3464"/>
          <ac:inkMkLst>
            <pc:docMk/>
            <pc:sldMk cId="0" sldId="257"/>
            <ac:inkMk id="13" creationId="{C149CE28-37D7-E74B-9AB8-E9CDB6E5D2E0}"/>
          </ac:inkMkLst>
        </pc:inkChg>
        <pc:inkChg chg="add del topLvl">
          <ac:chgData name="Aggie Menezes" userId="74619c95fa3483c9" providerId="LiveId" clId="{D3128F82-6912-0F40-BAD3-A276DA5466DC}" dt="2021-03-18T10:26:29.358" v="3441"/>
          <ac:inkMkLst>
            <pc:docMk/>
            <pc:sldMk cId="0" sldId="257"/>
            <ac:inkMk id="14" creationId="{DF9BF449-D32C-124C-A4BE-99835405C596}"/>
          </ac:inkMkLst>
        </pc:inkChg>
        <pc:inkChg chg="add del">
          <ac:chgData name="Aggie Menezes" userId="74619c95fa3483c9" providerId="LiveId" clId="{D3128F82-6912-0F40-BAD3-A276DA5466DC}" dt="2021-03-18T10:26:45.651" v="3575"/>
          <ac:inkMkLst>
            <pc:docMk/>
            <pc:sldMk cId="0" sldId="257"/>
            <ac:inkMk id="15" creationId="{1F207133-0A85-7744-ADB2-6AFDEBA424A5}"/>
          </ac:inkMkLst>
        </pc:inkChg>
        <pc:inkChg chg="add del topLvl">
          <ac:chgData name="Aggie Menezes" userId="74619c95fa3483c9" providerId="LiveId" clId="{D3128F82-6912-0F40-BAD3-A276DA5466DC}" dt="2021-03-18T10:26:29.433" v="3461"/>
          <ac:inkMkLst>
            <pc:docMk/>
            <pc:sldMk cId="0" sldId="257"/>
            <ac:inkMk id="16" creationId="{C3E0864E-AAE3-2944-9B93-F89660333413}"/>
          </ac:inkMkLst>
        </pc:inkChg>
        <pc:inkChg chg="add del topLvl">
          <ac:chgData name="Aggie Menezes" userId="74619c95fa3483c9" providerId="LiveId" clId="{D3128F82-6912-0F40-BAD3-A276DA5466DC}" dt="2021-03-18T10:26:29.465" v="3470"/>
          <ac:inkMkLst>
            <pc:docMk/>
            <pc:sldMk cId="0" sldId="257"/>
            <ac:inkMk id="17" creationId="{55AC54DE-5BC7-3741-B3AA-81B910F4ADF2}"/>
          </ac:inkMkLst>
        </pc:inkChg>
        <pc:inkChg chg="add del topLvl">
          <ac:chgData name="Aggie Menezes" userId="74619c95fa3483c9" providerId="LiveId" clId="{D3128F82-6912-0F40-BAD3-A276DA5466DC}" dt="2021-03-18T10:26:45.667" v="3580"/>
          <ac:inkMkLst>
            <pc:docMk/>
            <pc:sldMk cId="0" sldId="257"/>
            <ac:inkMk id="20" creationId="{27B7B6EA-9575-A948-97BA-2664D141D61C}"/>
          </ac:inkMkLst>
        </pc:inkChg>
        <pc:inkChg chg="add del topLvl">
          <ac:chgData name="Aggie Menezes" userId="74619c95fa3483c9" providerId="LiveId" clId="{D3128F82-6912-0F40-BAD3-A276DA5466DC}" dt="2021-03-18T10:26:42.489" v="3495"/>
          <ac:inkMkLst>
            <pc:docMk/>
            <pc:sldMk cId="0" sldId="257"/>
            <ac:inkMk id="22" creationId="{07A55534-04F0-7A47-B87B-4C730E038891}"/>
          </ac:inkMkLst>
        </pc:inkChg>
        <pc:inkChg chg="add del topLvl">
          <ac:chgData name="Aggie Menezes" userId="74619c95fa3483c9" providerId="LiveId" clId="{D3128F82-6912-0F40-BAD3-A276DA5466DC}" dt="2021-03-18T10:26:29.422" v="3458"/>
          <ac:inkMkLst>
            <pc:docMk/>
            <pc:sldMk cId="0" sldId="257"/>
            <ac:inkMk id="23" creationId="{9A3FC768-DAFE-474D-8442-3C2088A2C3B3}"/>
          </ac:inkMkLst>
        </pc:inkChg>
        <pc:inkChg chg="add del topLvl">
          <ac:chgData name="Aggie Menezes" userId="74619c95fa3483c9" providerId="LiveId" clId="{D3128F82-6912-0F40-BAD3-A276DA5466DC}" dt="2021-03-18T10:26:29.373" v="3445"/>
          <ac:inkMkLst>
            <pc:docMk/>
            <pc:sldMk cId="0" sldId="257"/>
            <ac:inkMk id="25" creationId="{7C0DB927-1EF5-954D-A473-A432E817917D}"/>
          </ac:inkMkLst>
        </pc:inkChg>
        <pc:inkChg chg="add del topLvl">
          <ac:chgData name="Aggie Menezes" userId="74619c95fa3483c9" providerId="LiveId" clId="{D3128F82-6912-0F40-BAD3-A276DA5466DC}" dt="2021-03-18T10:26:29.404" v="3453"/>
          <ac:inkMkLst>
            <pc:docMk/>
            <pc:sldMk cId="0" sldId="257"/>
            <ac:inkMk id="26" creationId="{1F6C032F-8638-A042-8009-BA8B137088E5}"/>
          </ac:inkMkLst>
        </pc:inkChg>
        <pc:inkChg chg="add del topLvl">
          <ac:chgData name="Aggie Menezes" userId="74619c95fa3483c9" providerId="LiveId" clId="{D3128F82-6912-0F40-BAD3-A276DA5466DC}" dt="2021-03-18T10:26:29.462" v="3469"/>
          <ac:inkMkLst>
            <pc:docMk/>
            <pc:sldMk cId="0" sldId="257"/>
            <ac:inkMk id="27" creationId="{CEAB959A-16D2-174D-87A8-2103FC681D43}"/>
          </ac:inkMkLst>
        </pc:inkChg>
        <pc:inkChg chg="add del topLvl">
          <ac:chgData name="Aggie Menezes" userId="74619c95fa3483c9" providerId="LiveId" clId="{D3128F82-6912-0F40-BAD3-A276DA5466DC}" dt="2021-03-18T10:26:42.682" v="3550"/>
          <ac:inkMkLst>
            <pc:docMk/>
            <pc:sldMk cId="0" sldId="257"/>
            <ac:inkMk id="28" creationId="{01763504-DE5C-F64B-9AA3-BF574FDFDBD4}"/>
          </ac:inkMkLst>
        </pc:inkChg>
        <pc:inkChg chg="add del topLvl">
          <ac:chgData name="Aggie Menezes" userId="74619c95fa3483c9" providerId="LiveId" clId="{D3128F82-6912-0F40-BAD3-A276DA5466DC}" dt="2021-03-18T10:26:42.436" v="3479"/>
          <ac:inkMkLst>
            <pc:docMk/>
            <pc:sldMk cId="0" sldId="257"/>
            <ac:inkMk id="29" creationId="{6C2BDAF5-9770-DB4C-8E41-52D22BF53EB7}"/>
          </ac:inkMkLst>
        </pc:inkChg>
        <pc:inkChg chg="add del topLvl">
          <ac:chgData name="Aggie Menezes" userId="74619c95fa3483c9" providerId="LiveId" clId="{D3128F82-6912-0F40-BAD3-A276DA5466DC}" dt="2021-03-18T10:26:42.549" v="3512"/>
          <ac:inkMkLst>
            <pc:docMk/>
            <pc:sldMk cId="0" sldId="257"/>
            <ac:inkMk id="30" creationId="{E440079F-A484-B746-8F64-95949CB368A1}"/>
          </ac:inkMkLst>
        </pc:inkChg>
        <pc:inkChg chg="add del">
          <ac:chgData name="Aggie Menezes" userId="74619c95fa3483c9" providerId="LiveId" clId="{D3128F82-6912-0F40-BAD3-A276DA5466DC}" dt="2021-03-18T10:26:45.636" v="3570"/>
          <ac:inkMkLst>
            <pc:docMk/>
            <pc:sldMk cId="0" sldId="257"/>
            <ac:inkMk id="31" creationId="{ADBBF0F5-889B-5D43-A901-5081D5320FC8}"/>
          </ac:inkMkLst>
        </pc:inkChg>
        <pc:inkChg chg="add del">
          <ac:chgData name="Aggie Menezes" userId="74619c95fa3483c9" providerId="LiveId" clId="{D3128F82-6912-0F40-BAD3-A276DA5466DC}" dt="2021-03-18T10:26:42.546" v="3511"/>
          <ac:inkMkLst>
            <pc:docMk/>
            <pc:sldMk cId="0" sldId="257"/>
            <ac:inkMk id="32" creationId="{379E6AC1-1AD6-8944-82DA-14A99541BDC2}"/>
          </ac:inkMkLst>
        </pc:inkChg>
        <pc:inkChg chg="add del">
          <ac:chgData name="Aggie Menezes" userId="74619c95fa3483c9" providerId="LiveId" clId="{D3128F82-6912-0F40-BAD3-A276DA5466DC}" dt="2021-03-18T10:26:29.381" v="3447"/>
          <ac:inkMkLst>
            <pc:docMk/>
            <pc:sldMk cId="0" sldId="257"/>
            <ac:inkMk id="33" creationId="{3597D970-B99C-A24E-8D3F-3480A9E9B22A}"/>
          </ac:inkMkLst>
        </pc:inkChg>
        <pc:inkChg chg="add del">
          <ac:chgData name="Aggie Menezes" userId="74619c95fa3483c9" providerId="LiveId" clId="{D3128F82-6912-0F40-BAD3-A276DA5466DC}" dt="2021-03-18T10:26:29.447" v="3465"/>
          <ac:inkMkLst>
            <pc:docMk/>
            <pc:sldMk cId="0" sldId="257"/>
            <ac:inkMk id="34" creationId="{E2565BB7-8FC1-2F4B-B3ED-64828198A203}"/>
          </ac:inkMkLst>
        </pc:inkChg>
        <pc:inkChg chg="add del">
          <ac:chgData name="Aggie Menezes" userId="74619c95fa3483c9" providerId="LiveId" clId="{D3128F82-6912-0F40-BAD3-A276DA5466DC}" dt="2021-03-18T10:26:29.407" v="3454"/>
          <ac:inkMkLst>
            <pc:docMk/>
            <pc:sldMk cId="0" sldId="257"/>
            <ac:inkMk id="35" creationId="{D3BEDBBD-0CDA-3A4C-91D0-3932CD11ABCD}"/>
          </ac:inkMkLst>
        </pc:inkChg>
        <pc:inkChg chg="add del">
          <ac:chgData name="Aggie Menezes" userId="74619c95fa3483c9" providerId="LiveId" clId="{D3128F82-6912-0F40-BAD3-A276DA5466DC}" dt="2021-03-18T10:26:29.469" v="3471"/>
          <ac:inkMkLst>
            <pc:docMk/>
            <pc:sldMk cId="0" sldId="257"/>
            <ac:inkMk id="36" creationId="{4BB88B2C-019E-5C40-A8AA-3876357C80AB}"/>
          </ac:inkMkLst>
        </pc:inkChg>
        <pc:inkChg chg="add del">
          <ac:chgData name="Aggie Menezes" userId="74619c95fa3483c9" providerId="LiveId" clId="{D3128F82-6912-0F40-BAD3-A276DA5466DC}" dt="2021-03-18T10:26:29.430" v="3460"/>
          <ac:inkMkLst>
            <pc:docMk/>
            <pc:sldMk cId="0" sldId="257"/>
            <ac:inkMk id="37" creationId="{02BCA2BC-5E38-0F4A-B001-383FD438B0D4}"/>
          </ac:inkMkLst>
        </pc:inkChg>
        <pc:inkChg chg="add del">
          <ac:chgData name="Aggie Menezes" userId="74619c95fa3483c9" providerId="LiveId" clId="{D3128F82-6912-0F40-BAD3-A276DA5466DC}" dt="2021-03-18T10:26:42.464" v="3487"/>
          <ac:inkMkLst>
            <pc:docMk/>
            <pc:sldMk cId="0" sldId="257"/>
            <ac:inkMk id="39" creationId="{762E3D4C-A74E-5A4D-8678-CC18BD3BE479}"/>
          </ac:inkMkLst>
        </pc:inkChg>
        <pc:inkChg chg="add del">
          <ac:chgData name="Aggie Menezes" userId="74619c95fa3483c9" providerId="LiveId" clId="{D3128F82-6912-0F40-BAD3-A276DA5466DC}" dt="2021-03-18T10:26:42.559" v="3515"/>
          <ac:inkMkLst>
            <pc:docMk/>
            <pc:sldMk cId="0" sldId="257"/>
            <ac:inkMk id="40" creationId="{47475255-3383-7D4D-B240-6C0FFC57735C}"/>
          </ac:inkMkLst>
        </pc:inkChg>
        <pc:inkChg chg="add del topLvl">
          <ac:chgData name="Aggie Menezes" userId="74619c95fa3483c9" providerId="LiveId" clId="{D3128F82-6912-0F40-BAD3-A276DA5466DC}" dt="2021-03-18T10:26:42.649" v="3541"/>
          <ac:inkMkLst>
            <pc:docMk/>
            <pc:sldMk cId="0" sldId="257"/>
            <ac:inkMk id="41" creationId="{121330F3-4422-1140-8F0D-82AAB249B6A8}"/>
          </ac:inkMkLst>
        </pc:inkChg>
        <pc:inkChg chg="add del">
          <ac:chgData name="Aggie Menezes" userId="74619c95fa3483c9" providerId="LiveId" clId="{D3128F82-6912-0F40-BAD3-A276DA5466DC}" dt="2021-03-18T10:26:42.410" v="3473"/>
          <ac:inkMkLst>
            <pc:docMk/>
            <pc:sldMk cId="0" sldId="257"/>
            <ac:inkMk id="42" creationId="{348A39F7-3165-1946-804B-C2239D244B15}"/>
          </ac:inkMkLst>
        </pc:inkChg>
        <pc:inkChg chg="add del">
          <ac:chgData name="Aggie Menezes" userId="74619c95fa3483c9" providerId="LiveId" clId="{D3128F82-6912-0F40-BAD3-A276DA5466DC}" dt="2021-03-18T10:26:42.518" v="3503"/>
          <ac:inkMkLst>
            <pc:docMk/>
            <pc:sldMk cId="0" sldId="257"/>
            <ac:inkMk id="43" creationId="{59A4BFFC-73E0-AD4B-8183-3073C63FF305}"/>
          </ac:inkMkLst>
        </pc:inkChg>
        <pc:inkChg chg="add del topLvl">
          <ac:chgData name="Aggie Menezes" userId="74619c95fa3483c9" providerId="LiveId" clId="{D3128F82-6912-0F40-BAD3-A276DA5466DC}" dt="2021-03-18T10:26:42.610" v="3530"/>
          <ac:inkMkLst>
            <pc:docMk/>
            <pc:sldMk cId="0" sldId="257"/>
            <ac:inkMk id="44" creationId="{E74F8862-AF90-064A-AD9F-9A4C0FA76CF0}"/>
          </ac:inkMkLst>
        </pc:inkChg>
        <pc:inkChg chg="add del">
          <ac:chgData name="Aggie Menezes" userId="74619c95fa3483c9" providerId="LiveId" clId="{D3128F82-6912-0F40-BAD3-A276DA5466DC}" dt="2021-03-18T10:26:29.392" v="3450"/>
          <ac:inkMkLst>
            <pc:docMk/>
            <pc:sldMk cId="0" sldId="257"/>
            <ac:inkMk id="46" creationId="{0A32AF8C-EDC2-9443-A882-6E398944915E}"/>
          </ac:inkMkLst>
        </pc:inkChg>
        <pc:inkChg chg="add del">
          <ac:chgData name="Aggie Menezes" userId="74619c95fa3483c9" providerId="LiveId" clId="{D3128F82-6912-0F40-BAD3-A276DA5466DC}" dt="2021-03-18T10:26:29.450" v="3466"/>
          <ac:inkMkLst>
            <pc:docMk/>
            <pc:sldMk cId="0" sldId="257"/>
            <ac:inkMk id="47" creationId="{2A7708EE-0D7C-5F4A-BA43-9897358B2760}"/>
          </ac:inkMkLst>
        </pc:inkChg>
        <pc:inkChg chg="add del">
          <ac:chgData name="Aggie Menezes" userId="74619c95fa3483c9" providerId="LiveId" clId="{D3128F82-6912-0F40-BAD3-A276DA5466DC}" dt="2021-03-18T10:26:29.458" v="3468"/>
          <ac:inkMkLst>
            <pc:docMk/>
            <pc:sldMk cId="0" sldId="257"/>
            <ac:inkMk id="48" creationId="{82C688DE-4CA7-C740-B271-3BDF906AA9A9}"/>
          </ac:inkMkLst>
        </pc:inkChg>
        <pc:inkChg chg="add del topLvl">
          <ac:chgData name="Aggie Menezes" userId="74619c95fa3483c9" providerId="LiveId" clId="{D3128F82-6912-0F40-BAD3-A276DA5466DC}" dt="2021-03-18T10:26:42.617" v="3532"/>
          <ac:inkMkLst>
            <pc:docMk/>
            <pc:sldMk cId="0" sldId="257"/>
            <ac:inkMk id="49" creationId="{32EEDB39-1F98-2C41-BE96-C3821040785D}"/>
          </ac:inkMkLst>
        </pc:inkChg>
        <pc:inkChg chg="add del topLvl">
          <ac:chgData name="Aggie Menezes" userId="74619c95fa3483c9" providerId="LiveId" clId="{D3128F82-6912-0F40-BAD3-A276DA5466DC}" dt="2021-03-18T10:26:42.680" v="3549"/>
          <ac:inkMkLst>
            <pc:docMk/>
            <pc:sldMk cId="0" sldId="257"/>
            <ac:inkMk id="50" creationId="{B3B334BB-22D7-1545-B513-2A86C6F098CA}"/>
          </ac:inkMkLst>
        </pc:inkChg>
        <pc:inkChg chg="add del">
          <ac:chgData name="Aggie Menezes" userId="74619c95fa3483c9" providerId="LiveId" clId="{D3128F82-6912-0F40-BAD3-A276DA5466DC}" dt="2021-03-18T10:26:42.443" v="3481"/>
          <ac:inkMkLst>
            <pc:docMk/>
            <pc:sldMk cId="0" sldId="257"/>
            <ac:inkMk id="51" creationId="{5725CF0A-5573-744F-AC63-9B776EB818D9}"/>
          </ac:inkMkLst>
        </pc:inkChg>
        <pc:inkChg chg="add del">
          <ac:chgData name="Aggie Menezes" userId="74619c95fa3483c9" providerId="LiveId" clId="{D3128F82-6912-0F40-BAD3-A276DA5466DC}" dt="2021-03-18T10:26:42.542" v="3510"/>
          <ac:inkMkLst>
            <pc:docMk/>
            <pc:sldMk cId="0" sldId="257"/>
            <ac:inkMk id="52" creationId="{34091B89-CBAE-2344-ABB8-3523E31B3BD9}"/>
          </ac:inkMkLst>
        </pc:inkChg>
        <pc:inkChg chg="add del">
          <ac:chgData name="Aggie Menezes" userId="74619c95fa3483c9" providerId="LiveId" clId="{D3128F82-6912-0F40-BAD3-A276DA5466DC}" dt="2021-03-18T10:26:29.454" v="3467"/>
          <ac:inkMkLst>
            <pc:docMk/>
            <pc:sldMk cId="0" sldId="257"/>
            <ac:inkMk id="53" creationId="{B8D3C9B8-31B3-574D-8BC5-626F7EAF35EF}"/>
          </ac:inkMkLst>
        </pc:inkChg>
        <pc:inkChg chg="add del">
          <ac:chgData name="Aggie Menezes" userId="74619c95fa3483c9" providerId="LiveId" clId="{D3128F82-6912-0F40-BAD3-A276DA5466DC}" dt="2021-03-18T10:26:29.414" v="3456"/>
          <ac:inkMkLst>
            <pc:docMk/>
            <pc:sldMk cId="0" sldId="257"/>
            <ac:inkMk id="54" creationId="{EF9D4ED7-E60A-884E-9DFE-AE04E39F4F4F}"/>
          </ac:inkMkLst>
        </pc:inkChg>
        <pc:inkChg chg="add del">
          <ac:chgData name="Aggie Menezes" userId="74619c95fa3483c9" providerId="LiveId" clId="{D3128F82-6912-0F40-BAD3-A276DA5466DC}" dt="2021-03-18T10:26:29.362" v="3442"/>
          <ac:inkMkLst>
            <pc:docMk/>
            <pc:sldMk cId="0" sldId="257"/>
            <ac:inkMk id="55" creationId="{1A3D59AF-7CA8-1B4B-B8EE-3DA7507A99BE}"/>
          </ac:inkMkLst>
        </pc:inkChg>
        <pc:inkChg chg="add del topLvl">
          <ac:chgData name="Aggie Menezes" userId="74619c95fa3483c9" providerId="LiveId" clId="{D3128F82-6912-0F40-BAD3-A276DA5466DC}" dt="2021-03-18T10:26:42.504" v="3499"/>
          <ac:inkMkLst>
            <pc:docMk/>
            <pc:sldMk cId="0" sldId="257"/>
            <ac:inkMk id="57" creationId="{E2DBFE38-C272-6A49-BA82-481C83BBA244}"/>
          </ac:inkMkLst>
        </pc:inkChg>
        <pc:inkChg chg="add del topLvl">
          <ac:chgData name="Aggie Menezes" userId="74619c95fa3483c9" providerId="LiveId" clId="{D3128F82-6912-0F40-BAD3-A276DA5466DC}" dt="2021-03-18T10:26:42.596" v="3526"/>
          <ac:inkMkLst>
            <pc:docMk/>
            <pc:sldMk cId="0" sldId="257"/>
            <ac:inkMk id="58" creationId="{5F9EFC6D-EF9A-2F40-9181-986B0061BF41}"/>
          </ac:inkMkLst>
        </pc:inkChg>
        <pc:inkChg chg="add del">
          <ac:chgData name="Aggie Menezes" userId="74619c95fa3483c9" providerId="LiveId" clId="{D3128F82-6912-0F40-BAD3-A276DA5466DC}" dt="2021-03-18T10:26:45.648" v="3574"/>
          <ac:inkMkLst>
            <pc:docMk/>
            <pc:sldMk cId="0" sldId="257"/>
            <ac:inkMk id="59" creationId="{890B3701-6E67-CA47-8152-B797D124ABD5}"/>
          </ac:inkMkLst>
        </pc:inkChg>
        <pc:inkChg chg="add del topLvl">
          <ac:chgData name="Aggie Menezes" userId="74619c95fa3483c9" providerId="LiveId" clId="{D3128F82-6912-0F40-BAD3-A276DA5466DC}" dt="2021-03-18T10:26:42.696" v="3554"/>
          <ac:inkMkLst>
            <pc:docMk/>
            <pc:sldMk cId="0" sldId="257"/>
            <ac:inkMk id="60" creationId="{738EAF2E-F7C1-9248-A776-3516F6EB2D57}"/>
          </ac:inkMkLst>
        </pc:inkChg>
        <pc:inkChg chg="add del topLvl">
          <ac:chgData name="Aggie Menezes" userId="74619c95fa3483c9" providerId="LiveId" clId="{D3128F82-6912-0F40-BAD3-A276DA5466DC}" dt="2021-03-18T10:26:42.460" v="3486"/>
          <ac:inkMkLst>
            <pc:docMk/>
            <pc:sldMk cId="0" sldId="257"/>
            <ac:inkMk id="61" creationId="{83125F44-AB5A-E94E-B6A7-05425802465F}"/>
          </ac:inkMkLst>
        </pc:inkChg>
        <pc:inkChg chg="add del topLvl">
          <ac:chgData name="Aggie Menezes" userId="74619c95fa3483c9" providerId="LiveId" clId="{D3128F82-6912-0F40-BAD3-A276DA5466DC}" dt="2021-03-18T10:26:42.563" v="3516"/>
          <ac:inkMkLst>
            <pc:docMk/>
            <pc:sldMk cId="0" sldId="257"/>
            <ac:inkMk id="62" creationId="{2BA8AF48-921F-8343-B53B-260A3D5CFFA4}"/>
          </ac:inkMkLst>
        </pc:inkChg>
        <pc:inkChg chg="add del topLvl">
          <ac:chgData name="Aggie Menezes" userId="74619c95fa3483c9" providerId="LiveId" clId="{D3128F82-6912-0F40-BAD3-A276DA5466DC}" dt="2021-03-18T10:26:45.671" v="3581"/>
          <ac:inkMkLst>
            <pc:docMk/>
            <pc:sldMk cId="0" sldId="257"/>
            <ac:inkMk id="63" creationId="{D3117C8B-33B4-D643-B575-DDED945F6678}"/>
          </ac:inkMkLst>
        </pc:inkChg>
        <pc:inkChg chg="add del topLvl">
          <ac:chgData name="Aggie Menezes" userId="74619c95fa3483c9" providerId="LiveId" clId="{D3128F82-6912-0F40-BAD3-A276DA5466DC}" dt="2021-03-18T10:26:42.592" v="3525"/>
          <ac:inkMkLst>
            <pc:docMk/>
            <pc:sldMk cId="0" sldId="257"/>
            <ac:inkMk id="129" creationId="{CB2178EE-D75A-6B48-82EC-A41453A5D061}"/>
          </ac:inkMkLst>
        </pc:inkChg>
        <pc:inkChg chg="add del topLvl">
          <ac:chgData name="Aggie Menezes" userId="74619c95fa3483c9" providerId="LiveId" clId="{D3128F82-6912-0F40-BAD3-A276DA5466DC}" dt="2021-03-18T10:26:42.693" v="3553"/>
          <ac:inkMkLst>
            <pc:docMk/>
            <pc:sldMk cId="0" sldId="257"/>
            <ac:inkMk id="130" creationId="{6A083459-3D04-C544-8225-B1DDF6C44DA4}"/>
          </ac:inkMkLst>
        </pc:inkChg>
        <pc:inkChg chg="add del">
          <ac:chgData name="Aggie Menezes" userId="74619c95fa3483c9" providerId="LiveId" clId="{D3128F82-6912-0F40-BAD3-A276DA5466DC}" dt="2021-03-18T10:26:42.467" v="3488"/>
          <ac:inkMkLst>
            <pc:docMk/>
            <pc:sldMk cId="0" sldId="257"/>
            <ac:inkMk id="131" creationId="{AD42C683-1EC6-E643-AE49-DDC96DECDD90}"/>
          </ac:inkMkLst>
        </pc:inkChg>
        <pc:inkChg chg="add del">
          <ac:chgData name="Aggie Menezes" userId="74619c95fa3483c9" providerId="LiveId" clId="{D3128F82-6912-0F40-BAD3-A276DA5466DC}" dt="2021-03-18T10:26:42.566" v="3517"/>
          <ac:inkMkLst>
            <pc:docMk/>
            <pc:sldMk cId="0" sldId="257"/>
            <ac:inkMk id="133" creationId="{F7755DA7-C0E8-5D4D-A82F-2C0576D66A1C}"/>
          </ac:inkMkLst>
        </pc:inkChg>
        <pc:inkChg chg="add del topLvl">
          <ac:chgData name="Aggie Menezes" userId="74619c95fa3483c9" providerId="LiveId" clId="{D3128F82-6912-0F40-BAD3-A276DA5466DC}" dt="2021-03-18T10:26:42.646" v="3540"/>
          <ac:inkMkLst>
            <pc:docMk/>
            <pc:sldMk cId="0" sldId="257"/>
            <ac:inkMk id="134" creationId="{6251B74F-52FF-7C49-AE28-EA4754E12B64}"/>
          </ac:inkMkLst>
        </pc:inkChg>
        <pc:inkChg chg="add del topLvl">
          <ac:chgData name="Aggie Menezes" userId="74619c95fa3483c9" providerId="LiveId" clId="{D3128F82-6912-0F40-BAD3-A276DA5466DC}" dt="2021-03-18T10:26:42.676" v="3548"/>
          <ac:inkMkLst>
            <pc:docMk/>
            <pc:sldMk cId="0" sldId="257"/>
            <ac:inkMk id="135" creationId="{01B2FA7D-8227-C844-B29B-A3E6B593ECA3}"/>
          </ac:inkMkLst>
        </pc:inkChg>
        <pc:inkChg chg="add del">
          <ac:chgData name="Aggie Menezes" userId="74619c95fa3483c9" providerId="LiveId" clId="{D3128F82-6912-0F40-BAD3-A276DA5466DC}" dt="2021-03-18T10:26:42.432" v="3478"/>
          <ac:inkMkLst>
            <pc:docMk/>
            <pc:sldMk cId="0" sldId="257"/>
            <ac:inkMk id="136" creationId="{A4EC93EB-DBCB-9546-86EC-16ED32E5D2AC}"/>
          </ac:inkMkLst>
        </pc:inkChg>
        <pc:inkChg chg="add del">
          <ac:chgData name="Aggie Menezes" userId="74619c95fa3483c9" providerId="LiveId" clId="{D3128F82-6912-0F40-BAD3-A276DA5466DC}" dt="2021-03-18T10:26:42.539" v="3509"/>
          <ac:inkMkLst>
            <pc:docMk/>
            <pc:sldMk cId="0" sldId="257"/>
            <ac:inkMk id="137" creationId="{74184AA9-2ACA-0148-B57E-80B8D16AD2AD}"/>
          </ac:inkMkLst>
        </pc:inkChg>
        <pc:inkChg chg="add del">
          <ac:chgData name="Aggie Menezes" userId="74619c95fa3483c9" providerId="LiveId" clId="{D3128F82-6912-0F40-BAD3-A276DA5466DC}" dt="2021-03-18T10:26:42.629" v="3535"/>
          <ac:inkMkLst>
            <pc:docMk/>
            <pc:sldMk cId="0" sldId="257"/>
            <ac:inkMk id="138" creationId="{8B8583DC-1330-CD4D-8E67-8217AEB21CD6}"/>
          </ac:inkMkLst>
        </pc:inkChg>
        <pc:inkChg chg="add del topLvl">
          <ac:chgData name="Aggie Menezes" userId="74619c95fa3483c9" providerId="LiveId" clId="{D3128F82-6912-0F40-BAD3-A276DA5466DC}" dt="2021-03-18T10:26:42.725" v="3563"/>
          <ac:inkMkLst>
            <pc:docMk/>
            <pc:sldMk cId="0" sldId="257"/>
            <ac:inkMk id="140" creationId="{9A3E1661-F146-6846-825C-99507052A24C}"/>
          </ac:inkMkLst>
        </pc:inkChg>
        <pc:inkChg chg="add del topLvl">
          <ac:chgData name="Aggie Menezes" userId="74619c95fa3483c9" providerId="LiveId" clId="{D3128F82-6912-0F40-BAD3-A276DA5466DC}" dt="2021-03-18T10:26:29.426" v="3459"/>
          <ac:inkMkLst>
            <pc:docMk/>
            <pc:sldMk cId="0" sldId="257"/>
            <ac:inkMk id="141" creationId="{59585ED8-F4DA-8C45-A0E3-55FCE496CC8A}"/>
          </ac:inkMkLst>
        </pc:inkChg>
        <pc:inkChg chg="add del topLvl">
          <ac:chgData name="Aggie Menezes" userId="74619c95fa3483c9" providerId="LiveId" clId="{D3128F82-6912-0F40-BAD3-A276DA5466DC}" dt="2021-03-18T10:26:29.377" v="3446"/>
          <ac:inkMkLst>
            <pc:docMk/>
            <pc:sldMk cId="0" sldId="257"/>
            <ac:inkMk id="143" creationId="{00C490B8-3248-E342-8D45-3E4E5FD53B77}"/>
          </ac:inkMkLst>
        </pc:inkChg>
        <pc:inkChg chg="add del topLvl">
          <ac:chgData name="Aggie Menezes" userId="74619c95fa3483c9" providerId="LiveId" clId="{D3128F82-6912-0F40-BAD3-A276DA5466DC}" dt="2021-03-18T10:26:29.440" v="3463"/>
          <ac:inkMkLst>
            <pc:docMk/>
            <pc:sldMk cId="0" sldId="257"/>
            <ac:inkMk id="144" creationId="{6890D925-9E1B-1448-8F5F-1906734260A8}"/>
          </ac:inkMkLst>
        </pc:inkChg>
        <pc:inkChg chg="add del topLvl">
          <ac:chgData name="Aggie Menezes" userId="74619c95fa3483c9" providerId="LiveId" clId="{D3128F82-6912-0F40-BAD3-A276DA5466DC}" dt="2021-03-18T10:26:29.399" v="3452"/>
          <ac:inkMkLst>
            <pc:docMk/>
            <pc:sldMk cId="0" sldId="257"/>
            <ac:inkMk id="145" creationId="{A288070F-FA0E-2A4A-9204-DA33473F1ED6}"/>
          </ac:inkMkLst>
        </pc:inkChg>
        <pc:inkChg chg="add del topLvl">
          <ac:chgData name="Aggie Menezes" userId="74619c95fa3483c9" providerId="LiveId" clId="{D3128F82-6912-0F40-BAD3-A276DA5466DC}" dt="2021-03-18T10:26:29.411" v="3455"/>
          <ac:inkMkLst>
            <pc:docMk/>
            <pc:sldMk cId="0" sldId="257"/>
            <ac:inkMk id="146" creationId="{E1E3C418-744C-A84E-AA7C-65C5A0E6A819}"/>
          </ac:inkMkLst>
        </pc:inkChg>
        <pc:inkChg chg="add del topLvl">
          <ac:chgData name="Aggie Menezes" userId="74619c95fa3483c9" providerId="LiveId" clId="{D3128F82-6912-0F40-BAD3-A276DA5466DC}" dt="2021-03-18T10:26:42.718" v="3561"/>
          <ac:inkMkLst>
            <pc:docMk/>
            <pc:sldMk cId="0" sldId="257"/>
            <ac:inkMk id="147" creationId="{E576AB37-19F9-E44A-88F5-DC24A530F5B0}"/>
          </ac:inkMkLst>
        </pc:inkChg>
        <pc:inkChg chg="add del topLvl">
          <ac:chgData name="Aggie Menezes" userId="74619c95fa3483c9" providerId="LiveId" clId="{D3128F82-6912-0F40-BAD3-A276DA5466DC}" dt="2021-03-18T10:26:42.440" v="3480"/>
          <ac:inkMkLst>
            <pc:docMk/>
            <pc:sldMk cId="0" sldId="257"/>
            <ac:inkMk id="148" creationId="{3ACEB47E-CBAD-BD4A-BABF-B0C80C5947E9}"/>
          </ac:inkMkLst>
        </pc:inkChg>
        <pc:inkChg chg="add del topLvl">
          <ac:chgData name="Aggie Menezes" userId="74619c95fa3483c9" providerId="LiveId" clId="{D3128F82-6912-0F40-BAD3-A276DA5466DC}" dt="2021-03-18T10:26:45.676" v="3583"/>
          <ac:inkMkLst>
            <pc:docMk/>
            <pc:sldMk cId="0" sldId="257"/>
            <ac:inkMk id="149" creationId="{E44772A8-CA7D-3E47-9BE7-ED779E9F47D7}"/>
          </ac:inkMkLst>
        </pc:inkChg>
        <pc:inkChg chg="add del">
          <ac:chgData name="Aggie Menezes" userId="74619c95fa3483c9" providerId="LiveId" clId="{D3128F82-6912-0F40-BAD3-A276DA5466DC}" dt="2021-03-18T10:26:42.454" v="3484"/>
          <ac:inkMkLst>
            <pc:docMk/>
            <pc:sldMk cId="0" sldId="257"/>
            <ac:inkMk id="150" creationId="{117317B3-56A9-4E45-B084-35D7A9804016}"/>
          </ac:inkMkLst>
        </pc:inkChg>
        <pc:inkChg chg="add del">
          <ac:chgData name="Aggie Menezes" userId="74619c95fa3483c9" providerId="LiveId" clId="{D3128F82-6912-0F40-BAD3-A276DA5466DC}" dt="2021-03-18T10:26:42.486" v="3494"/>
          <ac:inkMkLst>
            <pc:docMk/>
            <pc:sldMk cId="0" sldId="257"/>
            <ac:inkMk id="151" creationId="{F8AF8CF2-8B3A-584D-89AB-10B951471395}"/>
          </ac:inkMkLst>
        </pc:inkChg>
        <pc:inkChg chg="add del">
          <ac:chgData name="Aggie Menezes" userId="74619c95fa3483c9" providerId="LiveId" clId="{D3128F82-6912-0F40-BAD3-A276DA5466DC}" dt="2021-03-18T10:26:42.582" v="3522"/>
          <ac:inkMkLst>
            <pc:docMk/>
            <pc:sldMk cId="0" sldId="257"/>
            <ac:inkMk id="152" creationId="{506EC9E3-0477-C94E-8170-D5838DFFFC00}"/>
          </ac:inkMkLst>
        </pc:inkChg>
        <pc:inkChg chg="add del">
          <ac:chgData name="Aggie Menezes" userId="74619c95fa3483c9" providerId="LiveId" clId="{D3128F82-6912-0F40-BAD3-A276DA5466DC}" dt="2021-03-18T10:26:42.535" v="3508"/>
          <ac:inkMkLst>
            <pc:docMk/>
            <pc:sldMk cId="0" sldId="257"/>
            <ac:inkMk id="153" creationId="{BC4F8B9A-5785-8044-8E44-9E7BA56B4B68}"/>
          </ac:inkMkLst>
        </pc:inkChg>
        <pc:inkChg chg="add del topLvl">
          <ac:chgData name="Aggie Menezes" userId="74619c95fa3483c9" providerId="LiveId" clId="{D3128F82-6912-0F40-BAD3-A276DA5466DC}" dt="2021-03-18T10:26:42.622" v="3533"/>
          <ac:inkMkLst>
            <pc:docMk/>
            <pc:sldMk cId="0" sldId="257"/>
            <ac:inkMk id="155" creationId="{9E4195A2-BF99-5241-8825-9637F66C6E41}"/>
          </ac:inkMkLst>
        </pc:inkChg>
        <pc:inkChg chg="add del topLvl">
          <ac:chgData name="Aggie Menezes" userId="74619c95fa3483c9" providerId="LiveId" clId="{D3128F82-6912-0F40-BAD3-A276DA5466DC}" dt="2021-03-18T10:26:45.673" v="3582"/>
          <ac:inkMkLst>
            <pc:docMk/>
            <pc:sldMk cId="0" sldId="257"/>
            <ac:inkMk id="156" creationId="{7CCE16CB-E3D2-E440-ABB8-A6B4D50F6AF7}"/>
          </ac:inkMkLst>
        </pc:inkChg>
        <pc:inkChg chg="add del topLvl">
          <ac:chgData name="Aggie Menezes" userId="74619c95fa3483c9" providerId="LiveId" clId="{D3128F82-6912-0F40-BAD3-A276DA5466DC}" dt="2021-03-18T10:26:42.722" v="3562"/>
          <ac:inkMkLst>
            <pc:docMk/>
            <pc:sldMk cId="0" sldId="257"/>
            <ac:inkMk id="157" creationId="{CC0D5F45-1BB3-3948-9E01-D5235C7AE7EA}"/>
          </ac:inkMkLst>
        </pc:inkChg>
        <pc:inkChg chg="add del topLvl">
          <ac:chgData name="Aggie Menezes" userId="74619c95fa3483c9" providerId="LiveId" clId="{D3128F82-6912-0F40-BAD3-A276DA5466DC}" dt="2021-03-18T10:26:45.658" v="3577"/>
          <ac:inkMkLst>
            <pc:docMk/>
            <pc:sldMk cId="0" sldId="257"/>
            <ac:inkMk id="158" creationId="{90A7F78C-050C-8246-8F15-2D02103AE965}"/>
          </ac:inkMkLst>
        </pc:inkChg>
        <pc:inkChg chg="add del topLvl">
          <ac:chgData name="Aggie Menezes" userId="74619c95fa3483c9" providerId="LiveId" clId="{D3128F82-6912-0F40-BAD3-A276DA5466DC}" dt="2021-03-18T10:26:42.492" v="3496"/>
          <ac:inkMkLst>
            <pc:docMk/>
            <pc:sldMk cId="0" sldId="257"/>
            <ac:inkMk id="159" creationId="{EECB66E2-D2A8-814A-B954-DA8C32F535D1}"/>
          </ac:inkMkLst>
        </pc:inkChg>
        <pc:inkChg chg="add del">
          <ac:chgData name="Aggie Menezes" userId="74619c95fa3483c9" providerId="LiveId" clId="{D3128F82-6912-0F40-BAD3-A276DA5466DC}" dt="2021-03-18T10:26:45.623" v="3566"/>
          <ac:inkMkLst>
            <pc:docMk/>
            <pc:sldMk cId="0" sldId="257"/>
            <ac:inkMk id="160" creationId="{83B12FD1-2E29-D74D-BF4F-5C3B547F4014}"/>
          </ac:inkMkLst>
        </pc:inkChg>
        <pc:inkChg chg="add del topLvl">
          <ac:chgData name="Aggie Menezes" userId="74619c95fa3483c9" providerId="LiveId" clId="{D3128F82-6912-0F40-BAD3-A276DA5466DC}" dt="2021-03-18T10:26:42.589" v="3524"/>
          <ac:inkMkLst>
            <pc:docMk/>
            <pc:sldMk cId="0" sldId="257"/>
            <ac:inkMk id="161" creationId="{EDDC3640-EEC0-8745-8918-D9B28A011959}"/>
          </ac:inkMkLst>
        </pc:inkChg>
        <pc:inkChg chg="add del topLvl">
          <ac:chgData name="Aggie Menezes" userId="74619c95fa3483c9" providerId="LiveId" clId="{D3128F82-6912-0F40-BAD3-A276DA5466DC}" dt="2021-03-18T10:26:42.687" v="3551"/>
          <ac:inkMkLst>
            <pc:docMk/>
            <pc:sldMk cId="0" sldId="257"/>
            <ac:inkMk id="162" creationId="{99ED88DD-73BA-5B4F-8787-0B63CCD70F95}"/>
          </ac:inkMkLst>
        </pc:inkChg>
        <pc:inkChg chg="add del topLvl">
          <ac:chgData name="Aggie Menezes" userId="74619c95fa3483c9" providerId="LiveId" clId="{D3128F82-6912-0F40-BAD3-A276DA5466DC}" dt="2021-03-18T10:26:45.655" v="3576"/>
          <ac:inkMkLst>
            <pc:docMk/>
            <pc:sldMk cId="0" sldId="257"/>
            <ac:inkMk id="163" creationId="{A69F4215-AC64-5947-A9A3-0CB0096C0CCE}"/>
          </ac:inkMkLst>
        </pc:inkChg>
        <pc:inkChg chg="add del">
          <ac:chgData name="Aggie Menezes" userId="74619c95fa3483c9" providerId="LiveId" clId="{D3128F82-6912-0F40-BAD3-A276DA5466DC}" dt="2021-03-18T10:26:42.450" v="3483"/>
          <ac:inkMkLst>
            <pc:docMk/>
            <pc:sldMk cId="0" sldId="257"/>
            <ac:inkMk id="164" creationId="{73C22570-A0AA-544F-82FA-BF8D6669A9D1}"/>
          </ac:inkMkLst>
        </pc:inkChg>
        <pc:inkChg chg="add del topLvl">
          <ac:chgData name="Aggie Menezes" userId="74619c95fa3483c9" providerId="LiveId" clId="{D3128F82-6912-0F40-BAD3-A276DA5466DC}" dt="2021-03-18T10:26:45.633" v="3569"/>
          <ac:inkMkLst>
            <pc:docMk/>
            <pc:sldMk cId="0" sldId="257"/>
            <ac:inkMk id="165" creationId="{C7A41BD0-5940-824A-956F-6203C73195F1}"/>
          </ac:inkMkLst>
        </pc:inkChg>
        <pc:inkChg chg="add del">
          <ac:chgData name="Aggie Menezes" userId="74619c95fa3483c9" providerId="LiveId" clId="{D3128F82-6912-0F40-BAD3-A276DA5466DC}" dt="2021-03-18T10:26:42.473" v="3490"/>
          <ac:inkMkLst>
            <pc:docMk/>
            <pc:sldMk cId="0" sldId="257"/>
            <ac:inkMk id="166" creationId="{A70EA980-6E07-3043-A3E7-DC542A770C2B}"/>
          </ac:inkMkLst>
        </pc:inkChg>
        <pc:inkChg chg="add del">
          <ac:chgData name="Aggie Menezes" userId="74619c95fa3483c9" providerId="LiveId" clId="{D3128F82-6912-0F40-BAD3-A276DA5466DC}" dt="2021-03-18T10:26:42.507" v="3500"/>
          <ac:inkMkLst>
            <pc:docMk/>
            <pc:sldMk cId="0" sldId="257"/>
            <ac:inkMk id="168" creationId="{025DA5F7-89F4-364B-BF02-5E4D4888D140}"/>
          </ac:inkMkLst>
        </pc:inkChg>
        <pc:inkChg chg="add del">
          <ac:chgData name="Aggie Menezes" userId="74619c95fa3483c9" providerId="LiveId" clId="{D3128F82-6912-0F40-BAD3-A276DA5466DC}" dt="2021-03-18T10:26:29.388" v="3449"/>
          <ac:inkMkLst>
            <pc:docMk/>
            <pc:sldMk cId="0" sldId="257"/>
            <ac:inkMk id="169" creationId="{37BF62B6-1289-BF4D-9A4C-2340871C2EB2}"/>
          </ac:inkMkLst>
        </pc:inkChg>
        <pc:inkChg chg="add del topLvl">
          <ac:chgData name="Aggie Menezes" userId="74619c95fa3483c9" providerId="LiveId" clId="{D3128F82-6912-0F40-BAD3-A276DA5466DC}" dt="2021-03-18T10:26:42.690" v="3552"/>
          <ac:inkMkLst>
            <pc:docMk/>
            <pc:sldMk cId="0" sldId="257"/>
            <ac:inkMk id="170" creationId="{3EC10DCF-014B-F14C-8DE0-ED2AA18130C6}"/>
          </ac:inkMkLst>
        </pc:inkChg>
        <pc:inkChg chg="add del">
          <ac:chgData name="Aggie Menezes" userId="74619c95fa3483c9" providerId="LiveId" clId="{D3128F82-6912-0F40-BAD3-A276DA5466DC}" dt="2021-03-18T10:26:42.457" v="3485"/>
          <ac:inkMkLst>
            <pc:docMk/>
            <pc:sldMk cId="0" sldId="257"/>
            <ac:inkMk id="171" creationId="{5103B98B-114E-0D4A-B124-647E7890C35C}"/>
          </ac:inkMkLst>
        </pc:inkChg>
        <pc:inkChg chg="add del">
          <ac:chgData name="Aggie Menezes" userId="74619c95fa3483c9" providerId="LiveId" clId="{D3128F82-6912-0F40-BAD3-A276DA5466DC}" dt="2021-03-18T10:26:42.556" v="3514"/>
          <ac:inkMkLst>
            <pc:docMk/>
            <pc:sldMk cId="0" sldId="257"/>
            <ac:inkMk id="172" creationId="{EDDAF150-DCE7-0245-A60E-1D6110915ED4}"/>
          </ac:inkMkLst>
        </pc:inkChg>
        <pc:inkChg chg="add del topLvl">
          <ac:chgData name="Aggie Menezes" userId="74619c95fa3483c9" providerId="LiveId" clId="{D3128F82-6912-0F40-BAD3-A276DA5466DC}" dt="2021-03-18T10:26:42.642" v="3539"/>
          <ac:inkMkLst>
            <pc:docMk/>
            <pc:sldMk cId="0" sldId="257"/>
            <ac:inkMk id="173" creationId="{F4116410-14BD-2E40-8E5B-9C33C4F26413}"/>
          </ac:inkMkLst>
        </pc:inkChg>
        <pc:inkChg chg="add del">
          <ac:chgData name="Aggie Menezes" userId="74619c95fa3483c9" providerId="LiveId" clId="{D3128F82-6912-0F40-BAD3-A276DA5466DC}" dt="2021-03-18T10:26:42.407" v="3472"/>
          <ac:inkMkLst>
            <pc:docMk/>
            <pc:sldMk cId="0" sldId="257"/>
            <ac:inkMk id="174" creationId="{3E5554E1-2759-9748-921D-B3DD5CCCF42A}"/>
          </ac:inkMkLst>
        </pc:inkChg>
        <pc:inkChg chg="add del">
          <ac:chgData name="Aggie Menezes" userId="74619c95fa3483c9" providerId="LiveId" clId="{D3128F82-6912-0F40-BAD3-A276DA5466DC}" dt="2021-03-18T10:26:42.522" v="3504"/>
          <ac:inkMkLst>
            <pc:docMk/>
            <pc:sldMk cId="0" sldId="257"/>
            <ac:inkMk id="175" creationId="{994C2271-2173-0844-ABD5-ED5D92AA8DFB}"/>
          </ac:inkMkLst>
        </pc:inkChg>
        <pc:inkChg chg="add del">
          <ac:chgData name="Aggie Menezes" userId="74619c95fa3483c9" providerId="LiveId" clId="{D3128F82-6912-0F40-BAD3-A276DA5466DC}" dt="2021-03-18T10:26:42.606" v="3529"/>
          <ac:inkMkLst>
            <pc:docMk/>
            <pc:sldMk cId="0" sldId="257"/>
            <ac:inkMk id="176" creationId="{DF036484-2FAC-214B-8108-E79E6D16B301}"/>
          </ac:inkMkLst>
        </pc:inkChg>
        <pc:inkChg chg="add del topLvl">
          <ac:chgData name="Aggie Menezes" userId="74619c95fa3483c9" providerId="LiveId" clId="{D3128F82-6912-0F40-BAD3-A276DA5466DC}" dt="2021-03-18T10:26:42.708" v="3558"/>
          <ac:inkMkLst>
            <pc:docMk/>
            <pc:sldMk cId="0" sldId="257"/>
            <ac:inkMk id="178" creationId="{4513B022-6756-F445-B0D2-7414721BC7E0}"/>
          </ac:inkMkLst>
        </pc:inkChg>
        <pc:inkChg chg="add del topLvl">
          <ac:chgData name="Aggie Menezes" userId="74619c95fa3483c9" providerId="LiveId" clId="{D3128F82-6912-0F40-BAD3-A276DA5466DC}" dt="2021-03-18T10:26:45.664" v="3579"/>
          <ac:inkMkLst>
            <pc:docMk/>
            <pc:sldMk cId="0" sldId="257"/>
            <ac:inkMk id="179" creationId="{A969887E-49DA-904D-8CA3-DA57182AFA8A}"/>
          </ac:inkMkLst>
        </pc:inkChg>
        <pc:inkChg chg="add del">
          <ac:chgData name="Aggie Menezes" userId="74619c95fa3483c9" providerId="LiveId" clId="{D3128F82-6912-0F40-BAD3-A276DA5466DC}" dt="2021-03-18T10:26:42.579" v="3521"/>
          <ac:inkMkLst>
            <pc:docMk/>
            <pc:sldMk cId="0" sldId="257"/>
            <ac:inkMk id="180" creationId="{EEAF8842-3784-094C-8F1C-4A450115659F}"/>
          </ac:inkMkLst>
        </pc:inkChg>
        <pc:inkChg chg="add del">
          <ac:chgData name="Aggie Menezes" userId="74619c95fa3483c9" providerId="LiveId" clId="{D3128F82-6912-0F40-BAD3-A276DA5466DC}" dt="2021-03-18T10:26:42.424" v="3476"/>
          <ac:inkMkLst>
            <pc:docMk/>
            <pc:sldMk cId="0" sldId="257"/>
            <ac:inkMk id="181" creationId="{703C6110-6F06-2242-8A5B-A1F60FAEED9B}"/>
          </ac:inkMkLst>
        </pc:inkChg>
        <pc:inkChg chg="add del">
          <ac:chgData name="Aggie Menezes" userId="74619c95fa3483c9" providerId="LiveId" clId="{D3128F82-6912-0F40-BAD3-A276DA5466DC}" dt="2021-03-18T10:26:42.532" v="3507"/>
          <ac:inkMkLst>
            <pc:docMk/>
            <pc:sldMk cId="0" sldId="257"/>
            <ac:inkMk id="182" creationId="{ED391671-E3FE-7D42-B51C-A0BE6D2EB100}"/>
          </ac:inkMkLst>
        </pc:inkChg>
        <pc:inkChg chg="add del">
          <ac:chgData name="Aggie Menezes" userId="74619c95fa3483c9" providerId="LiveId" clId="{D3128F82-6912-0F40-BAD3-A276DA5466DC}" dt="2021-03-18T10:26:42.668" v="3546"/>
          <ac:inkMkLst>
            <pc:docMk/>
            <pc:sldMk cId="0" sldId="257"/>
            <ac:inkMk id="183" creationId="{A826A017-9529-4F45-93B9-A68C88F7AFC9}"/>
          </ac:inkMkLst>
        </pc:inkChg>
        <pc:inkChg chg="add del">
          <ac:chgData name="Aggie Menezes" userId="74619c95fa3483c9" providerId="LiveId" clId="{D3128F82-6912-0F40-BAD3-A276DA5466DC}" dt="2021-03-18T10:26:42.429" v="3477"/>
          <ac:inkMkLst>
            <pc:docMk/>
            <pc:sldMk cId="0" sldId="257"/>
            <ac:inkMk id="184" creationId="{5BE9E24A-CC28-3B4F-B15F-09B18E2EC6C8}"/>
          </ac:inkMkLst>
        </pc:inkChg>
        <pc:inkChg chg="add del">
          <ac:chgData name="Aggie Menezes" userId="74619c95fa3483c9" providerId="LiveId" clId="{D3128F82-6912-0F40-BAD3-A276DA5466DC}" dt="2021-03-18T10:26:42.572" v="3519"/>
          <ac:inkMkLst>
            <pc:docMk/>
            <pc:sldMk cId="0" sldId="257"/>
            <ac:inkMk id="185" creationId="{4FCC46D1-5248-FB46-9D95-4216324B8012}"/>
          </ac:inkMkLst>
        </pc:inkChg>
        <pc:inkChg chg="add del">
          <ac:chgData name="Aggie Menezes" userId="74619c95fa3483c9" providerId="LiveId" clId="{D3128F82-6912-0F40-BAD3-A276DA5466DC}" dt="2021-03-18T10:26:42.662" v="3544"/>
          <ac:inkMkLst>
            <pc:docMk/>
            <pc:sldMk cId="0" sldId="257"/>
            <ac:inkMk id="186" creationId="{31C5E234-A654-6642-8CBB-17CF80A78F24}"/>
          </ac:inkMkLst>
        </pc:inkChg>
        <pc:inkChg chg="add del">
          <ac:chgData name="Aggie Menezes" userId="74619c95fa3483c9" providerId="LiveId" clId="{D3128F82-6912-0F40-BAD3-A276DA5466DC}" dt="2021-03-18T10:26:42.476" v="3491"/>
          <ac:inkMkLst>
            <pc:docMk/>
            <pc:sldMk cId="0" sldId="257"/>
            <ac:inkMk id="188" creationId="{7931DDF8-3AEB-9C4C-90EB-D0364EE860A4}"/>
          </ac:inkMkLst>
        </pc:inkChg>
        <pc:inkChg chg="add del">
          <ac:chgData name="Aggie Menezes" userId="74619c95fa3483c9" providerId="LiveId" clId="{D3128F82-6912-0F40-BAD3-A276DA5466DC}" dt="2021-03-18T10:26:42.576" v="3520"/>
          <ac:inkMkLst>
            <pc:docMk/>
            <pc:sldMk cId="0" sldId="257"/>
            <ac:inkMk id="189" creationId="{77660ACA-0E40-F64F-8C5F-E0EB7B18AD84}"/>
          </ac:inkMkLst>
        </pc:inkChg>
        <pc:inkChg chg="add del topLvl">
          <ac:chgData name="Aggie Menezes" userId="74619c95fa3483c9" providerId="LiveId" clId="{D3128F82-6912-0F40-BAD3-A276DA5466DC}" dt="2021-03-18T10:26:42.665" v="3545"/>
          <ac:inkMkLst>
            <pc:docMk/>
            <pc:sldMk cId="0" sldId="257"/>
            <ac:inkMk id="190" creationId="{7FD10440-E4DB-C840-B84F-8D28C67994A7}"/>
          </ac:inkMkLst>
        </pc:inkChg>
        <pc:inkChg chg="add del topLvl">
          <ac:chgData name="Aggie Menezes" userId="74619c95fa3483c9" providerId="LiveId" clId="{D3128F82-6912-0F40-BAD3-A276DA5466DC}" dt="2021-03-18T10:26:42.714" v="3560"/>
          <ac:inkMkLst>
            <pc:docMk/>
            <pc:sldMk cId="0" sldId="257"/>
            <ac:inkMk id="191" creationId="{E753D6E4-101D-6F41-AB20-455B5475A399}"/>
          </ac:inkMkLst>
        </pc:inkChg>
        <pc:inkChg chg="add del topLvl">
          <ac:chgData name="Aggie Menezes" userId="74619c95fa3483c9" providerId="LiveId" clId="{D3128F82-6912-0F40-BAD3-A276DA5466DC}" dt="2021-03-18T10:26:42.732" v="3565"/>
          <ac:inkMkLst>
            <pc:docMk/>
            <pc:sldMk cId="0" sldId="257"/>
            <ac:inkMk id="193" creationId="{6E4CC992-0BEB-914B-957B-21EF83E57CAB}"/>
          </ac:inkMkLst>
        </pc:inkChg>
        <pc:inkChg chg="add del topLvl">
          <ac:chgData name="Aggie Menezes" userId="74619c95fa3483c9" providerId="LiveId" clId="{D3128F82-6912-0F40-BAD3-A276DA5466DC}" dt="2021-03-18T10:26:42.510" v="3501"/>
          <ac:inkMkLst>
            <pc:docMk/>
            <pc:sldMk cId="0" sldId="257"/>
            <ac:inkMk id="194" creationId="{0EF87C84-6C0A-9545-943F-5AE115C82468}"/>
          </ac:inkMkLst>
        </pc:inkChg>
        <pc:inkChg chg="add del topLvl">
          <ac:chgData name="Aggie Menezes" userId="74619c95fa3483c9" providerId="LiveId" clId="{D3128F82-6912-0F40-BAD3-A276DA5466DC}" dt="2021-03-18T10:26:42.600" v="3527"/>
          <ac:inkMkLst>
            <pc:docMk/>
            <pc:sldMk cId="0" sldId="257"/>
            <ac:inkMk id="195" creationId="{A38A20BC-D268-954B-B8E5-F207C7B00460}"/>
          </ac:inkMkLst>
        </pc:inkChg>
        <pc:inkChg chg="add del">
          <ac:chgData name="Aggie Menezes" userId="74619c95fa3483c9" providerId="LiveId" clId="{D3128F82-6912-0F40-BAD3-A276DA5466DC}" dt="2021-03-18T10:26:45.639" v="3571"/>
          <ac:inkMkLst>
            <pc:docMk/>
            <pc:sldMk cId="0" sldId="257"/>
            <ac:inkMk id="196" creationId="{51852310-20D1-1540-B892-C229A0D6E2DA}"/>
          </ac:inkMkLst>
        </pc:inkChg>
        <pc:inkChg chg="add del">
          <ac:chgData name="Aggie Menezes" userId="74619c95fa3483c9" providerId="LiveId" clId="{D3128F82-6912-0F40-BAD3-A276DA5466DC}" dt="2021-03-18T10:26:42.699" v="3555"/>
          <ac:inkMkLst>
            <pc:docMk/>
            <pc:sldMk cId="0" sldId="257"/>
            <ac:inkMk id="197" creationId="{AECC4F36-E4C1-3244-B7E2-B4C4B8FAD149}"/>
          </ac:inkMkLst>
        </pc:inkChg>
        <pc:inkChg chg="add del">
          <ac:chgData name="Aggie Menezes" userId="74619c95fa3483c9" providerId="LiveId" clId="{D3128F82-6912-0F40-BAD3-A276DA5466DC}" dt="2021-03-18T10:26:42.632" v="3536"/>
          <ac:inkMkLst>
            <pc:docMk/>
            <pc:sldMk cId="0" sldId="257"/>
            <ac:inkMk id="198" creationId="{A4F47837-93EA-F244-B550-5A40A7B19FB3}"/>
          </ac:inkMkLst>
        </pc:inkChg>
        <pc:inkChg chg="add del topLvl">
          <ac:chgData name="Aggie Menezes" userId="74619c95fa3483c9" providerId="LiveId" clId="{D3128F82-6912-0F40-BAD3-A276DA5466DC}" dt="2021-03-18T10:26:42.729" v="3564"/>
          <ac:inkMkLst>
            <pc:docMk/>
            <pc:sldMk cId="0" sldId="257"/>
            <ac:inkMk id="199" creationId="{F69D4256-5D45-BB40-A0F4-4754255EA90E}"/>
          </ac:inkMkLst>
        </pc:inkChg>
        <pc:inkChg chg="add del topLvl">
          <ac:chgData name="Aggie Menezes" userId="74619c95fa3483c9" providerId="LiveId" clId="{D3128F82-6912-0F40-BAD3-A276DA5466DC}" dt="2021-03-18T10:26:42.479" v="3492"/>
          <ac:inkMkLst>
            <pc:docMk/>
            <pc:sldMk cId="0" sldId="257"/>
            <ac:inkMk id="201" creationId="{C0DC050E-B5C2-0146-B2AD-7393E2027BD2}"/>
          </ac:inkMkLst>
        </pc:inkChg>
        <pc:inkChg chg="add del">
          <ac:chgData name="Aggie Menezes" userId="74619c95fa3483c9" providerId="LiveId" clId="{D3128F82-6912-0F40-BAD3-A276DA5466DC}" dt="2021-03-18T10:26:45.645" v="3573"/>
          <ac:inkMkLst>
            <pc:docMk/>
            <pc:sldMk cId="0" sldId="257"/>
            <ac:inkMk id="202" creationId="{66017C6E-D18C-1E47-9CF0-7B4A594A1CF9}"/>
          </ac:inkMkLst>
        </pc:inkChg>
        <pc:inkChg chg="add del topLvl">
          <ac:chgData name="Aggie Menezes" userId="74619c95fa3483c9" providerId="LiveId" clId="{D3128F82-6912-0F40-BAD3-A276DA5466DC}" dt="2021-03-18T10:26:42.654" v="3542"/>
          <ac:inkMkLst>
            <pc:docMk/>
            <pc:sldMk cId="0" sldId="257"/>
            <ac:inkMk id="203" creationId="{D9073427-37E2-C142-8A61-FD959D3B7D3D}"/>
          </ac:inkMkLst>
        </pc:inkChg>
        <pc:inkChg chg="add del">
          <ac:chgData name="Aggie Menezes" userId="74619c95fa3483c9" providerId="LiveId" clId="{D3128F82-6912-0F40-BAD3-A276DA5466DC}" dt="2021-03-18T10:26:42.525" v="3505"/>
          <ac:inkMkLst>
            <pc:docMk/>
            <pc:sldMk cId="0" sldId="257"/>
            <ac:inkMk id="204" creationId="{786B6C34-F1D1-0349-BB00-D3C6D06159FF}"/>
          </ac:inkMkLst>
        </pc:inkChg>
        <pc:inkChg chg="add del topLvl">
          <ac:chgData name="Aggie Menezes" userId="74619c95fa3483c9" providerId="LiveId" clId="{D3128F82-6912-0F40-BAD3-A276DA5466DC}" dt="2021-03-18T10:26:45.662" v="3578"/>
          <ac:inkMkLst>
            <pc:docMk/>
            <pc:sldMk cId="0" sldId="257"/>
            <ac:inkMk id="206" creationId="{80B124B3-4C89-5B45-93A2-0625F310E3FA}"/>
          </ac:inkMkLst>
        </pc:inkChg>
        <pc:inkChg chg="add del">
          <ac:chgData name="Aggie Menezes" userId="74619c95fa3483c9" providerId="LiveId" clId="{D3128F82-6912-0F40-BAD3-A276DA5466DC}" dt="2021-03-18T10:26:45.627" v="3567"/>
          <ac:inkMkLst>
            <pc:docMk/>
            <pc:sldMk cId="0" sldId="257"/>
            <ac:inkMk id="207" creationId="{A9CFF8B5-4647-AA41-BF63-D3966D1E923D}"/>
          </ac:inkMkLst>
        </pc:inkChg>
        <pc:inkChg chg="add del">
          <ac:chgData name="Aggie Menezes" userId="74619c95fa3483c9" providerId="LiveId" clId="{D3128F82-6912-0F40-BAD3-A276DA5466DC}" dt="2021-03-18T10:26:45.642" v="3572"/>
          <ac:inkMkLst>
            <pc:docMk/>
            <pc:sldMk cId="0" sldId="257"/>
            <ac:inkMk id="208" creationId="{2E8E3E23-3C61-104F-BB71-86768EF8093B}"/>
          </ac:inkMkLst>
        </pc:inkChg>
        <pc:inkChg chg="add del">
          <ac:chgData name="Aggie Menezes" userId="74619c95fa3483c9" providerId="LiveId" clId="{D3128F82-6912-0F40-BAD3-A276DA5466DC}" dt="2021-03-18T10:26:45.630" v="3568"/>
          <ac:inkMkLst>
            <pc:docMk/>
            <pc:sldMk cId="0" sldId="257"/>
            <ac:inkMk id="209" creationId="{D4907F11-5A98-2C41-AF1C-5F705EEE80E9}"/>
          </ac:inkMkLst>
        </pc:inkChg>
        <pc:inkChg chg="add del topLvl">
          <ac:chgData name="Aggie Menezes" userId="74619c95fa3483c9" providerId="LiveId" clId="{D3128F82-6912-0F40-BAD3-A276DA5466DC}" dt="2021-03-18T10:26:42.639" v="3538"/>
          <ac:inkMkLst>
            <pc:docMk/>
            <pc:sldMk cId="0" sldId="257"/>
            <ac:inkMk id="212" creationId="{804FD1AD-522A-9F4A-B679-E8A7402FD09E}"/>
          </ac:inkMkLst>
        </pc:inkChg>
        <pc:inkChg chg="add del topLvl">
          <ac:chgData name="Aggie Menezes" userId="74619c95fa3483c9" providerId="LiveId" clId="{D3128F82-6912-0F40-BAD3-A276DA5466DC}" dt="2021-03-18T10:26:42.414" v="3474"/>
          <ac:inkMkLst>
            <pc:docMk/>
            <pc:sldMk cId="0" sldId="257"/>
            <ac:inkMk id="213" creationId="{603188F1-3654-D140-B9EC-53AFEB1A5615}"/>
          </ac:inkMkLst>
        </pc:inkChg>
        <pc:inkChg chg="add del topLvl">
          <ac:chgData name="Aggie Menezes" userId="74619c95fa3483c9" providerId="LiveId" clId="{D3128F82-6912-0F40-BAD3-A276DA5466DC}" dt="2021-03-18T10:26:42.515" v="3502"/>
          <ac:inkMkLst>
            <pc:docMk/>
            <pc:sldMk cId="0" sldId="257"/>
            <ac:inkMk id="214" creationId="{38B21B4B-9953-1447-B821-0FB0E2EBE891}"/>
          </ac:inkMkLst>
        </pc:inkChg>
        <pc:inkChg chg="add del topLvl">
          <ac:chgData name="Aggie Menezes" userId="74619c95fa3483c9" providerId="LiveId" clId="{D3128F82-6912-0F40-BAD3-A276DA5466DC}" dt="2021-03-18T10:26:42.603" v="3528"/>
          <ac:inkMkLst>
            <pc:docMk/>
            <pc:sldMk cId="0" sldId="257"/>
            <ac:inkMk id="215" creationId="{1B2DA84C-3190-6D43-8BC7-610EDF071FAC}"/>
          </ac:inkMkLst>
        </pc:inkChg>
        <pc:inkChg chg="add del">
          <ac:chgData name="Aggie Menezes" userId="74619c95fa3483c9" providerId="LiveId" clId="{D3128F82-6912-0F40-BAD3-A276DA5466DC}" dt="2021-03-18T10:26:42.711" v="3559"/>
          <ac:inkMkLst>
            <pc:docMk/>
            <pc:sldMk cId="0" sldId="257"/>
            <ac:inkMk id="216" creationId="{EDF21735-585A-8046-BD27-0D349AD92476}"/>
          </ac:inkMkLst>
        </pc:inkChg>
        <pc:inkChg chg="add del">
          <ac:chgData name="Aggie Menezes" userId="74619c95fa3483c9" providerId="LiveId" clId="{D3128F82-6912-0F40-BAD3-A276DA5466DC}" dt="2021-03-18T10:26:42.584" v="3523"/>
          <ac:inkMkLst>
            <pc:docMk/>
            <pc:sldMk cId="0" sldId="257"/>
            <ac:inkMk id="219" creationId="{4FE36754-C46A-3E47-948A-43B00CCE5389}"/>
          </ac:inkMkLst>
        </pc:inkChg>
        <pc:inkChg chg="add del topLvl">
          <ac:chgData name="Aggie Menezes" userId="74619c95fa3483c9" providerId="LiveId" clId="{D3128F82-6912-0F40-BAD3-A276DA5466DC}" dt="2021-03-18T10:26:42.673" v="3547"/>
          <ac:inkMkLst>
            <pc:docMk/>
            <pc:sldMk cId="0" sldId="257"/>
            <ac:inkMk id="220" creationId="{5985720D-EF7E-5B44-9769-E9F17F50D6A3}"/>
          </ac:inkMkLst>
        </pc:inkChg>
        <pc:inkChg chg="add del">
          <ac:chgData name="Aggie Menezes" userId="74619c95fa3483c9" providerId="LiveId" clId="{D3128F82-6912-0F40-BAD3-A276DA5466DC}" dt="2021-03-18T10:26:42.636" v="3537"/>
          <ac:inkMkLst>
            <pc:docMk/>
            <pc:sldMk cId="0" sldId="257"/>
            <ac:inkMk id="221" creationId="{A3855D2D-1EAF-2447-BE27-1A745C5CA8AE}"/>
          </ac:inkMkLst>
        </pc:inkChg>
        <pc:inkChg chg="add del topLvl">
          <ac:chgData name="Aggie Menezes" userId="74619c95fa3483c9" providerId="LiveId" clId="{D3128F82-6912-0F40-BAD3-A276DA5466DC}" dt="2021-03-18T10:26:42.701" v="3556"/>
          <ac:inkMkLst>
            <pc:docMk/>
            <pc:sldMk cId="0" sldId="257"/>
            <ac:inkMk id="222" creationId="{DF772335-FDBE-1B42-A7C8-C063A0E65FA3}"/>
          </ac:inkMkLst>
        </pc:inkChg>
        <pc:inkChg chg="add del">
          <ac:chgData name="Aggie Menezes" userId="74619c95fa3483c9" providerId="LiveId" clId="{D3128F82-6912-0F40-BAD3-A276DA5466DC}" dt="2021-03-18T10:26:42.482" v="3493"/>
          <ac:inkMkLst>
            <pc:docMk/>
            <pc:sldMk cId="0" sldId="257"/>
            <ac:inkMk id="223" creationId="{2BAF172B-0EBC-D843-9664-D8263F460049}"/>
          </ac:inkMkLst>
        </pc:inkChg>
        <pc:inkChg chg="add del">
          <ac:chgData name="Aggie Menezes" userId="74619c95fa3483c9" providerId="LiveId" clId="{D3128F82-6912-0F40-BAD3-A276DA5466DC}" dt="2021-03-18T10:26:42.470" v="3489"/>
          <ac:inkMkLst>
            <pc:docMk/>
            <pc:sldMk cId="0" sldId="257"/>
            <ac:inkMk id="225" creationId="{49A459A0-16FA-F94E-BAB6-B815AB70C6AA}"/>
          </ac:inkMkLst>
        </pc:inkChg>
        <pc:inkChg chg="add del topLvl">
          <ac:chgData name="Aggie Menezes" userId="74619c95fa3483c9" providerId="LiveId" clId="{D3128F82-6912-0F40-BAD3-A276DA5466DC}" dt="2021-03-18T10:26:42.499" v="3498"/>
          <ac:inkMkLst>
            <pc:docMk/>
            <pc:sldMk cId="0" sldId="257"/>
            <ac:inkMk id="226" creationId="{FE08C6FF-5C77-9142-AE8D-BA4856821442}"/>
          </ac:inkMkLst>
        </pc:inkChg>
        <pc:inkChg chg="add del topLvl">
          <ac:chgData name="Aggie Menezes" userId="74619c95fa3483c9" providerId="LiveId" clId="{D3128F82-6912-0F40-BAD3-A276DA5466DC}" dt="2021-03-18T10:26:42.569" v="3518"/>
          <ac:inkMkLst>
            <pc:docMk/>
            <pc:sldMk cId="0" sldId="257"/>
            <ac:inkMk id="227" creationId="{318B13D1-4E93-4342-B9CD-5FAFD9849CA4}"/>
          </ac:inkMkLst>
        </pc:inkChg>
        <pc:inkChg chg="add del topLvl">
          <ac:chgData name="Aggie Menezes" userId="74619c95fa3483c9" providerId="LiveId" clId="{D3128F82-6912-0F40-BAD3-A276DA5466DC}" dt="2021-03-18T10:26:42.657" v="3543"/>
          <ac:inkMkLst>
            <pc:docMk/>
            <pc:sldMk cId="0" sldId="257"/>
            <ac:inkMk id="228" creationId="{1BF31F16-0ADC-B046-8773-DB4A3635933C}"/>
          </ac:inkMkLst>
        </pc:inkChg>
        <pc:inkChg chg="add">
          <ac:chgData name="Aggie Menezes" userId="74619c95fa3483c9" providerId="LiveId" clId="{D3128F82-6912-0F40-BAD3-A276DA5466DC}" dt="2021-03-18T10:27:05.330" v="3584"/>
          <ac:inkMkLst>
            <pc:docMk/>
            <pc:sldMk cId="0" sldId="257"/>
            <ac:inkMk id="229" creationId="{842E00F5-AB65-A545-8A11-3506CB49CFCD}"/>
          </ac:inkMkLst>
        </pc:inkChg>
        <pc:inkChg chg="add del">
          <ac:chgData name="Aggie Menezes" userId="74619c95fa3483c9" providerId="LiveId" clId="{D3128F82-6912-0F40-BAD3-A276DA5466DC}" dt="2021-03-18T10:26:42.421" v="3475"/>
          <ac:inkMkLst>
            <pc:docMk/>
            <pc:sldMk cId="0" sldId="257"/>
            <ac:inkMk id="230" creationId="{2378E576-5180-5A4B-A0D6-99BBC5B2A4DC}"/>
          </ac:inkMkLst>
        </pc:inkChg>
        <pc:inkChg chg="add del">
          <ac:chgData name="Aggie Menezes" userId="74619c95fa3483c9" providerId="LiveId" clId="{D3128F82-6912-0F40-BAD3-A276DA5466DC}" dt="2021-03-18T10:26:42.529" v="3506"/>
          <ac:inkMkLst>
            <pc:docMk/>
            <pc:sldMk cId="0" sldId="257"/>
            <ac:inkMk id="231" creationId="{A0D2B7D0-803E-4147-983A-90E3365AA170}"/>
          </ac:inkMkLst>
        </pc:inkChg>
        <pc:inkChg chg="add del">
          <ac:chgData name="Aggie Menezes" userId="74619c95fa3483c9" providerId="LiveId" clId="{D3128F82-6912-0F40-BAD3-A276DA5466DC}" dt="2021-03-18T10:26:42.625" v="3534"/>
          <ac:inkMkLst>
            <pc:docMk/>
            <pc:sldMk cId="0" sldId="257"/>
            <ac:inkMk id="232" creationId="{286A2195-FE9A-0045-91CF-939AAD9D2F69}"/>
          </ac:inkMkLst>
        </pc:inkChg>
        <pc:inkChg chg="add del topLvl">
          <ac:chgData name="Aggie Menezes" userId="74619c95fa3483c9" providerId="LiveId" clId="{D3128F82-6912-0F40-BAD3-A276DA5466DC}" dt="2021-03-18T10:26:42.705" v="3557"/>
          <ac:inkMkLst>
            <pc:docMk/>
            <pc:sldMk cId="0" sldId="257"/>
            <ac:inkMk id="233" creationId="{B006062A-C16F-0B4B-A98B-89213A24A8E2}"/>
          </ac:inkMkLst>
        </pc:inkChg>
        <pc:inkChg chg="add">
          <ac:chgData name="Aggie Menezes" userId="74619c95fa3483c9" providerId="LiveId" clId="{D3128F82-6912-0F40-BAD3-A276DA5466DC}" dt="2021-03-18T10:27:09.164" v="3585"/>
          <ac:inkMkLst>
            <pc:docMk/>
            <pc:sldMk cId="0" sldId="257"/>
            <ac:inkMk id="235" creationId="{E3EDC470-817D-2443-BC59-14A14C9EC63D}"/>
          </ac:inkMkLst>
        </pc:inkChg>
        <pc:inkChg chg="add">
          <ac:chgData name="Aggie Menezes" userId="74619c95fa3483c9" providerId="LiveId" clId="{D3128F82-6912-0F40-BAD3-A276DA5466DC}" dt="2021-03-18T10:27:09.789" v="3586"/>
          <ac:inkMkLst>
            <pc:docMk/>
            <pc:sldMk cId="0" sldId="257"/>
            <ac:inkMk id="236" creationId="{5E6992C0-C465-DA40-A82B-334F1C8E4BAB}"/>
          </ac:inkMkLst>
        </pc:inkChg>
        <pc:inkChg chg="add">
          <ac:chgData name="Aggie Menezes" userId="74619c95fa3483c9" providerId="LiveId" clId="{D3128F82-6912-0F40-BAD3-A276DA5466DC}" dt="2021-03-18T10:27:10.022" v="3587"/>
          <ac:inkMkLst>
            <pc:docMk/>
            <pc:sldMk cId="0" sldId="257"/>
            <ac:inkMk id="237" creationId="{87261D5A-DFC6-C744-8976-9D176D7E9D58}"/>
          </ac:inkMkLst>
        </pc:inkChg>
        <pc:inkChg chg="add">
          <ac:chgData name="Aggie Menezes" userId="74619c95fa3483c9" providerId="LiveId" clId="{D3128F82-6912-0F40-BAD3-A276DA5466DC}" dt="2021-03-18T10:27:10.489" v="3588"/>
          <ac:inkMkLst>
            <pc:docMk/>
            <pc:sldMk cId="0" sldId="257"/>
            <ac:inkMk id="238" creationId="{75B9BCDB-311A-9445-87A7-E82CB583107E}"/>
          </ac:inkMkLst>
        </pc:inkChg>
        <pc:inkChg chg="add">
          <ac:chgData name="Aggie Menezes" userId="74619c95fa3483c9" providerId="LiveId" clId="{D3128F82-6912-0F40-BAD3-A276DA5466DC}" dt="2021-03-18T10:27:10.788" v="3589"/>
          <ac:inkMkLst>
            <pc:docMk/>
            <pc:sldMk cId="0" sldId="257"/>
            <ac:inkMk id="239" creationId="{11E855C5-359C-FC4A-A808-5CBC0157D9C1}"/>
          </ac:inkMkLst>
        </pc:inkChg>
        <pc:inkChg chg="add">
          <ac:chgData name="Aggie Menezes" userId="74619c95fa3483c9" providerId="LiveId" clId="{D3128F82-6912-0F40-BAD3-A276DA5466DC}" dt="2021-03-18T10:27:11.001" v="3590"/>
          <ac:inkMkLst>
            <pc:docMk/>
            <pc:sldMk cId="0" sldId="257"/>
            <ac:inkMk id="240" creationId="{126766B9-9CEA-F649-8674-4C913557A46A}"/>
          </ac:inkMkLst>
        </pc:inkChg>
        <pc:inkChg chg="add">
          <ac:chgData name="Aggie Menezes" userId="74619c95fa3483c9" providerId="LiveId" clId="{D3128F82-6912-0F40-BAD3-A276DA5466DC}" dt="2021-03-18T10:27:11.326" v="3591"/>
          <ac:inkMkLst>
            <pc:docMk/>
            <pc:sldMk cId="0" sldId="257"/>
            <ac:inkMk id="241" creationId="{1B54F0C7-79F5-9B43-831F-684CE3D52C96}"/>
          </ac:inkMkLst>
        </pc:inkChg>
        <pc:inkChg chg="add">
          <ac:chgData name="Aggie Menezes" userId="74619c95fa3483c9" providerId="LiveId" clId="{D3128F82-6912-0F40-BAD3-A276DA5466DC}" dt="2021-03-18T10:27:11.521" v="3592"/>
          <ac:inkMkLst>
            <pc:docMk/>
            <pc:sldMk cId="0" sldId="257"/>
            <ac:inkMk id="242" creationId="{C7AA0C53-DA0C-DA4A-8C32-C5EC73822B87}"/>
          </ac:inkMkLst>
        </pc:inkChg>
        <pc:inkChg chg="add">
          <ac:chgData name="Aggie Menezes" userId="74619c95fa3483c9" providerId="LiveId" clId="{D3128F82-6912-0F40-BAD3-A276DA5466DC}" dt="2021-03-18T10:27:11.701" v="3593"/>
          <ac:inkMkLst>
            <pc:docMk/>
            <pc:sldMk cId="0" sldId="257"/>
            <ac:inkMk id="243" creationId="{5BDDA645-1BE2-674D-8154-310C3B35FB63}"/>
          </ac:inkMkLst>
        </pc:inkChg>
        <pc:inkChg chg="add">
          <ac:chgData name="Aggie Menezes" userId="74619c95fa3483c9" providerId="LiveId" clId="{D3128F82-6912-0F40-BAD3-A276DA5466DC}" dt="2021-03-18T10:27:12.213" v="3594"/>
          <ac:inkMkLst>
            <pc:docMk/>
            <pc:sldMk cId="0" sldId="257"/>
            <ac:inkMk id="244" creationId="{96EAB551-2F8F-3849-AEA8-8CCBCAB7CD0F}"/>
          </ac:inkMkLst>
        </pc:inkChg>
        <pc:inkChg chg="add">
          <ac:chgData name="Aggie Menezes" userId="74619c95fa3483c9" providerId="LiveId" clId="{D3128F82-6912-0F40-BAD3-A276DA5466DC}" dt="2021-03-18T10:27:14.310" v="3596"/>
          <ac:inkMkLst>
            <pc:docMk/>
            <pc:sldMk cId="0" sldId="257"/>
            <ac:inkMk id="246" creationId="{FCEB1811-70DA-E541-AC93-62C9354E6186}"/>
          </ac:inkMkLst>
        </pc:inkChg>
        <pc:inkChg chg="add">
          <ac:chgData name="Aggie Menezes" userId="74619c95fa3483c9" providerId="LiveId" clId="{D3128F82-6912-0F40-BAD3-A276DA5466DC}" dt="2021-03-18T10:27:14.747" v="3597"/>
          <ac:inkMkLst>
            <pc:docMk/>
            <pc:sldMk cId="0" sldId="257"/>
            <ac:inkMk id="247" creationId="{88C1641D-8C6D-774B-BC14-14B10E106F7B}"/>
          </ac:inkMkLst>
        </pc:inkChg>
        <pc:inkChg chg="add">
          <ac:chgData name="Aggie Menezes" userId="74619c95fa3483c9" providerId="LiveId" clId="{D3128F82-6912-0F40-BAD3-A276DA5466DC}" dt="2021-03-18T10:27:14.905" v="3598"/>
          <ac:inkMkLst>
            <pc:docMk/>
            <pc:sldMk cId="0" sldId="257"/>
            <ac:inkMk id="248" creationId="{34596165-D9CD-FD43-8A4E-0372B19F9D7A}"/>
          </ac:inkMkLst>
        </pc:inkChg>
        <pc:inkChg chg="add">
          <ac:chgData name="Aggie Menezes" userId="74619c95fa3483c9" providerId="LiveId" clId="{D3128F82-6912-0F40-BAD3-A276DA5466DC}" dt="2021-03-18T10:27:15.172" v="3599"/>
          <ac:inkMkLst>
            <pc:docMk/>
            <pc:sldMk cId="0" sldId="257"/>
            <ac:inkMk id="249" creationId="{3868CA25-9351-BA41-8F67-BF6B907766C8}"/>
          </ac:inkMkLst>
        </pc:inkChg>
        <pc:inkChg chg="add">
          <ac:chgData name="Aggie Menezes" userId="74619c95fa3483c9" providerId="LiveId" clId="{D3128F82-6912-0F40-BAD3-A276DA5466DC}" dt="2021-03-18T10:27:15.626" v="3600"/>
          <ac:inkMkLst>
            <pc:docMk/>
            <pc:sldMk cId="0" sldId="257"/>
            <ac:inkMk id="250" creationId="{38E7E123-BADC-A149-AF50-BA1F59452CEB}"/>
          </ac:inkMkLst>
        </pc:inkChg>
        <pc:inkChg chg="add">
          <ac:chgData name="Aggie Menezes" userId="74619c95fa3483c9" providerId="LiveId" clId="{D3128F82-6912-0F40-BAD3-A276DA5466DC}" dt="2021-03-18T10:27:16.090" v="3601"/>
          <ac:inkMkLst>
            <pc:docMk/>
            <pc:sldMk cId="0" sldId="257"/>
            <ac:inkMk id="251" creationId="{01B27CB7-37BE-1640-B983-F5F9D778084E}"/>
          </ac:inkMkLst>
        </pc:inkChg>
        <pc:inkChg chg="add">
          <ac:chgData name="Aggie Menezes" userId="74619c95fa3483c9" providerId="LiveId" clId="{D3128F82-6912-0F40-BAD3-A276DA5466DC}" dt="2021-03-18T10:27:16.852" v="3602"/>
          <ac:inkMkLst>
            <pc:docMk/>
            <pc:sldMk cId="0" sldId="257"/>
            <ac:inkMk id="252" creationId="{08E17254-89AE-A14B-A28C-D08425278624}"/>
          </ac:inkMkLst>
        </pc:inkChg>
        <pc:inkChg chg="add">
          <ac:chgData name="Aggie Menezes" userId="74619c95fa3483c9" providerId="LiveId" clId="{D3128F82-6912-0F40-BAD3-A276DA5466DC}" dt="2021-03-18T10:27:17.156" v="3603"/>
          <ac:inkMkLst>
            <pc:docMk/>
            <pc:sldMk cId="0" sldId="257"/>
            <ac:inkMk id="253" creationId="{DDA7D315-70F1-5347-84A5-6B57871838E6}"/>
          </ac:inkMkLst>
        </pc:inkChg>
        <pc:inkChg chg="add">
          <ac:chgData name="Aggie Menezes" userId="74619c95fa3483c9" providerId="LiveId" clId="{D3128F82-6912-0F40-BAD3-A276DA5466DC}" dt="2021-03-18T10:27:17.556" v="3604"/>
          <ac:inkMkLst>
            <pc:docMk/>
            <pc:sldMk cId="0" sldId="257"/>
            <ac:inkMk id="254" creationId="{75A2B52E-452B-A04D-8468-1270B8699EFD}"/>
          </ac:inkMkLst>
        </pc:inkChg>
        <pc:inkChg chg="add">
          <ac:chgData name="Aggie Menezes" userId="74619c95fa3483c9" providerId="LiveId" clId="{D3128F82-6912-0F40-BAD3-A276DA5466DC}" dt="2021-03-18T10:27:17.813" v="3605"/>
          <ac:inkMkLst>
            <pc:docMk/>
            <pc:sldMk cId="0" sldId="257"/>
            <ac:inkMk id="255" creationId="{1056A22C-BDED-0C46-8E0C-0E25FBE2F935}"/>
          </ac:inkMkLst>
        </pc:inkChg>
        <pc:inkChg chg="add">
          <ac:chgData name="Aggie Menezes" userId="74619c95fa3483c9" providerId="LiveId" clId="{D3128F82-6912-0F40-BAD3-A276DA5466DC}" dt="2021-03-18T10:27:18.344" v="3606"/>
          <ac:inkMkLst>
            <pc:docMk/>
            <pc:sldMk cId="0" sldId="257"/>
            <ac:inkMk id="256" creationId="{D8B3F070-72EE-A449-BBFA-FE8559D73430}"/>
          </ac:inkMkLst>
        </pc:inkChg>
        <pc:inkChg chg="add">
          <ac:chgData name="Aggie Menezes" userId="74619c95fa3483c9" providerId="LiveId" clId="{D3128F82-6912-0F40-BAD3-A276DA5466DC}" dt="2021-03-18T10:27:22.653" v="3608"/>
          <ac:inkMkLst>
            <pc:docMk/>
            <pc:sldMk cId="0" sldId="257"/>
            <ac:inkMk id="258" creationId="{1F9564A9-F5F7-824E-A461-D7ABDAB98810}"/>
          </ac:inkMkLst>
        </pc:inkChg>
        <pc:inkChg chg="add">
          <ac:chgData name="Aggie Menezes" userId="74619c95fa3483c9" providerId="LiveId" clId="{D3128F82-6912-0F40-BAD3-A276DA5466DC}" dt="2021-03-18T10:27:22.866" v="3609"/>
          <ac:inkMkLst>
            <pc:docMk/>
            <pc:sldMk cId="0" sldId="257"/>
            <ac:inkMk id="259" creationId="{820E4A14-6F27-1C4E-8835-2E10B334296B}"/>
          </ac:inkMkLst>
        </pc:inkChg>
        <pc:inkChg chg="add">
          <ac:chgData name="Aggie Menezes" userId="74619c95fa3483c9" providerId="LiveId" clId="{D3128F82-6912-0F40-BAD3-A276DA5466DC}" dt="2021-03-18T10:27:23.203" v="3610"/>
          <ac:inkMkLst>
            <pc:docMk/>
            <pc:sldMk cId="0" sldId="257"/>
            <ac:inkMk id="260" creationId="{9563F17E-FECD-D54B-BA5B-2B3499A68D70}"/>
          </ac:inkMkLst>
        </pc:inkChg>
        <pc:inkChg chg="add">
          <ac:chgData name="Aggie Menezes" userId="74619c95fa3483c9" providerId="LiveId" clId="{D3128F82-6912-0F40-BAD3-A276DA5466DC}" dt="2021-03-18T10:27:23.807" v="3611"/>
          <ac:inkMkLst>
            <pc:docMk/>
            <pc:sldMk cId="0" sldId="257"/>
            <ac:inkMk id="261" creationId="{D9FBE0EF-D5D1-E342-B899-F5EA5B303210}"/>
          </ac:inkMkLst>
        </pc:inkChg>
        <pc:inkChg chg="add">
          <ac:chgData name="Aggie Menezes" userId="74619c95fa3483c9" providerId="LiveId" clId="{D3128F82-6912-0F40-BAD3-A276DA5466DC}" dt="2021-03-18T10:27:24.098" v="3612"/>
          <ac:inkMkLst>
            <pc:docMk/>
            <pc:sldMk cId="0" sldId="257"/>
            <ac:inkMk id="262" creationId="{8E2F27BE-8FAB-8C4D-BD86-14CAF049A9A1}"/>
          </ac:inkMkLst>
        </pc:inkChg>
        <pc:inkChg chg="add">
          <ac:chgData name="Aggie Menezes" userId="74619c95fa3483c9" providerId="LiveId" clId="{D3128F82-6912-0F40-BAD3-A276DA5466DC}" dt="2021-03-18T10:27:24.581" v="3613"/>
          <ac:inkMkLst>
            <pc:docMk/>
            <pc:sldMk cId="0" sldId="257"/>
            <ac:inkMk id="263" creationId="{9FC725EC-EF68-6946-A493-9CC2E897FB15}"/>
          </ac:inkMkLst>
        </pc:inkChg>
        <pc:inkChg chg="add">
          <ac:chgData name="Aggie Menezes" userId="74619c95fa3483c9" providerId="LiveId" clId="{D3128F82-6912-0F40-BAD3-A276DA5466DC}" dt="2021-03-18T10:27:25.206" v="3614"/>
          <ac:inkMkLst>
            <pc:docMk/>
            <pc:sldMk cId="0" sldId="257"/>
            <ac:inkMk id="264" creationId="{521DAD73-4590-7F48-8363-BE28BFF108BE}"/>
          </ac:inkMkLst>
        </pc:inkChg>
        <pc:inkChg chg="add">
          <ac:chgData name="Aggie Menezes" userId="74619c95fa3483c9" providerId="LiveId" clId="{D3128F82-6912-0F40-BAD3-A276DA5466DC}" dt="2021-03-18T10:27:33.775" v="3616"/>
          <ac:inkMkLst>
            <pc:docMk/>
            <pc:sldMk cId="0" sldId="257"/>
            <ac:inkMk id="266" creationId="{467A95C7-1DDE-8D44-A1A9-39E359AE04E2}"/>
          </ac:inkMkLst>
        </pc:inkChg>
        <pc:inkChg chg="add">
          <ac:chgData name="Aggie Menezes" userId="74619c95fa3483c9" providerId="LiveId" clId="{D3128F82-6912-0F40-BAD3-A276DA5466DC}" dt="2021-03-18T10:27:43.392" v="3617"/>
          <ac:inkMkLst>
            <pc:docMk/>
            <pc:sldMk cId="0" sldId="257"/>
            <ac:inkMk id="267" creationId="{F2668D63-3EC0-D040-A515-0F5DCA893CEC}"/>
          </ac:inkMkLst>
        </pc:inkChg>
        <pc:inkChg chg="add">
          <ac:chgData name="Aggie Menezes" userId="74619c95fa3483c9" providerId="LiveId" clId="{D3128F82-6912-0F40-BAD3-A276DA5466DC}" dt="2021-03-18T10:27:43.732" v="3618"/>
          <ac:inkMkLst>
            <pc:docMk/>
            <pc:sldMk cId="0" sldId="257"/>
            <ac:inkMk id="268" creationId="{69305A70-22D5-A547-B2AE-2ACFC8418220}"/>
          </ac:inkMkLst>
        </pc:inkChg>
        <pc:inkChg chg="add">
          <ac:chgData name="Aggie Menezes" userId="74619c95fa3483c9" providerId="LiveId" clId="{D3128F82-6912-0F40-BAD3-A276DA5466DC}" dt="2021-03-18T10:27:43.980" v="3619"/>
          <ac:inkMkLst>
            <pc:docMk/>
            <pc:sldMk cId="0" sldId="257"/>
            <ac:inkMk id="269" creationId="{ABDD1CCE-E406-1E4C-B681-40F110951F7A}"/>
          </ac:inkMkLst>
        </pc:inkChg>
        <pc:inkChg chg="add">
          <ac:chgData name="Aggie Menezes" userId="74619c95fa3483c9" providerId="LiveId" clId="{D3128F82-6912-0F40-BAD3-A276DA5466DC}" dt="2021-03-18T10:27:44.125" v="3620"/>
          <ac:inkMkLst>
            <pc:docMk/>
            <pc:sldMk cId="0" sldId="257"/>
            <ac:inkMk id="270" creationId="{E7BCEA37-B816-8C44-8779-BDBF12965B33}"/>
          </ac:inkMkLst>
        </pc:inkChg>
        <pc:inkChg chg="add">
          <ac:chgData name="Aggie Menezes" userId="74619c95fa3483c9" providerId="LiveId" clId="{D3128F82-6912-0F40-BAD3-A276DA5466DC}" dt="2021-03-18T10:27:44.387" v="3621"/>
          <ac:inkMkLst>
            <pc:docMk/>
            <pc:sldMk cId="0" sldId="257"/>
            <ac:inkMk id="271" creationId="{C464E132-7D9E-2C4F-8EED-C7752065D017}"/>
          </ac:inkMkLst>
        </pc:inkChg>
        <pc:inkChg chg="add">
          <ac:chgData name="Aggie Menezes" userId="74619c95fa3483c9" providerId="LiveId" clId="{D3128F82-6912-0F40-BAD3-A276DA5466DC}" dt="2021-03-18T10:27:44.545" v="3622"/>
          <ac:inkMkLst>
            <pc:docMk/>
            <pc:sldMk cId="0" sldId="257"/>
            <ac:inkMk id="272" creationId="{1F3D82DD-9534-E744-8F7E-3B6A51D9C818}"/>
          </ac:inkMkLst>
        </pc:inkChg>
        <pc:inkChg chg="add">
          <ac:chgData name="Aggie Menezes" userId="74619c95fa3483c9" providerId="LiveId" clId="{D3128F82-6912-0F40-BAD3-A276DA5466DC}" dt="2021-03-18T10:27:44.692" v="3623"/>
          <ac:inkMkLst>
            <pc:docMk/>
            <pc:sldMk cId="0" sldId="257"/>
            <ac:inkMk id="273" creationId="{2E506F4B-1865-6E43-86CA-1D9A400F7BF8}"/>
          </ac:inkMkLst>
        </pc:inkChg>
        <pc:inkChg chg="add">
          <ac:chgData name="Aggie Menezes" userId="74619c95fa3483c9" providerId="LiveId" clId="{D3128F82-6912-0F40-BAD3-A276DA5466DC}" dt="2021-03-18T10:27:44.993" v="3624"/>
          <ac:inkMkLst>
            <pc:docMk/>
            <pc:sldMk cId="0" sldId="257"/>
            <ac:inkMk id="274" creationId="{6C034602-503B-434E-9117-F2BAC7BB53E7}"/>
          </ac:inkMkLst>
        </pc:inkChg>
        <pc:inkChg chg="add">
          <ac:chgData name="Aggie Menezes" userId="74619c95fa3483c9" providerId="LiveId" clId="{D3128F82-6912-0F40-BAD3-A276DA5466DC}" dt="2021-03-18T10:27:45.273" v="3625"/>
          <ac:inkMkLst>
            <pc:docMk/>
            <pc:sldMk cId="0" sldId="257"/>
            <ac:inkMk id="275" creationId="{4A2A4FCB-0B22-8047-BFD2-A70B9C6088D3}"/>
          </ac:inkMkLst>
        </pc:inkChg>
        <pc:inkChg chg="add">
          <ac:chgData name="Aggie Menezes" userId="74619c95fa3483c9" providerId="LiveId" clId="{D3128F82-6912-0F40-BAD3-A276DA5466DC}" dt="2021-03-18T10:27:45.404" v="3626"/>
          <ac:inkMkLst>
            <pc:docMk/>
            <pc:sldMk cId="0" sldId="257"/>
            <ac:inkMk id="276" creationId="{A4F97378-7BFF-7C45-A832-8A4B5F2287B2}"/>
          </ac:inkMkLst>
        </pc:inkChg>
        <pc:inkChg chg="add">
          <ac:chgData name="Aggie Menezes" userId="74619c95fa3483c9" providerId="LiveId" clId="{D3128F82-6912-0F40-BAD3-A276DA5466DC}" dt="2021-03-18T10:27:45.728" v="3627"/>
          <ac:inkMkLst>
            <pc:docMk/>
            <pc:sldMk cId="0" sldId="257"/>
            <ac:inkMk id="277" creationId="{58BDF8C7-D02B-124C-BDBD-4EA7FC66DC59}"/>
          </ac:inkMkLst>
        </pc:inkChg>
        <pc:inkChg chg="add">
          <ac:chgData name="Aggie Menezes" userId="74619c95fa3483c9" providerId="LiveId" clId="{D3128F82-6912-0F40-BAD3-A276DA5466DC}" dt="2021-03-18T10:27:46.067" v="3628"/>
          <ac:inkMkLst>
            <pc:docMk/>
            <pc:sldMk cId="0" sldId="257"/>
            <ac:inkMk id="278" creationId="{46F1435A-C15A-0F4A-A52C-6258B73DEA2B}"/>
          </ac:inkMkLst>
        </pc:inkChg>
        <pc:inkChg chg="add">
          <ac:chgData name="Aggie Menezes" userId="74619c95fa3483c9" providerId="LiveId" clId="{D3128F82-6912-0F40-BAD3-A276DA5466DC}" dt="2021-03-18T10:27:46.549" v="3629"/>
          <ac:inkMkLst>
            <pc:docMk/>
            <pc:sldMk cId="0" sldId="257"/>
            <ac:inkMk id="279" creationId="{1700D3AE-270C-0A4A-82A0-CBA081637637}"/>
          </ac:inkMkLst>
        </pc:inkChg>
        <pc:inkChg chg="add">
          <ac:chgData name="Aggie Menezes" userId="74619c95fa3483c9" providerId="LiveId" clId="{D3128F82-6912-0F40-BAD3-A276DA5466DC}" dt="2021-03-18T10:27:46.826" v="3630"/>
          <ac:inkMkLst>
            <pc:docMk/>
            <pc:sldMk cId="0" sldId="257"/>
            <ac:inkMk id="280" creationId="{463E95BF-E9E3-5447-92B4-AAD34C63D684}"/>
          </ac:inkMkLst>
        </pc:inkChg>
        <pc:inkChg chg="add">
          <ac:chgData name="Aggie Menezes" userId="74619c95fa3483c9" providerId="LiveId" clId="{D3128F82-6912-0F40-BAD3-A276DA5466DC}" dt="2021-03-18T10:27:57.098" v="3632"/>
          <ac:inkMkLst>
            <pc:docMk/>
            <pc:sldMk cId="0" sldId="257"/>
            <ac:inkMk id="282" creationId="{40548494-F19C-2243-A417-1691DD213746}"/>
          </ac:inkMkLst>
        </pc:inkChg>
        <pc:inkChg chg="add">
          <ac:chgData name="Aggie Menezes" userId="74619c95fa3483c9" providerId="LiveId" clId="{D3128F82-6912-0F40-BAD3-A276DA5466DC}" dt="2021-03-18T10:27:57.816" v="3633"/>
          <ac:inkMkLst>
            <pc:docMk/>
            <pc:sldMk cId="0" sldId="257"/>
            <ac:inkMk id="283" creationId="{E963AE9A-4524-C74D-9936-6C3328C66C8A}"/>
          </ac:inkMkLst>
        </pc:inkChg>
        <pc:inkChg chg="add">
          <ac:chgData name="Aggie Menezes" userId="74619c95fa3483c9" providerId="LiveId" clId="{D3128F82-6912-0F40-BAD3-A276DA5466DC}" dt="2021-03-18T10:28:10.026" v="3635"/>
          <ac:inkMkLst>
            <pc:docMk/>
            <pc:sldMk cId="0" sldId="257"/>
            <ac:inkMk id="285" creationId="{7FD55C61-8E66-AF46-A8BB-92C3633F01CC}"/>
          </ac:inkMkLst>
        </pc:inkChg>
        <pc:inkChg chg="add">
          <ac:chgData name="Aggie Menezes" userId="74619c95fa3483c9" providerId="LiveId" clId="{D3128F82-6912-0F40-BAD3-A276DA5466DC}" dt="2021-03-18T10:28:10.667" v="3636"/>
          <ac:inkMkLst>
            <pc:docMk/>
            <pc:sldMk cId="0" sldId="257"/>
            <ac:inkMk id="286" creationId="{C207F8C8-6CA9-C840-9478-8C030EA5FA99}"/>
          </ac:inkMkLst>
        </pc:inkChg>
        <pc:inkChg chg="add">
          <ac:chgData name="Aggie Menezes" userId="74619c95fa3483c9" providerId="LiveId" clId="{D3128F82-6912-0F40-BAD3-A276DA5466DC}" dt="2021-03-18T10:28:11.805" v="3637"/>
          <ac:inkMkLst>
            <pc:docMk/>
            <pc:sldMk cId="0" sldId="257"/>
            <ac:inkMk id="287" creationId="{01FF5935-89A8-7A4B-A6BD-67045807125B}"/>
          </ac:inkMkLst>
        </pc:inkChg>
        <pc:inkChg chg="add">
          <ac:chgData name="Aggie Menezes" userId="74619c95fa3483c9" providerId="LiveId" clId="{D3128F82-6912-0F40-BAD3-A276DA5466DC}" dt="2021-03-18T10:28:12.144" v="3638"/>
          <ac:inkMkLst>
            <pc:docMk/>
            <pc:sldMk cId="0" sldId="257"/>
            <ac:inkMk id="288" creationId="{26674CDC-CD59-3E4D-98CB-AD02E4A251E4}"/>
          </ac:inkMkLst>
        </pc:inkChg>
        <pc:inkChg chg="add">
          <ac:chgData name="Aggie Menezes" userId="74619c95fa3483c9" providerId="LiveId" clId="{D3128F82-6912-0F40-BAD3-A276DA5466DC}" dt="2021-03-18T10:28:12.343" v="3639"/>
          <ac:inkMkLst>
            <pc:docMk/>
            <pc:sldMk cId="0" sldId="257"/>
            <ac:inkMk id="289" creationId="{973E2E45-EFDD-954E-8E47-BE2E68422050}"/>
          </ac:inkMkLst>
        </pc:inkChg>
        <pc:inkChg chg="add">
          <ac:chgData name="Aggie Menezes" userId="74619c95fa3483c9" providerId="LiveId" clId="{D3128F82-6912-0F40-BAD3-A276DA5466DC}" dt="2021-03-18T10:28:13.217" v="3640"/>
          <ac:inkMkLst>
            <pc:docMk/>
            <pc:sldMk cId="0" sldId="257"/>
            <ac:inkMk id="290" creationId="{FA5134CE-9259-FD47-BF74-26961D93B607}"/>
          </ac:inkMkLst>
        </pc:inkChg>
        <pc:inkChg chg="add">
          <ac:chgData name="Aggie Menezes" userId="74619c95fa3483c9" providerId="LiveId" clId="{D3128F82-6912-0F40-BAD3-A276DA5466DC}" dt="2021-03-18T10:28:13.400" v="3641"/>
          <ac:inkMkLst>
            <pc:docMk/>
            <pc:sldMk cId="0" sldId="257"/>
            <ac:inkMk id="291" creationId="{E11FD33D-47EC-914E-9593-7116189D2F82}"/>
          </ac:inkMkLst>
        </pc:inkChg>
        <pc:inkChg chg="add">
          <ac:chgData name="Aggie Menezes" userId="74619c95fa3483c9" providerId="LiveId" clId="{D3128F82-6912-0F40-BAD3-A276DA5466DC}" dt="2021-03-18T10:28:13.888" v="3642"/>
          <ac:inkMkLst>
            <pc:docMk/>
            <pc:sldMk cId="0" sldId="257"/>
            <ac:inkMk id="292" creationId="{62150D08-A520-984D-8521-F1D264C0B145}"/>
          </ac:inkMkLst>
        </pc:inkChg>
        <pc:inkChg chg="add">
          <ac:chgData name="Aggie Menezes" userId="74619c95fa3483c9" providerId="LiveId" clId="{D3128F82-6912-0F40-BAD3-A276DA5466DC}" dt="2021-03-18T10:28:36.692" v="3644"/>
          <ac:inkMkLst>
            <pc:docMk/>
            <pc:sldMk cId="0" sldId="257"/>
            <ac:inkMk id="294" creationId="{1E23AC0E-8EA1-1A4B-BD49-8F7129E02B4A}"/>
          </ac:inkMkLst>
        </pc:inkChg>
        <pc:inkChg chg="add">
          <ac:chgData name="Aggie Menezes" userId="74619c95fa3483c9" providerId="LiveId" clId="{D3128F82-6912-0F40-BAD3-A276DA5466DC}" dt="2021-03-18T10:28:36.885" v="3645"/>
          <ac:inkMkLst>
            <pc:docMk/>
            <pc:sldMk cId="0" sldId="257"/>
            <ac:inkMk id="295" creationId="{82691CC4-49C9-4644-8C03-EDEC9FF2B9D0}"/>
          </ac:inkMkLst>
        </pc:inkChg>
        <pc:inkChg chg="add">
          <ac:chgData name="Aggie Menezes" userId="74619c95fa3483c9" providerId="LiveId" clId="{D3128F82-6912-0F40-BAD3-A276DA5466DC}" dt="2021-03-18T10:28:37.326" v="3646"/>
          <ac:inkMkLst>
            <pc:docMk/>
            <pc:sldMk cId="0" sldId="257"/>
            <ac:inkMk id="296" creationId="{1602F245-8B7A-8A4A-B382-4EA8F3831D92}"/>
          </ac:inkMkLst>
        </pc:inkChg>
        <pc:inkChg chg="add">
          <ac:chgData name="Aggie Menezes" userId="74619c95fa3483c9" providerId="LiveId" clId="{D3128F82-6912-0F40-BAD3-A276DA5466DC}" dt="2021-03-18T10:29:06.996" v="3648"/>
          <ac:inkMkLst>
            <pc:docMk/>
            <pc:sldMk cId="0" sldId="257"/>
            <ac:inkMk id="298" creationId="{260A5F8A-4B95-AB41-8E42-286A14ED7499}"/>
          </ac:inkMkLst>
        </pc:inkChg>
        <pc:inkChg chg="add">
          <ac:chgData name="Aggie Menezes" userId="74619c95fa3483c9" providerId="LiveId" clId="{D3128F82-6912-0F40-BAD3-A276DA5466DC}" dt="2021-03-18T10:29:15.999" v="3649"/>
          <ac:inkMkLst>
            <pc:docMk/>
            <pc:sldMk cId="0" sldId="257"/>
            <ac:inkMk id="299" creationId="{B88EDAD1-DC64-4243-92ED-ED65B77E02B9}"/>
          </ac:inkMkLst>
        </pc:inkChg>
        <pc:inkChg chg="add">
          <ac:chgData name="Aggie Menezes" userId="74619c95fa3483c9" providerId="LiveId" clId="{D3128F82-6912-0F40-BAD3-A276DA5466DC}" dt="2021-03-18T10:29:16.254" v="3650"/>
          <ac:inkMkLst>
            <pc:docMk/>
            <pc:sldMk cId="0" sldId="257"/>
            <ac:inkMk id="300" creationId="{946E4A69-01F1-ED45-A341-613848C44874}"/>
          </ac:inkMkLst>
        </pc:inkChg>
        <pc:inkChg chg="add">
          <ac:chgData name="Aggie Menezes" userId="74619c95fa3483c9" providerId="LiveId" clId="{D3128F82-6912-0F40-BAD3-A276DA5466DC}" dt="2021-03-18T10:29:16.468" v="3651"/>
          <ac:inkMkLst>
            <pc:docMk/>
            <pc:sldMk cId="0" sldId="257"/>
            <ac:inkMk id="301" creationId="{02D741A1-2047-BA4F-854A-951B35D8B957}"/>
          </ac:inkMkLst>
        </pc:inkChg>
        <pc:inkChg chg="add">
          <ac:chgData name="Aggie Menezes" userId="74619c95fa3483c9" providerId="LiveId" clId="{D3128F82-6912-0F40-BAD3-A276DA5466DC}" dt="2021-03-18T10:29:16.625" v="3652"/>
          <ac:inkMkLst>
            <pc:docMk/>
            <pc:sldMk cId="0" sldId="257"/>
            <ac:inkMk id="302" creationId="{DF701A2D-7D71-CE4B-88CF-7F01EBCABEC5}"/>
          </ac:inkMkLst>
        </pc:inkChg>
        <pc:inkChg chg="add">
          <ac:chgData name="Aggie Menezes" userId="74619c95fa3483c9" providerId="LiveId" clId="{D3128F82-6912-0F40-BAD3-A276DA5466DC}" dt="2021-03-18T10:29:16.878" v="3653"/>
          <ac:inkMkLst>
            <pc:docMk/>
            <pc:sldMk cId="0" sldId="257"/>
            <ac:inkMk id="303" creationId="{21A71D5A-C032-F841-8591-6170E8EEAE27}"/>
          </ac:inkMkLst>
        </pc:inkChg>
        <pc:inkChg chg="add">
          <ac:chgData name="Aggie Menezes" userId="74619c95fa3483c9" providerId="LiveId" clId="{D3128F82-6912-0F40-BAD3-A276DA5466DC}" dt="2021-03-18T10:29:17.371" v="3654"/>
          <ac:inkMkLst>
            <pc:docMk/>
            <pc:sldMk cId="0" sldId="257"/>
            <ac:inkMk id="304" creationId="{7DAA497E-3278-1744-81FA-797A41AB45AB}"/>
          </ac:inkMkLst>
        </pc:inkChg>
        <pc:inkChg chg="add">
          <ac:chgData name="Aggie Menezes" userId="74619c95fa3483c9" providerId="LiveId" clId="{D3128F82-6912-0F40-BAD3-A276DA5466DC}" dt="2021-03-18T10:29:17.600" v="3655"/>
          <ac:inkMkLst>
            <pc:docMk/>
            <pc:sldMk cId="0" sldId="257"/>
            <ac:inkMk id="305" creationId="{2D59A469-648A-DA4D-90D4-6F82F0D7C21B}"/>
          </ac:inkMkLst>
        </pc:inkChg>
        <pc:inkChg chg="add">
          <ac:chgData name="Aggie Menezes" userId="74619c95fa3483c9" providerId="LiveId" clId="{D3128F82-6912-0F40-BAD3-A276DA5466DC}" dt="2021-03-18T10:29:24.256" v="3657"/>
          <ac:inkMkLst>
            <pc:docMk/>
            <pc:sldMk cId="0" sldId="257"/>
            <ac:inkMk id="307" creationId="{3FDA4D12-771A-EB44-9ABE-A00A3A8890F2}"/>
          </ac:inkMkLst>
        </pc:inkChg>
        <pc:inkChg chg="add">
          <ac:chgData name="Aggie Menezes" userId="74619c95fa3483c9" providerId="LiveId" clId="{D3128F82-6912-0F40-BAD3-A276DA5466DC}" dt="2021-03-18T10:29:24.709" v="3658"/>
          <ac:inkMkLst>
            <pc:docMk/>
            <pc:sldMk cId="0" sldId="257"/>
            <ac:inkMk id="308" creationId="{40B612AE-243E-1A4A-9D09-9D1074052675}"/>
          </ac:inkMkLst>
        </pc:inkChg>
        <pc:inkChg chg="add">
          <ac:chgData name="Aggie Menezes" userId="74619c95fa3483c9" providerId="LiveId" clId="{D3128F82-6912-0F40-BAD3-A276DA5466DC}" dt="2021-03-18T10:29:25.035" v="3659"/>
          <ac:inkMkLst>
            <pc:docMk/>
            <pc:sldMk cId="0" sldId="257"/>
            <ac:inkMk id="309" creationId="{67AD88BE-16A1-8E48-89B8-8D1E00E10B00}"/>
          </ac:inkMkLst>
        </pc:inkChg>
        <pc:inkChg chg="add">
          <ac:chgData name="Aggie Menezes" userId="74619c95fa3483c9" providerId="LiveId" clId="{D3128F82-6912-0F40-BAD3-A276DA5466DC}" dt="2021-03-18T10:29:25.205" v="3660"/>
          <ac:inkMkLst>
            <pc:docMk/>
            <pc:sldMk cId="0" sldId="257"/>
            <ac:inkMk id="310" creationId="{DA07E658-8425-DF4D-ABE4-2B80A7421338}"/>
          </ac:inkMkLst>
        </pc:inkChg>
        <pc:inkChg chg="add">
          <ac:chgData name="Aggie Menezes" userId="74619c95fa3483c9" providerId="LiveId" clId="{D3128F82-6912-0F40-BAD3-A276DA5466DC}" dt="2021-03-18T10:29:25.950" v="3661"/>
          <ac:inkMkLst>
            <pc:docMk/>
            <pc:sldMk cId="0" sldId="257"/>
            <ac:inkMk id="311" creationId="{565F64BE-77A2-AC42-8395-2C3DDFC15D17}"/>
          </ac:inkMkLst>
        </pc:inkChg>
        <pc:inkChg chg="add">
          <ac:chgData name="Aggie Menezes" userId="74619c95fa3483c9" providerId="LiveId" clId="{D3128F82-6912-0F40-BAD3-A276DA5466DC}" dt="2021-03-18T10:29:26.310" v="3662"/>
          <ac:inkMkLst>
            <pc:docMk/>
            <pc:sldMk cId="0" sldId="257"/>
            <ac:inkMk id="312" creationId="{161175ED-3A9F-0B4C-9A9D-37E5C08579A2}"/>
          </ac:inkMkLst>
        </pc:inkChg>
        <pc:inkChg chg="add">
          <ac:chgData name="Aggie Menezes" userId="74619c95fa3483c9" providerId="LiveId" clId="{D3128F82-6912-0F40-BAD3-A276DA5466DC}" dt="2021-03-18T10:29:26.664" v="3663"/>
          <ac:inkMkLst>
            <pc:docMk/>
            <pc:sldMk cId="0" sldId="257"/>
            <ac:inkMk id="313" creationId="{9A711EFB-7BDE-C049-825F-3BE22F02F4F5}"/>
          </ac:inkMkLst>
        </pc:inkChg>
        <pc:inkChg chg="add">
          <ac:chgData name="Aggie Menezes" userId="74619c95fa3483c9" providerId="LiveId" clId="{D3128F82-6912-0F40-BAD3-A276DA5466DC}" dt="2021-03-18T10:29:27.109" v="3664"/>
          <ac:inkMkLst>
            <pc:docMk/>
            <pc:sldMk cId="0" sldId="257"/>
            <ac:inkMk id="314" creationId="{50AE45DE-A960-7C46-B637-3DDCDD504072}"/>
          </ac:inkMkLst>
        </pc:inkChg>
        <pc:inkChg chg="add">
          <ac:chgData name="Aggie Menezes" userId="74619c95fa3483c9" providerId="LiveId" clId="{D3128F82-6912-0F40-BAD3-A276DA5466DC}" dt="2021-03-18T10:29:27.608" v="3665"/>
          <ac:inkMkLst>
            <pc:docMk/>
            <pc:sldMk cId="0" sldId="257"/>
            <ac:inkMk id="315" creationId="{C76CC43B-23BB-5047-BCE7-31A47AF90649}"/>
          </ac:inkMkLst>
        </pc:inkChg>
      </pc:sldChg>
      <pc:sldChg chg="addSp delSp modSp">
        <pc:chgData name="Aggie Menezes" userId="74619c95fa3483c9" providerId="LiveId" clId="{D3128F82-6912-0F40-BAD3-A276DA5466DC}" dt="2021-03-18T10:58:29.475" v="4166"/>
        <pc:sldMkLst>
          <pc:docMk/>
          <pc:sldMk cId="0" sldId="263"/>
        </pc:sldMkLst>
        <pc:grpChg chg="add del">
          <ac:chgData name="Aggie Menezes" userId="74619c95fa3483c9" providerId="LiveId" clId="{D3128F82-6912-0F40-BAD3-A276DA5466DC}" dt="2021-03-18T10:52:40.323" v="4027"/>
          <ac:grpSpMkLst>
            <pc:docMk/>
            <pc:sldMk cId="0" sldId="263"/>
            <ac:grpSpMk id="10" creationId="{660D06DA-D324-A644-A5CB-43EE843A694F}"/>
          </ac:grpSpMkLst>
        </pc:grpChg>
        <pc:grpChg chg="add del">
          <ac:chgData name="Aggie Menezes" userId="74619c95fa3483c9" providerId="LiveId" clId="{D3128F82-6912-0F40-BAD3-A276DA5466DC}" dt="2021-03-18T10:52:40.308" v="4024"/>
          <ac:grpSpMkLst>
            <pc:docMk/>
            <pc:sldMk cId="0" sldId="263"/>
            <ac:grpSpMk id="11" creationId="{1D007491-B865-3049-9D0C-DB13A5FB57AB}"/>
          </ac:grpSpMkLst>
        </pc:grpChg>
        <pc:grpChg chg="add del">
          <ac:chgData name="Aggie Menezes" userId="74619c95fa3483c9" providerId="LiveId" clId="{D3128F82-6912-0F40-BAD3-A276DA5466DC}" dt="2021-03-01T05:38:55.488" v="331"/>
          <ac:grpSpMkLst>
            <pc:docMk/>
            <pc:sldMk cId="0" sldId="263"/>
            <ac:grpSpMk id="17" creationId="{97BEC5ED-7DF6-9E49-BFA8-CC278FBA7B48}"/>
          </ac:grpSpMkLst>
        </pc:grpChg>
        <pc:grpChg chg="add del mod">
          <ac:chgData name="Aggie Menezes" userId="74619c95fa3483c9" providerId="LiveId" clId="{D3128F82-6912-0F40-BAD3-A276DA5466DC}" dt="2021-03-18T10:52:40.327" v="4028"/>
          <ac:grpSpMkLst>
            <pc:docMk/>
            <pc:sldMk cId="0" sldId="263"/>
            <ac:grpSpMk id="19" creationId="{43E1B657-76EF-F740-928A-4B7F2A9F2FE6}"/>
          </ac:grpSpMkLst>
        </pc:grpChg>
        <pc:grpChg chg="add del">
          <ac:chgData name="Aggie Menezes" userId="74619c95fa3483c9" providerId="LiveId" clId="{D3128F82-6912-0F40-BAD3-A276DA5466DC}" dt="2021-03-18T10:52:40.316" v="4026"/>
          <ac:grpSpMkLst>
            <pc:docMk/>
            <pc:sldMk cId="0" sldId="263"/>
            <ac:grpSpMk id="23" creationId="{89030DF1-AD3B-B045-8690-97086B1DB599}"/>
          </ac:grpSpMkLst>
        </pc:grpChg>
        <pc:grpChg chg="add del">
          <ac:chgData name="Aggie Menezes" userId="74619c95fa3483c9" providerId="LiveId" clId="{D3128F82-6912-0F40-BAD3-A276DA5466DC}" dt="2021-03-18T10:52:40.336" v="4030"/>
          <ac:grpSpMkLst>
            <pc:docMk/>
            <pc:sldMk cId="0" sldId="263"/>
            <ac:grpSpMk id="29" creationId="{FC100A2C-EACC-C24C-A4D0-B92280BA9806}"/>
          </ac:grpSpMkLst>
        </pc:grpChg>
        <pc:grpChg chg="add">
          <ac:chgData name="Aggie Menezes" userId="74619c95fa3483c9" providerId="LiveId" clId="{D3128F82-6912-0F40-BAD3-A276DA5466DC}" dt="2021-03-18T10:53:06.688" v="4053"/>
          <ac:grpSpMkLst>
            <pc:docMk/>
            <pc:sldMk cId="0" sldId="263"/>
            <ac:grpSpMk id="46" creationId="{01D5020D-32E9-A942-B9EC-4B9E985D8313}"/>
          </ac:grpSpMkLst>
        </pc:grpChg>
        <pc:grpChg chg="add">
          <ac:chgData name="Aggie Menezes" userId="74619c95fa3483c9" providerId="LiveId" clId="{D3128F82-6912-0F40-BAD3-A276DA5466DC}" dt="2021-03-18T10:53:31.880" v="4072"/>
          <ac:grpSpMkLst>
            <pc:docMk/>
            <pc:sldMk cId="0" sldId="263"/>
            <ac:grpSpMk id="68" creationId="{96576939-61F3-3543-9614-7D103CBC23BB}"/>
          </ac:grpSpMkLst>
        </pc:grpChg>
        <pc:grpChg chg="add">
          <ac:chgData name="Aggie Menezes" userId="74619c95fa3483c9" providerId="LiveId" clId="{D3128F82-6912-0F40-BAD3-A276DA5466DC}" dt="2021-03-18T10:53:31.880" v="4072"/>
          <ac:grpSpMkLst>
            <pc:docMk/>
            <pc:sldMk cId="0" sldId="263"/>
            <ac:grpSpMk id="69" creationId="{4293E87A-80B9-4940-933C-58EB7940EB45}"/>
          </ac:grpSpMkLst>
        </pc:grpChg>
        <pc:grpChg chg="add">
          <ac:chgData name="Aggie Menezes" userId="74619c95fa3483c9" providerId="LiveId" clId="{D3128F82-6912-0F40-BAD3-A276DA5466DC}" dt="2021-03-18T10:53:31.880" v="4072"/>
          <ac:grpSpMkLst>
            <pc:docMk/>
            <pc:sldMk cId="0" sldId="263"/>
            <ac:grpSpMk id="70" creationId="{177CF753-952F-1346-917A-713B0C8DDA38}"/>
          </ac:grpSpMkLst>
        </pc:grpChg>
        <pc:grpChg chg="add">
          <ac:chgData name="Aggie Menezes" userId="74619c95fa3483c9" providerId="LiveId" clId="{D3128F82-6912-0F40-BAD3-A276DA5466DC}" dt="2021-03-18T10:53:40.625" v="4077"/>
          <ac:grpSpMkLst>
            <pc:docMk/>
            <pc:sldMk cId="0" sldId="263"/>
            <ac:grpSpMk id="75" creationId="{9BB19632-4158-A64D-8494-A59AF5B00141}"/>
          </ac:grpSpMkLst>
        </pc:grpChg>
        <pc:grpChg chg="add">
          <ac:chgData name="Aggie Menezes" userId="74619c95fa3483c9" providerId="LiveId" clId="{D3128F82-6912-0F40-BAD3-A276DA5466DC}" dt="2021-03-18T10:53:45.143" v="4081"/>
          <ac:grpSpMkLst>
            <pc:docMk/>
            <pc:sldMk cId="0" sldId="263"/>
            <ac:grpSpMk id="79" creationId="{AA9D709B-3948-E047-A4D7-71535578C709}"/>
          </ac:grpSpMkLst>
        </pc:grpChg>
        <pc:grpChg chg="add">
          <ac:chgData name="Aggie Menezes" userId="74619c95fa3483c9" providerId="LiveId" clId="{D3128F82-6912-0F40-BAD3-A276DA5466DC}" dt="2021-03-18T10:53:55.142" v="4085"/>
          <ac:grpSpMkLst>
            <pc:docMk/>
            <pc:sldMk cId="0" sldId="263"/>
            <ac:grpSpMk id="83" creationId="{99DD5DA0-4382-C84F-8240-D075E5195E22}"/>
          </ac:grpSpMkLst>
        </pc:grpChg>
        <pc:grpChg chg="add">
          <ac:chgData name="Aggie Menezes" userId="74619c95fa3483c9" providerId="LiveId" clId="{D3128F82-6912-0F40-BAD3-A276DA5466DC}" dt="2021-03-18T10:53:57.026" v="4088"/>
          <ac:grpSpMkLst>
            <pc:docMk/>
            <pc:sldMk cId="0" sldId="263"/>
            <ac:grpSpMk id="86" creationId="{08782324-AD35-8540-B87A-36C1F6FAA4B3}"/>
          </ac:grpSpMkLst>
        </pc:grpChg>
        <pc:grpChg chg="add del">
          <ac:chgData name="Aggie Menezes" userId="74619c95fa3483c9" providerId="LiveId" clId="{D3128F82-6912-0F40-BAD3-A276DA5466DC}" dt="2021-03-18T10:54:47.773" v="4106"/>
          <ac:grpSpMkLst>
            <pc:docMk/>
            <pc:sldMk cId="0" sldId="263"/>
            <ac:grpSpMk id="95" creationId="{B4FBB180-E35F-8E4E-8C9E-6F79DD8F5442}"/>
          </ac:grpSpMkLst>
        </pc:grpChg>
        <pc:grpChg chg="add">
          <ac:chgData name="Aggie Menezes" userId="74619c95fa3483c9" providerId="LiveId" clId="{D3128F82-6912-0F40-BAD3-A276DA5466DC}" dt="2021-03-18T10:54:47.773" v="4106"/>
          <ac:grpSpMkLst>
            <pc:docMk/>
            <pc:sldMk cId="0" sldId="263"/>
            <ac:grpSpMk id="104" creationId="{415FC753-C652-5146-BDE0-5A59352D6AFD}"/>
          </ac:grpSpMkLst>
        </pc:grpChg>
        <pc:grpChg chg="add">
          <ac:chgData name="Aggie Menezes" userId="74619c95fa3483c9" providerId="LiveId" clId="{D3128F82-6912-0F40-BAD3-A276DA5466DC}" dt="2021-03-18T10:55:13.611" v="4113"/>
          <ac:grpSpMkLst>
            <pc:docMk/>
            <pc:sldMk cId="0" sldId="263"/>
            <ac:grpSpMk id="111" creationId="{3FCE1BE1-7F6F-224F-8843-D4F2B6499276}"/>
          </ac:grpSpMkLst>
        </pc:grpChg>
        <pc:grpChg chg="add del">
          <ac:chgData name="Aggie Menezes" userId="74619c95fa3483c9" providerId="LiveId" clId="{D3128F82-6912-0F40-BAD3-A276DA5466DC}" dt="2021-03-18T10:55:31.651" v="4120"/>
          <ac:grpSpMkLst>
            <pc:docMk/>
            <pc:sldMk cId="0" sldId="263"/>
            <ac:grpSpMk id="116" creationId="{8F380859-82A2-8C4D-A0E1-C32BA4A9349B}"/>
          </ac:grpSpMkLst>
        </pc:grpChg>
        <pc:grpChg chg="add del">
          <ac:chgData name="Aggie Menezes" userId="74619c95fa3483c9" providerId="LiveId" clId="{D3128F82-6912-0F40-BAD3-A276DA5466DC}" dt="2021-03-18T10:55:33.341" v="4124"/>
          <ac:grpSpMkLst>
            <pc:docMk/>
            <pc:sldMk cId="0" sldId="263"/>
            <ac:grpSpMk id="118" creationId="{643DECBB-0B56-D24F-A7D5-4FEA5989C440}"/>
          </ac:grpSpMkLst>
        </pc:grpChg>
        <pc:grpChg chg="add">
          <ac:chgData name="Aggie Menezes" userId="74619c95fa3483c9" providerId="LiveId" clId="{D3128F82-6912-0F40-BAD3-A276DA5466DC}" dt="2021-03-18T10:55:33.341" v="4124"/>
          <ac:grpSpMkLst>
            <pc:docMk/>
            <pc:sldMk cId="0" sldId="263"/>
            <ac:grpSpMk id="122" creationId="{D597A235-8109-F546-BA30-65A665495E1C}"/>
          </ac:grpSpMkLst>
        </pc:grpChg>
        <pc:grpChg chg="add del">
          <ac:chgData name="Aggie Menezes" userId="74619c95fa3483c9" providerId="LiveId" clId="{D3128F82-6912-0F40-BAD3-A276DA5466DC}" dt="2021-03-18T10:55:39.903" v="4131"/>
          <ac:grpSpMkLst>
            <pc:docMk/>
            <pc:sldMk cId="0" sldId="263"/>
            <ac:grpSpMk id="126" creationId="{8AB0E5A2-1F38-E742-AD9D-BCAA68A5E3F0}"/>
          </ac:grpSpMkLst>
        </pc:grpChg>
        <pc:grpChg chg="add del">
          <ac:chgData name="Aggie Menezes" userId="74619c95fa3483c9" providerId="LiveId" clId="{D3128F82-6912-0F40-BAD3-A276DA5466DC}" dt="2021-03-18T10:55:42.232" v="4134"/>
          <ac:grpSpMkLst>
            <pc:docMk/>
            <pc:sldMk cId="0" sldId="263"/>
            <ac:grpSpMk id="129" creationId="{F15996D7-5767-B44D-ACC7-D3681942AD08}"/>
          </ac:grpSpMkLst>
        </pc:grpChg>
        <pc:grpChg chg="add">
          <ac:chgData name="Aggie Menezes" userId="74619c95fa3483c9" providerId="LiveId" clId="{D3128F82-6912-0F40-BAD3-A276DA5466DC}" dt="2021-03-18T10:55:42.232" v="4134"/>
          <ac:grpSpMkLst>
            <pc:docMk/>
            <pc:sldMk cId="0" sldId="263"/>
            <ac:grpSpMk id="132" creationId="{876FD110-51BF-9844-AFD4-7CC57D2F7429}"/>
          </ac:grpSpMkLst>
        </pc:grpChg>
        <pc:grpChg chg="add del">
          <ac:chgData name="Aggie Menezes" userId="74619c95fa3483c9" providerId="LiveId" clId="{D3128F82-6912-0F40-BAD3-A276DA5466DC}" dt="2021-03-18T10:58:04.004" v="4157"/>
          <ac:grpSpMkLst>
            <pc:docMk/>
            <pc:sldMk cId="0" sldId="263"/>
            <ac:grpSpMk id="137" creationId="{BD30F09B-0248-EC40-A6C5-EB22872BBC88}"/>
          </ac:grpSpMkLst>
        </pc:grpChg>
        <pc:grpChg chg="add del">
          <ac:chgData name="Aggie Menezes" userId="74619c95fa3483c9" providerId="LiveId" clId="{D3128F82-6912-0F40-BAD3-A276DA5466DC}" dt="2021-03-18T10:57:03.191" v="4147"/>
          <ac:grpSpMkLst>
            <pc:docMk/>
            <pc:sldMk cId="0" sldId="263"/>
            <ac:grpSpMk id="142" creationId="{0D062FED-E346-724C-9973-4D091D353137}"/>
          </ac:grpSpMkLst>
        </pc:grpChg>
        <pc:grpChg chg="add del">
          <ac:chgData name="Aggie Menezes" userId="74619c95fa3483c9" providerId="LiveId" clId="{D3128F82-6912-0F40-BAD3-A276DA5466DC}" dt="2021-03-18T10:58:04.004" v="4157"/>
          <ac:grpSpMkLst>
            <pc:docMk/>
            <pc:sldMk cId="0" sldId="263"/>
            <ac:grpSpMk id="145" creationId="{9EF137AE-7753-594C-9361-D0B66530657D}"/>
          </ac:grpSpMkLst>
        </pc:grpChg>
        <pc:grpChg chg="add del">
          <ac:chgData name="Aggie Menezes" userId="74619c95fa3483c9" providerId="LiveId" clId="{D3128F82-6912-0F40-BAD3-A276DA5466DC}" dt="2021-03-18T10:58:09.115" v="4165"/>
          <ac:grpSpMkLst>
            <pc:docMk/>
            <pc:sldMk cId="0" sldId="263"/>
            <ac:grpSpMk id="155" creationId="{3D49E1A0-1EB2-4249-8D01-1058A05D59C8}"/>
          </ac:grpSpMkLst>
        </pc:grpChg>
        <pc:grpChg chg="add">
          <ac:chgData name="Aggie Menezes" userId="74619c95fa3483c9" providerId="LiveId" clId="{D3128F82-6912-0F40-BAD3-A276DA5466DC}" dt="2021-03-18T10:58:09.115" v="4165"/>
          <ac:grpSpMkLst>
            <pc:docMk/>
            <pc:sldMk cId="0" sldId="263"/>
            <ac:grpSpMk id="163" creationId="{657493A0-ED04-744D-8225-8D341D4B68D1}"/>
          </ac:grpSpMkLst>
        </pc:grpChg>
        <pc:inkChg chg="add del">
          <ac:chgData name="Aggie Menezes" userId="74619c95fa3483c9" providerId="LiveId" clId="{D3128F82-6912-0F40-BAD3-A276DA5466DC}" dt="2021-03-18T10:52:40.353" v="4036"/>
          <ac:inkMkLst>
            <pc:docMk/>
            <pc:sldMk cId="0" sldId="263"/>
            <ac:inkMk id="3" creationId="{3056449F-B9BB-F34C-B493-EAA474F1CDCF}"/>
          </ac:inkMkLst>
        </pc:inkChg>
        <pc:inkChg chg="add del topLvl">
          <ac:chgData name="Aggie Menezes" userId="74619c95fa3483c9" providerId="LiveId" clId="{D3128F82-6912-0F40-BAD3-A276DA5466DC}" dt="2021-03-18T10:52:40.308" v="4024"/>
          <ac:inkMkLst>
            <pc:docMk/>
            <pc:sldMk cId="0" sldId="263"/>
            <ac:inkMk id="4" creationId="{4431D2FB-FC10-A842-9D29-77E9E1CF844F}"/>
          </ac:inkMkLst>
        </pc:inkChg>
        <pc:inkChg chg="add del">
          <ac:chgData name="Aggie Menezes" userId="74619c95fa3483c9" providerId="LiveId" clId="{D3128F82-6912-0F40-BAD3-A276DA5466DC}" dt="2021-03-18T10:52:40.281" v="4017"/>
          <ac:inkMkLst>
            <pc:docMk/>
            <pc:sldMk cId="0" sldId="263"/>
            <ac:inkMk id="5" creationId="{8937EA54-7D07-DD4C-9DB6-90AB2077A2AD}"/>
          </ac:inkMkLst>
        </pc:inkChg>
        <pc:inkChg chg="add del topLvl">
          <ac:chgData name="Aggie Menezes" userId="74619c95fa3483c9" providerId="LiveId" clId="{D3128F82-6912-0F40-BAD3-A276DA5466DC}" dt="2021-03-18T10:52:40.345" v="4033"/>
          <ac:inkMkLst>
            <pc:docMk/>
            <pc:sldMk cId="0" sldId="263"/>
            <ac:inkMk id="6" creationId="{B985E6EF-1F32-FF4E-9828-10C407213553}"/>
          </ac:inkMkLst>
        </pc:inkChg>
        <pc:inkChg chg="add del topLvl">
          <ac:chgData name="Aggie Menezes" userId="74619c95fa3483c9" providerId="LiveId" clId="{D3128F82-6912-0F40-BAD3-A276DA5466DC}" dt="2021-03-18T10:52:40.323" v="4027"/>
          <ac:inkMkLst>
            <pc:docMk/>
            <pc:sldMk cId="0" sldId="263"/>
            <ac:inkMk id="7" creationId="{716D9B44-541F-4E4A-96EA-9D041F7B6066}"/>
          </ac:inkMkLst>
        </pc:inkChg>
        <pc:inkChg chg="add del">
          <ac:chgData name="Aggie Menezes" userId="74619c95fa3483c9" providerId="LiveId" clId="{D3128F82-6912-0F40-BAD3-A276DA5466DC}" dt="2021-03-18T10:52:40.299" v="4022"/>
          <ac:inkMkLst>
            <pc:docMk/>
            <pc:sldMk cId="0" sldId="263"/>
            <ac:inkMk id="8" creationId="{4F37E0EA-FF3B-B948-896F-B1D289473084}"/>
          </ac:inkMkLst>
        </pc:inkChg>
        <pc:inkChg chg="add del topLvl">
          <ac:chgData name="Aggie Menezes" userId="74619c95fa3483c9" providerId="LiveId" clId="{D3128F82-6912-0F40-BAD3-A276DA5466DC}" dt="2021-03-18T10:52:40.339" v="4031"/>
          <ac:inkMkLst>
            <pc:docMk/>
            <pc:sldMk cId="0" sldId="263"/>
            <ac:inkMk id="9" creationId="{37DE7933-899C-D84B-B259-AB19DECA8EE1}"/>
          </ac:inkMkLst>
        </pc:inkChg>
        <pc:inkChg chg="add del topLvl">
          <ac:chgData name="Aggie Menezes" userId="74619c95fa3483c9" providerId="LiveId" clId="{D3128F82-6912-0F40-BAD3-A276DA5466DC}" dt="2021-03-18T10:52:40.312" v="4025"/>
          <ac:inkMkLst>
            <pc:docMk/>
            <pc:sldMk cId="0" sldId="263"/>
            <ac:inkMk id="12" creationId="{4E4E34B2-BB8E-A341-A2BE-ADFCDA0DAFB5}"/>
          </ac:inkMkLst>
        </pc:inkChg>
        <pc:inkChg chg="add del topLvl">
          <ac:chgData name="Aggie Menezes" userId="74619c95fa3483c9" providerId="LiveId" clId="{D3128F82-6912-0F40-BAD3-A276DA5466DC}" dt="2021-03-18T10:52:40.289" v="4019"/>
          <ac:inkMkLst>
            <pc:docMk/>
            <pc:sldMk cId="0" sldId="263"/>
            <ac:inkMk id="13" creationId="{904A9AFD-7AFF-D645-A8B3-0D3E3712D70D}"/>
          </ac:inkMkLst>
        </pc:inkChg>
        <pc:inkChg chg="add del topLvl">
          <ac:chgData name="Aggie Menezes" userId="74619c95fa3483c9" providerId="LiveId" clId="{D3128F82-6912-0F40-BAD3-A276DA5466DC}" dt="2021-03-18T10:52:40.348" v="4034"/>
          <ac:inkMkLst>
            <pc:docMk/>
            <pc:sldMk cId="0" sldId="263"/>
            <ac:inkMk id="14" creationId="{49721053-671E-0048-9328-E3FAD44EA724}"/>
          </ac:inkMkLst>
        </pc:inkChg>
        <pc:inkChg chg="add del topLvl">
          <ac:chgData name="Aggie Menezes" userId="74619c95fa3483c9" providerId="LiveId" clId="{D3128F82-6912-0F40-BAD3-A276DA5466DC}" dt="2021-03-18T10:52:40.327" v="4028"/>
          <ac:inkMkLst>
            <pc:docMk/>
            <pc:sldMk cId="0" sldId="263"/>
            <ac:inkMk id="15" creationId="{A277F718-75F0-E945-93DF-BFA8F8A2C49C}"/>
          </ac:inkMkLst>
        </pc:inkChg>
        <pc:inkChg chg="add del topLvl">
          <ac:chgData name="Aggie Menezes" userId="74619c95fa3483c9" providerId="LiveId" clId="{D3128F82-6912-0F40-BAD3-A276DA5466DC}" dt="2021-03-18T10:52:40.285" v="4018"/>
          <ac:inkMkLst>
            <pc:docMk/>
            <pc:sldMk cId="0" sldId="263"/>
            <ac:inkMk id="16" creationId="{E4451735-D5DB-F646-AA0F-4EF9777A86C2}"/>
          </ac:inkMkLst>
        </pc:inkChg>
        <pc:inkChg chg="add">
          <ac:chgData name="Aggie Menezes" userId="74619c95fa3483c9" providerId="LiveId" clId="{D3128F82-6912-0F40-BAD3-A276DA5466DC}" dt="2021-03-18T10:52:50.659" v="4038"/>
          <ac:inkMkLst>
            <pc:docMk/>
            <pc:sldMk cId="0" sldId="263"/>
            <ac:inkMk id="17" creationId="{6F655E1A-E4BD-294E-8EA7-179D85C0E50C}"/>
          </ac:inkMkLst>
        </pc:inkChg>
        <pc:inkChg chg="add del">
          <ac:chgData name="Aggie Menezes" userId="74619c95fa3483c9" providerId="LiveId" clId="{D3128F82-6912-0F40-BAD3-A276DA5466DC}" dt="2021-03-18T10:52:40.277" v="4016"/>
          <ac:inkMkLst>
            <pc:docMk/>
            <pc:sldMk cId="0" sldId="263"/>
            <ac:inkMk id="18" creationId="{E57EF4E9-5E73-5047-9194-B772408C1E21}"/>
          </ac:inkMkLst>
        </pc:inkChg>
        <pc:inkChg chg="add del topLvl">
          <ac:chgData name="Aggie Menezes" userId="74619c95fa3483c9" providerId="LiveId" clId="{D3128F82-6912-0F40-BAD3-A276DA5466DC}" dt="2021-03-18T10:52:40.316" v="4026"/>
          <ac:inkMkLst>
            <pc:docMk/>
            <pc:sldMk cId="0" sldId="263"/>
            <ac:inkMk id="20" creationId="{72EB866F-B12B-7A47-A7AD-2327067E1C96}"/>
          </ac:inkMkLst>
        </pc:inkChg>
        <pc:inkChg chg="add del">
          <ac:chgData name="Aggie Menezes" userId="74619c95fa3483c9" providerId="LiveId" clId="{D3128F82-6912-0F40-BAD3-A276DA5466DC}" dt="2021-03-18T10:52:40.292" v="4020"/>
          <ac:inkMkLst>
            <pc:docMk/>
            <pc:sldMk cId="0" sldId="263"/>
            <ac:inkMk id="21" creationId="{D3C98215-DECE-2545-B78D-BF0B68885952}"/>
          </ac:inkMkLst>
        </pc:inkChg>
        <pc:inkChg chg="add del topLvl">
          <ac:chgData name="Aggie Menezes" userId="74619c95fa3483c9" providerId="LiveId" clId="{D3128F82-6912-0F40-BAD3-A276DA5466DC}" dt="2021-03-18T10:52:40.356" v="4037"/>
          <ac:inkMkLst>
            <pc:docMk/>
            <pc:sldMk cId="0" sldId="263"/>
            <ac:inkMk id="22" creationId="{DAEBCA2D-E159-4B4C-A248-1770BDF40342}"/>
          </ac:inkMkLst>
        </pc:inkChg>
        <pc:inkChg chg="add del topLvl">
          <ac:chgData name="Aggie Menezes" userId="74619c95fa3483c9" providerId="LiveId" clId="{D3128F82-6912-0F40-BAD3-A276DA5466DC}" dt="2021-03-18T10:52:40.336" v="4030"/>
          <ac:inkMkLst>
            <pc:docMk/>
            <pc:sldMk cId="0" sldId="263"/>
            <ac:inkMk id="24" creationId="{EE2C5200-C14A-B24E-A0BC-24495491BB06}"/>
          </ac:inkMkLst>
        </pc:inkChg>
        <pc:inkChg chg="add del">
          <ac:chgData name="Aggie Menezes" userId="74619c95fa3483c9" providerId="LiveId" clId="{D3128F82-6912-0F40-BAD3-A276DA5466DC}" dt="2021-03-18T10:52:40.296" v="4021"/>
          <ac:inkMkLst>
            <pc:docMk/>
            <pc:sldMk cId="0" sldId="263"/>
            <ac:inkMk id="25" creationId="{5C052DAA-2037-F040-AB4D-F38D3FF6A194}"/>
          </ac:inkMkLst>
        </pc:inkChg>
        <pc:inkChg chg="add del">
          <ac:chgData name="Aggie Menezes" userId="74619c95fa3483c9" providerId="LiveId" clId="{D3128F82-6912-0F40-BAD3-A276DA5466DC}" dt="2021-03-18T10:52:40.303" v="4023"/>
          <ac:inkMkLst>
            <pc:docMk/>
            <pc:sldMk cId="0" sldId="263"/>
            <ac:inkMk id="26" creationId="{597CB604-90BA-B44C-8314-F1C083A06FEE}"/>
          </ac:inkMkLst>
        </pc:inkChg>
        <pc:inkChg chg="add del">
          <ac:chgData name="Aggie Menezes" userId="74619c95fa3483c9" providerId="LiveId" clId="{D3128F82-6912-0F40-BAD3-A276DA5466DC}" dt="2021-03-18T10:52:40.273" v="4015"/>
          <ac:inkMkLst>
            <pc:docMk/>
            <pc:sldMk cId="0" sldId="263"/>
            <ac:inkMk id="27" creationId="{D6679CE7-6F84-0543-B012-37D64CFBD7C0}"/>
          </ac:inkMkLst>
        </pc:inkChg>
        <pc:inkChg chg="add del topLvl">
          <ac:chgData name="Aggie Menezes" userId="74619c95fa3483c9" providerId="LiveId" clId="{D3128F82-6912-0F40-BAD3-A276DA5466DC}" dt="2021-03-18T10:52:40.342" v="4032"/>
          <ac:inkMkLst>
            <pc:docMk/>
            <pc:sldMk cId="0" sldId="263"/>
            <ac:inkMk id="28" creationId="{A2DBF6DE-8EB8-5843-AB61-8CDA57CBEC5A}"/>
          </ac:inkMkLst>
        </pc:inkChg>
        <pc:inkChg chg="add del">
          <ac:chgData name="Aggie Menezes" userId="74619c95fa3483c9" providerId="LiveId" clId="{D3128F82-6912-0F40-BAD3-A276DA5466DC}" dt="2021-03-18T10:52:40.331" v="4029"/>
          <ac:inkMkLst>
            <pc:docMk/>
            <pc:sldMk cId="0" sldId="263"/>
            <ac:inkMk id="30" creationId="{94DADE4A-4897-E941-BF3A-6E70776A3FC8}"/>
          </ac:inkMkLst>
        </pc:inkChg>
        <pc:inkChg chg="add del">
          <ac:chgData name="Aggie Menezes" userId="74619c95fa3483c9" providerId="LiveId" clId="{D3128F82-6912-0F40-BAD3-A276DA5466DC}" dt="2021-03-18T10:52:40.350" v="4035"/>
          <ac:inkMkLst>
            <pc:docMk/>
            <pc:sldMk cId="0" sldId="263"/>
            <ac:inkMk id="31" creationId="{BD2954A0-FBC5-0D4A-83D3-52D93909F33B}"/>
          </ac:inkMkLst>
        </pc:inkChg>
        <pc:inkChg chg="add">
          <ac:chgData name="Aggie Menezes" userId="74619c95fa3483c9" providerId="LiveId" clId="{D3128F82-6912-0F40-BAD3-A276DA5466DC}" dt="2021-03-18T10:52:55.185" v="4039"/>
          <ac:inkMkLst>
            <pc:docMk/>
            <pc:sldMk cId="0" sldId="263"/>
            <ac:inkMk id="32" creationId="{F2A84DB7-9E2B-984D-A17D-8BCBBE51DBCF}"/>
          </ac:inkMkLst>
        </pc:inkChg>
        <pc:inkChg chg="add">
          <ac:chgData name="Aggie Menezes" userId="74619c95fa3483c9" providerId="LiveId" clId="{D3128F82-6912-0F40-BAD3-A276DA5466DC}" dt="2021-03-18T10:53:02.899" v="4040"/>
          <ac:inkMkLst>
            <pc:docMk/>
            <pc:sldMk cId="0" sldId="263"/>
            <ac:inkMk id="33" creationId="{7085C171-FA11-7C4F-A6D3-440EBC1625F3}"/>
          </ac:inkMkLst>
        </pc:inkChg>
        <pc:inkChg chg="add">
          <ac:chgData name="Aggie Menezes" userId="74619c95fa3483c9" providerId="LiveId" clId="{D3128F82-6912-0F40-BAD3-A276DA5466DC}" dt="2021-03-18T10:53:03.081" v="4041"/>
          <ac:inkMkLst>
            <pc:docMk/>
            <pc:sldMk cId="0" sldId="263"/>
            <ac:inkMk id="34" creationId="{ED757311-267D-A048-9CF8-92AA11F94AC1}"/>
          </ac:inkMkLst>
        </pc:inkChg>
        <pc:inkChg chg="add">
          <ac:chgData name="Aggie Menezes" userId="74619c95fa3483c9" providerId="LiveId" clId="{D3128F82-6912-0F40-BAD3-A276DA5466DC}" dt="2021-03-18T10:53:03.381" v="4042"/>
          <ac:inkMkLst>
            <pc:docMk/>
            <pc:sldMk cId="0" sldId="263"/>
            <ac:inkMk id="35" creationId="{223384AA-8B1B-244E-9D7A-7192EC894BB4}"/>
          </ac:inkMkLst>
        </pc:inkChg>
        <pc:inkChg chg="add">
          <ac:chgData name="Aggie Menezes" userId="74619c95fa3483c9" providerId="LiveId" clId="{D3128F82-6912-0F40-BAD3-A276DA5466DC}" dt="2021-03-18T10:53:03.524" v="4043"/>
          <ac:inkMkLst>
            <pc:docMk/>
            <pc:sldMk cId="0" sldId="263"/>
            <ac:inkMk id="36" creationId="{A3FB0588-C9F2-BA40-A25D-6B6F33D979DC}"/>
          </ac:inkMkLst>
        </pc:inkChg>
        <pc:inkChg chg="add">
          <ac:chgData name="Aggie Menezes" userId="74619c95fa3483c9" providerId="LiveId" clId="{D3128F82-6912-0F40-BAD3-A276DA5466DC}" dt="2021-03-18T10:53:03.686" v="4044"/>
          <ac:inkMkLst>
            <pc:docMk/>
            <pc:sldMk cId="0" sldId="263"/>
            <ac:inkMk id="37" creationId="{D90CED6F-8B9D-174E-A91E-A2D7F5672E81}"/>
          </ac:inkMkLst>
        </pc:inkChg>
        <pc:inkChg chg="add">
          <ac:chgData name="Aggie Menezes" userId="74619c95fa3483c9" providerId="LiveId" clId="{D3128F82-6912-0F40-BAD3-A276DA5466DC}" dt="2021-03-18T10:53:03.878" v="4045"/>
          <ac:inkMkLst>
            <pc:docMk/>
            <pc:sldMk cId="0" sldId="263"/>
            <ac:inkMk id="38" creationId="{E26A3327-C48A-DA4C-92D5-930F5C564167}"/>
          </ac:inkMkLst>
        </pc:inkChg>
        <pc:inkChg chg="add">
          <ac:chgData name="Aggie Menezes" userId="74619c95fa3483c9" providerId="LiveId" clId="{D3128F82-6912-0F40-BAD3-A276DA5466DC}" dt="2021-03-18T10:53:04.032" v="4046"/>
          <ac:inkMkLst>
            <pc:docMk/>
            <pc:sldMk cId="0" sldId="263"/>
            <ac:inkMk id="39" creationId="{34D3975E-AF37-AC43-9477-BEF3728ACC13}"/>
          </ac:inkMkLst>
        </pc:inkChg>
        <pc:inkChg chg="add">
          <ac:chgData name="Aggie Menezes" userId="74619c95fa3483c9" providerId="LiveId" clId="{D3128F82-6912-0F40-BAD3-A276DA5466DC}" dt="2021-03-18T10:53:04.198" v="4047"/>
          <ac:inkMkLst>
            <pc:docMk/>
            <pc:sldMk cId="0" sldId="263"/>
            <ac:inkMk id="40" creationId="{A66E64EC-EB71-0246-9AC9-24071403220E}"/>
          </ac:inkMkLst>
        </pc:inkChg>
        <pc:inkChg chg="add">
          <ac:chgData name="Aggie Menezes" userId="74619c95fa3483c9" providerId="LiveId" clId="{D3128F82-6912-0F40-BAD3-A276DA5466DC}" dt="2021-03-18T10:53:04.339" v="4048"/>
          <ac:inkMkLst>
            <pc:docMk/>
            <pc:sldMk cId="0" sldId="263"/>
            <ac:inkMk id="41" creationId="{7BFDA4E8-D30D-3F40-9556-07F2E28BE4D4}"/>
          </ac:inkMkLst>
        </pc:inkChg>
        <pc:inkChg chg="add">
          <ac:chgData name="Aggie Menezes" userId="74619c95fa3483c9" providerId="LiveId" clId="{D3128F82-6912-0F40-BAD3-A276DA5466DC}" dt="2021-03-18T10:53:04.515" v="4049"/>
          <ac:inkMkLst>
            <pc:docMk/>
            <pc:sldMk cId="0" sldId="263"/>
            <ac:inkMk id="42" creationId="{DBB255EE-0FF3-5041-B2AA-BDE2C02A983E}"/>
          </ac:inkMkLst>
        </pc:inkChg>
        <pc:inkChg chg="add">
          <ac:chgData name="Aggie Menezes" userId="74619c95fa3483c9" providerId="LiveId" clId="{D3128F82-6912-0F40-BAD3-A276DA5466DC}" dt="2021-03-18T10:53:04.682" v="4050"/>
          <ac:inkMkLst>
            <pc:docMk/>
            <pc:sldMk cId="0" sldId="263"/>
            <ac:inkMk id="43" creationId="{FCC4D805-1707-A144-BB44-B324D4F5CA30}"/>
          </ac:inkMkLst>
        </pc:inkChg>
        <pc:inkChg chg="add">
          <ac:chgData name="Aggie Menezes" userId="74619c95fa3483c9" providerId="LiveId" clId="{D3128F82-6912-0F40-BAD3-A276DA5466DC}" dt="2021-03-18T10:53:04.857" v="4051"/>
          <ac:inkMkLst>
            <pc:docMk/>
            <pc:sldMk cId="0" sldId="263"/>
            <ac:inkMk id="44" creationId="{AA401C5F-132E-EC45-80E0-2044090FE5B4}"/>
          </ac:inkMkLst>
        </pc:inkChg>
        <pc:inkChg chg="add">
          <ac:chgData name="Aggie Menezes" userId="74619c95fa3483c9" providerId="LiveId" clId="{D3128F82-6912-0F40-BAD3-A276DA5466DC}" dt="2021-03-18T10:53:06.140" v="4052"/>
          <ac:inkMkLst>
            <pc:docMk/>
            <pc:sldMk cId="0" sldId="263"/>
            <ac:inkMk id="45" creationId="{25B725E8-F1A7-3049-8B52-9D464C7EA9CD}"/>
          </ac:inkMkLst>
        </pc:inkChg>
        <pc:inkChg chg="add">
          <ac:chgData name="Aggie Menezes" userId="74619c95fa3483c9" providerId="LiveId" clId="{D3128F82-6912-0F40-BAD3-A276DA5466DC}" dt="2021-03-18T10:53:27.496" v="4054"/>
          <ac:inkMkLst>
            <pc:docMk/>
            <pc:sldMk cId="0" sldId="263"/>
            <ac:inkMk id="47" creationId="{D3C29855-80AA-E447-BE69-4B2EF8B23968}"/>
          </ac:inkMkLst>
        </pc:inkChg>
        <pc:inkChg chg="add">
          <ac:chgData name="Aggie Menezes" userId="74619c95fa3483c9" providerId="LiveId" clId="{D3128F82-6912-0F40-BAD3-A276DA5466DC}" dt="2021-03-18T10:53:27.807" v="4055"/>
          <ac:inkMkLst>
            <pc:docMk/>
            <pc:sldMk cId="0" sldId="263"/>
            <ac:inkMk id="49" creationId="{68B2B23F-1394-4943-98E6-8294D62F29DB}"/>
          </ac:inkMkLst>
        </pc:inkChg>
        <pc:inkChg chg="add">
          <ac:chgData name="Aggie Menezes" userId="74619c95fa3483c9" providerId="LiveId" clId="{D3128F82-6912-0F40-BAD3-A276DA5466DC}" dt="2021-03-18T10:53:28.003" v="4056"/>
          <ac:inkMkLst>
            <pc:docMk/>
            <pc:sldMk cId="0" sldId="263"/>
            <ac:inkMk id="52" creationId="{797A6F47-B1AF-234B-8083-0EBC0129D513}"/>
          </ac:inkMkLst>
        </pc:inkChg>
        <pc:inkChg chg="add">
          <ac:chgData name="Aggie Menezes" userId="74619c95fa3483c9" providerId="LiveId" clId="{D3128F82-6912-0F40-BAD3-A276DA5466DC}" dt="2021-03-18T10:53:28.191" v="4057"/>
          <ac:inkMkLst>
            <pc:docMk/>
            <pc:sldMk cId="0" sldId="263"/>
            <ac:inkMk id="53" creationId="{7437D9E0-9708-7941-A8CA-A54DD18AECCC}"/>
          </ac:inkMkLst>
        </pc:inkChg>
        <pc:inkChg chg="add">
          <ac:chgData name="Aggie Menezes" userId="74619c95fa3483c9" providerId="LiveId" clId="{D3128F82-6912-0F40-BAD3-A276DA5466DC}" dt="2021-03-18T10:53:28.378" v="4058"/>
          <ac:inkMkLst>
            <pc:docMk/>
            <pc:sldMk cId="0" sldId="263"/>
            <ac:inkMk id="54" creationId="{AD80E625-2254-6749-B635-F5242BAFCAC0}"/>
          </ac:inkMkLst>
        </pc:inkChg>
        <pc:inkChg chg="add">
          <ac:chgData name="Aggie Menezes" userId="74619c95fa3483c9" providerId="LiveId" clId="{D3128F82-6912-0F40-BAD3-A276DA5466DC}" dt="2021-03-18T10:53:28.559" v="4059"/>
          <ac:inkMkLst>
            <pc:docMk/>
            <pc:sldMk cId="0" sldId="263"/>
            <ac:inkMk id="55" creationId="{4701B3E1-BB55-B943-83C7-5C758108887A}"/>
          </ac:inkMkLst>
        </pc:inkChg>
        <pc:inkChg chg="add">
          <ac:chgData name="Aggie Menezes" userId="74619c95fa3483c9" providerId="LiveId" clId="{D3128F82-6912-0F40-BAD3-A276DA5466DC}" dt="2021-03-18T10:53:28.737" v="4060"/>
          <ac:inkMkLst>
            <pc:docMk/>
            <pc:sldMk cId="0" sldId="263"/>
            <ac:inkMk id="56" creationId="{5B4A3601-B8DE-FF41-98A2-2AF07AE7CAE2}"/>
          </ac:inkMkLst>
        </pc:inkChg>
        <pc:inkChg chg="add">
          <ac:chgData name="Aggie Menezes" userId="74619c95fa3483c9" providerId="LiveId" clId="{D3128F82-6912-0F40-BAD3-A276DA5466DC}" dt="2021-03-18T10:53:28.921" v="4061"/>
          <ac:inkMkLst>
            <pc:docMk/>
            <pc:sldMk cId="0" sldId="263"/>
            <ac:inkMk id="57" creationId="{A5488CF8-FA82-CA43-B9FF-C50FD7CD8F1D}"/>
          </ac:inkMkLst>
        </pc:inkChg>
        <pc:inkChg chg="add">
          <ac:chgData name="Aggie Menezes" userId="74619c95fa3483c9" providerId="LiveId" clId="{D3128F82-6912-0F40-BAD3-A276DA5466DC}" dt="2021-03-18T10:53:29.099" v="4062"/>
          <ac:inkMkLst>
            <pc:docMk/>
            <pc:sldMk cId="0" sldId="263"/>
            <ac:inkMk id="58" creationId="{CB5A1F55-E135-B248-A9E0-3EF03CE9D274}"/>
          </ac:inkMkLst>
        </pc:inkChg>
        <pc:inkChg chg="add">
          <ac:chgData name="Aggie Menezes" userId="74619c95fa3483c9" providerId="LiveId" clId="{D3128F82-6912-0F40-BAD3-A276DA5466DC}" dt="2021-03-18T10:53:29.299" v="4063"/>
          <ac:inkMkLst>
            <pc:docMk/>
            <pc:sldMk cId="0" sldId="263"/>
            <ac:inkMk id="59" creationId="{E5211702-02E1-5D42-B9A5-F5B8D5B2A43F}"/>
          </ac:inkMkLst>
        </pc:inkChg>
        <pc:inkChg chg="add">
          <ac:chgData name="Aggie Menezes" userId="74619c95fa3483c9" providerId="LiveId" clId="{D3128F82-6912-0F40-BAD3-A276DA5466DC}" dt="2021-03-18T10:53:29.453" v="4064"/>
          <ac:inkMkLst>
            <pc:docMk/>
            <pc:sldMk cId="0" sldId="263"/>
            <ac:inkMk id="60" creationId="{1E034E7B-EF45-5747-889F-2945BE26BD18}"/>
          </ac:inkMkLst>
        </pc:inkChg>
        <pc:inkChg chg="add">
          <ac:chgData name="Aggie Menezes" userId="74619c95fa3483c9" providerId="LiveId" clId="{D3128F82-6912-0F40-BAD3-A276DA5466DC}" dt="2021-03-18T10:53:29.625" v="4065"/>
          <ac:inkMkLst>
            <pc:docMk/>
            <pc:sldMk cId="0" sldId="263"/>
            <ac:inkMk id="61" creationId="{2B2BCEE5-4650-7F4D-A2A1-06BF45870C37}"/>
          </ac:inkMkLst>
        </pc:inkChg>
        <pc:inkChg chg="add">
          <ac:chgData name="Aggie Menezes" userId="74619c95fa3483c9" providerId="LiveId" clId="{D3128F82-6912-0F40-BAD3-A276DA5466DC}" dt="2021-03-18T10:53:29.792" v="4066"/>
          <ac:inkMkLst>
            <pc:docMk/>
            <pc:sldMk cId="0" sldId="263"/>
            <ac:inkMk id="62" creationId="{0F5CE8F5-C69D-7E47-A5B1-AA96D2861D0A}"/>
          </ac:inkMkLst>
        </pc:inkChg>
        <pc:inkChg chg="add">
          <ac:chgData name="Aggie Menezes" userId="74619c95fa3483c9" providerId="LiveId" clId="{D3128F82-6912-0F40-BAD3-A276DA5466DC}" dt="2021-03-18T10:53:29.998" v="4067"/>
          <ac:inkMkLst>
            <pc:docMk/>
            <pc:sldMk cId="0" sldId="263"/>
            <ac:inkMk id="63" creationId="{3A3881BC-52A7-BC40-9D00-9557CE5582CF}"/>
          </ac:inkMkLst>
        </pc:inkChg>
        <pc:inkChg chg="add">
          <ac:chgData name="Aggie Menezes" userId="74619c95fa3483c9" providerId="LiveId" clId="{D3128F82-6912-0F40-BAD3-A276DA5466DC}" dt="2021-03-18T10:53:30.178" v="4068"/>
          <ac:inkMkLst>
            <pc:docMk/>
            <pc:sldMk cId="0" sldId="263"/>
            <ac:inkMk id="64" creationId="{44CC15D7-E75C-6542-AEA1-F247379B5250}"/>
          </ac:inkMkLst>
        </pc:inkChg>
        <pc:inkChg chg="add">
          <ac:chgData name="Aggie Menezes" userId="74619c95fa3483c9" providerId="LiveId" clId="{D3128F82-6912-0F40-BAD3-A276DA5466DC}" dt="2021-03-18T10:53:30.374" v="4069"/>
          <ac:inkMkLst>
            <pc:docMk/>
            <pc:sldMk cId="0" sldId="263"/>
            <ac:inkMk id="65" creationId="{163EF83F-BD2A-8747-BB4B-8D02F2741C67}"/>
          </ac:inkMkLst>
        </pc:inkChg>
        <pc:inkChg chg="add">
          <ac:chgData name="Aggie Menezes" userId="74619c95fa3483c9" providerId="LiveId" clId="{D3128F82-6912-0F40-BAD3-A276DA5466DC}" dt="2021-03-18T10:53:30.577" v="4070"/>
          <ac:inkMkLst>
            <pc:docMk/>
            <pc:sldMk cId="0" sldId="263"/>
            <ac:inkMk id="66" creationId="{741EE26B-43E0-E846-96B2-7D73EF6A553C}"/>
          </ac:inkMkLst>
        </pc:inkChg>
        <pc:inkChg chg="add">
          <ac:chgData name="Aggie Menezes" userId="74619c95fa3483c9" providerId="LiveId" clId="{D3128F82-6912-0F40-BAD3-A276DA5466DC}" dt="2021-03-18T10:53:30.824" v="4071"/>
          <ac:inkMkLst>
            <pc:docMk/>
            <pc:sldMk cId="0" sldId="263"/>
            <ac:inkMk id="67" creationId="{EEE5468B-E564-C944-B696-F465AAFC1C2C}"/>
          </ac:inkMkLst>
        </pc:inkChg>
        <pc:inkChg chg="add">
          <ac:chgData name="Aggie Menezes" userId="74619c95fa3483c9" providerId="LiveId" clId="{D3128F82-6912-0F40-BAD3-A276DA5466DC}" dt="2021-03-18T10:53:39.003" v="4073"/>
          <ac:inkMkLst>
            <pc:docMk/>
            <pc:sldMk cId="0" sldId="263"/>
            <ac:inkMk id="71" creationId="{AE6C70FF-B8AE-914B-9F2C-A0A3BDA70ED5}"/>
          </ac:inkMkLst>
        </pc:inkChg>
        <pc:inkChg chg="add">
          <ac:chgData name="Aggie Menezes" userId="74619c95fa3483c9" providerId="LiveId" clId="{D3128F82-6912-0F40-BAD3-A276DA5466DC}" dt="2021-03-18T10:53:39.233" v="4074"/>
          <ac:inkMkLst>
            <pc:docMk/>
            <pc:sldMk cId="0" sldId="263"/>
            <ac:inkMk id="72" creationId="{420CAEA3-54DB-AF45-8E28-2C38B604A6EF}"/>
          </ac:inkMkLst>
        </pc:inkChg>
        <pc:inkChg chg="add">
          <ac:chgData name="Aggie Menezes" userId="74619c95fa3483c9" providerId="LiveId" clId="{D3128F82-6912-0F40-BAD3-A276DA5466DC}" dt="2021-03-18T10:53:39.692" v="4075"/>
          <ac:inkMkLst>
            <pc:docMk/>
            <pc:sldMk cId="0" sldId="263"/>
            <ac:inkMk id="73" creationId="{4BCE2588-D362-424D-8520-876A0C6FB35C}"/>
          </ac:inkMkLst>
        </pc:inkChg>
        <pc:inkChg chg="add">
          <ac:chgData name="Aggie Menezes" userId="74619c95fa3483c9" providerId="LiveId" clId="{D3128F82-6912-0F40-BAD3-A276DA5466DC}" dt="2021-03-18T10:53:40.116" v="4076"/>
          <ac:inkMkLst>
            <pc:docMk/>
            <pc:sldMk cId="0" sldId="263"/>
            <ac:inkMk id="74" creationId="{D5F862C4-F0A4-1048-86F0-6870AE5DC6A2}"/>
          </ac:inkMkLst>
        </pc:inkChg>
        <pc:inkChg chg="add">
          <ac:chgData name="Aggie Menezes" userId="74619c95fa3483c9" providerId="LiveId" clId="{D3128F82-6912-0F40-BAD3-A276DA5466DC}" dt="2021-03-18T10:53:43.609" v="4078"/>
          <ac:inkMkLst>
            <pc:docMk/>
            <pc:sldMk cId="0" sldId="263"/>
            <ac:inkMk id="76" creationId="{A85DD0DF-07EF-5347-B9FE-1B6E75BC06CC}"/>
          </ac:inkMkLst>
        </pc:inkChg>
        <pc:inkChg chg="add">
          <ac:chgData name="Aggie Menezes" userId="74619c95fa3483c9" providerId="LiveId" clId="{D3128F82-6912-0F40-BAD3-A276DA5466DC}" dt="2021-03-18T10:53:44.167" v="4079"/>
          <ac:inkMkLst>
            <pc:docMk/>
            <pc:sldMk cId="0" sldId="263"/>
            <ac:inkMk id="77" creationId="{19710DB8-014D-C74F-BB95-0824E58D7393}"/>
          </ac:inkMkLst>
        </pc:inkChg>
        <pc:inkChg chg="add">
          <ac:chgData name="Aggie Menezes" userId="74619c95fa3483c9" providerId="LiveId" clId="{D3128F82-6912-0F40-BAD3-A276DA5466DC}" dt="2021-03-18T10:53:44.586" v="4080"/>
          <ac:inkMkLst>
            <pc:docMk/>
            <pc:sldMk cId="0" sldId="263"/>
            <ac:inkMk id="78" creationId="{D888CBB9-F25C-014A-BE1C-BA02573F4CD5}"/>
          </ac:inkMkLst>
        </pc:inkChg>
        <pc:inkChg chg="add">
          <ac:chgData name="Aggie Menezes" userId="74619c95fa3483c9" providerId="LiveId" clId="{D3128F82-6912-0F40-BAD3-A276DA5466DC}" dt="2021-03-18T10:53:50.437" v="4082"/>
          <ac:inkMkLst>
            <pc:docMk/>
            <pc:sldMk cId="0" sldId="263"/>
            <ac:inkMk id="80" creationId="{C27D8DC6-885A-F34E-9145-67B903E1576A}"/>
          </ac:inkMkLst>
        </pc:inkChg>
        <pc:inkChg chg="add">
          <ac:chgData name="Aggie Menezes" userId="74619c95fa3483c9" providerId="LiveId" clId="{D3128F82-6912-0F40-BAD3-A276DA5466DC}" dt="2021-03-18T10:53:54.047" v="4083"/>
          <ac:inkMkLst>
            <pc:docMk/>
            <pc:sldMk cId="0" sldId="263"/>
            <ac:inkMk id="81" creationId="{6AA07E4C-C3FC-7545-9FE3-1F10E078B8CE}"/>
          </ac:inkMkLst>
        </pc:inkChg>
        <pc:inkChg chg="add">
          <ac:chgData name="Aggie Menezes" userId="74619c95fa3483c9" providerId="LiveId" clId="{D3128F82-6912-0F40-BAD3-A276DA5466DC}" dt="2021-03-18T10:53:54.217" v="4084"/>
          <ac:inkMkLst>
            <pc:docMk/>
            <pc:sldMk cId="0" sldId="263"/>
            <ac:inkMk id="82" creationId="{0956A15E-19E0-724B-9E0D-622F6FCCEA2F}"/>
          </ac:inkMkLst>
        </pc:inkChg>
        <pc:inkChg chg="add">
          <ac:chgData name="Aggie Menezes" userId="74619c95fa3483c9" providerId="LiveId" clId="{D3128F82-6912-0F40-BAD3-A276DA5466DC}" dt="2021-03-18T10:53:55.924" v="4086"/>
          <ac:inkMkLst>
            <pc:docMk/>
            <pc:sldMk cId="0" sldId="263"/>
            <ac:inkMk id="84" creationId="{4C33A53D-9D93-0A4F-905B-AE4B408D42E7}"/>
          </ac:inkMkLst>
        </pc:inkChg>
        <pc:inkChg chg="add">
          <ac:chgData name="Aggie Menezes" userId="74619c95fa3483c9" providerId="LiveId" clId="{D3128F82-6912-0F40-BAD3-A276DA5466DC}" dt="2021-03-18T10:53:56.080" v="4087"/>
          <ac:inkMkLst>
            <pc:docMk/>
            <pc:sldMk cId="0" sldId="263"/>
            <ac:inkMk id="85" creationId="{C7B732C6-AEE5-5848-81B7-E0B51E5A8D68}"/>
          </ac:inkMkLst>
        </pc:inkChg>
        <pc:inkChg chg="add">
          <ac:chgData name="Aggie Menezes" userId="74619c95fa3483c9" providerId="LiveId" clId="{D3128F82-6912-0F40-BAD3-A276DA5466DC}" dt="2021-03-18T10:53:57.896" v="4089"/>
          <ac:inkMkLst>
            <pc:docMk/>
            <pc:sldMk cId="0" sldId="263"/>
            <ac:inkMk id="87" creationId="{AE65DF1D-04A6-724A-894E-45516E905476}"/>
          </ac:inkMkLst>
        </pc:inkChg>
        <pc:inkChg chg="add">
          <ac:chgData name="Aggie Menezes" userId="74619c95fa3483c9" providerId="LiveId" clId="{D3128F82-6912-0F40-BAD3-A276DA5466DC}" dt="2021-03-18T10:53:59.908" v="4090"/>
          <ac:inkMkLst>
            <pc:docMk/>
            <pc:sldMk cId="0" sldId="263"/>
            <ac:inkMk id="88" creationId="{913EAAD0-519D-F848-A96B-D532935ED787}"/>
          </ac:inkMkLst>
        </pc:inkChg>
        <pc:inkChg chg="add topLvl">
          <ac:chgData name="Aggie Menezes" userId="74619c95fa3483c9" providerId="LiveId" clId="{D3128F82-6912-0F40-BAD3-A276DA5466DC}" dt="2021-03-18T10:54:47.773" v="4106"/>
          <ac:inkMkLst>
            <pc:docMk/>
            <pc:sldMk cId="0" sldId="263"/>
            <ac:inkMk id="89" creationId="{9C55695E-ECCF-A74E-A325-8C4E9EDE16EC}"/>
          </ac:inkMkLst>
        </pc:inkChg>
        <pc:inkChg chg="add topLvl">
          <ac:chgData name="Aggie Menezes" userId="74619c95fa3483c9" providerId="LiveId" clId="{D3128F82-6912-0F40-BAD3-A276DA5466DC}" dt="2021-03-18T10:54:47.773" v="4106"/>
          <ac:inkMkLst>
            <pc:docMk/>
            <pc:sldMk cId="0" sldId="263"/>
            <ac:inkMk id="90" creationId="{6AA3FA56-C79B-854C-9A45-015C7909073F}"/>
          </ac:inkMkLst>
        </pc:inkChg>
        <pc:inkChg chg="add topLvl">
          <ac:chgData name="Aggie Menezes" userId="74619c95fa3483c9" providerId="LiveId" clId="{D3128F82-6912-0F40-BAD3-A276DA5466DC}" dt="2021-03-18T10:54:47.773" v="4106"/>
          <ac:inkMkLst>
            <pc:docMk/>
            <pc:sldMk cId="0" sldId="263"/>
            <ac:inkMk id="91" creationId="{66C1609C-0F8E-7A42-89C7-4EFB274BF1C9}"/>
          </ac:inkMkLst>
        </pc:inkChg>
        <pc:inkChg chg="add topLvl">
          <ac:chgData name="Aggie Menezes" userId="74619c95fa3483c9" providerId="LiveId" clId="{D3128F82-6912-0F40-BAD3-A276DA5466DC}" dt="2021-03-18T10:54:47.773" v="4106"/>
          <ac:inkMkLst>
            <pc:docMk/>
            <pc:sldMk cId="0" sldId="263"/>
            <ac:inkMk id="92" creationId="{13C2D903-C129-BC43-A681-77837B4139E3}"/>
          </ac:inkMkLst>
        </pc:inkChg>
        <pc:inkChg chg="add topLvl">
          <ac:chgData name="Aggie Menezes" userId="74619c95fa3483c9" providerId="LiveId" clId="{D3128F82-6912-0F40-BAD3-A276DA5466DC}" dt="2021-03-18T10:54:47.773" v="4106"/>
          <ac:inkMkLst>
            <pc:docMk/>
            <pc:sldMk cId="0" sldId="263"/>
            <ac:inkMk id="93" creationId="{9EA69C42-EE1E-8549-B0ED-7BF4EFF7CC7B}"/>
          </ac:inkMkLst>
        </pc:inkChg>
        <pc:inkChg chg="add topLvl">
          <ac:chgData name="Aggie Menezes" userId="74619c95fa3483c9" providerId="LiveId" clId="{D3128F82-6912-0F40-BAD3-A276DA5466DC}" dt="2021-03-18T10:54:47.773" v="4106"/>
          <ac:inkMkLst>
            <pc:docMk/>
            <pc:sldMk cId="0" sldId="263"/>
            <ac:inkMk id="94" creationId="{06441DDC-F938-7240-A932-B5CB522C9757}"/>
          </ac:inkMkLst>
        </pc:inkChg>
        <pc:inkChg chg="add">
          <ac:chgData name="Aggie Menezes" userId="74619c95fa3483c9" providerId="LiveId" clId="{D3128F82-6912-0F40-BAD3-A276DA5466DC}" dt="2021-03-18T10:54:45.130" v="4098"/>
          <ac:inkMkLst>
            <pc:docMk/>
            <pc:sldMk cId="0" sldId="263"/>
            <ac:inkMk id="96" creationId="{008AF38E-DEEA-FA4A-ABCE-7C83054D6A4A}"/>
          </ac:inkMkLst>
        </pc:inkChg>
        <pc:inkChg chg="add">
          <ac:chgData name="Aggie Menezes" userId="74619c95fa3483c9" providerId="LiveId" clId="{D3128F82-6912-0F40-BAD3-A276DA5466DC}" dt="2021-03-18T10:54:45.487" v="4099"/>
          <ac:inkMkLst>
            <pc:docMk/>
            <pc:sldMk cId="0" sldId="263"/>
            <ac:inkMk id="97" creationId="{D87A4EBF-9E02-A74D-8DBC-D0F83853F667}"/>
          </ac:inkMkLst>
        </pc:inkChg>
        <pc:inkChg chg="add">
          <ac:chgData name="Aggie Menezes" userId="74619c95fa3483c9" providerId="LiveId" clId="{D3128F82-6912-0F40-BAD3-A276DA5466DC}" dt="2021-03-18T10:54:45.663" v="4100"/>
          <ac:inkMkLst>
            <pc:docMk/>
            <pc:sldMk cId="0" sldId="263"/>
            <ac:inkMk id="98" creationId="{B5D1FA71-738C-7D4D-BCA2-FADC50D2DFCF}"/>
          </ac:inkMkLst>
        </pc:inkChg>
        <pc:inkChg chg="add">
          <ac:chgData name="Aggie Menezes" userId="74619c95fa3483c9" providerId="LiveId" clId="{D3128F82-6912-0F40-BAD3-A276DA5466DC}" dt="2021-03-18T10:54:45.827" v="4101"/>
          <ac:inkMkLst>
            <pc:docMk/>
            <pc:sldMk cId="0" sldId="263"/>
            <ac:inkMk id="99" creationId="{35373EC5-2E89-C64C-910E-D3C0F9DFF253}"/>
          </ac:inkMkLst>
        </pc:inkChg>
        <pc:inkChg chg="add">
          <ac:chgData name="Aggie Menezes" userId="74619c95fa3483c9" providerId="LiveId" clId="{D3128F82-6912-0F40-BAD3-A276DA5466DC}" dt="2021-03-18T10:54:45.975" v="4102"/>
          <ac:inkMkLst>
            <pc:docMk/>
            <pc:sldMk cId="0" sldId="263"/>
            <ac:inkMk id="100" creationId="{7BBEA760-4D1A-3E45-A65E-79DF2A250ACA}"/>
          </ac:inkMkLst>
        </pc:inkChg>
        <pc:inkChg chg="add">
          <ac:chgData name="Aggie Menezes" userId="74619c95fa3483c9" providerId="LiveId" clId="{D3128F82-6912-0F40-BAD3-A276DA5466DC}" dt="2021-03-18T10:54:46.105" v="4103"/>
          <ac:inkMkLst>
            <pc:docMk/>
            <pc:sldMk cId="0" sldId="263"/>
            <ac:inkMk id="101" creationId="{05B0C0C7-8AD2-1744-BF15-DA2A0015463F}"/>
          </ac:inkMkLst>
        </pc:inkChg>
        <pc:inkChg chg="add">
          <ac:chgData name="Aggie Menezes" userId="74619c95fa3483c9" providerId="LiveId" clId="{D3128F82-6912-0F40-BAD3-A276DA5466DC}" dt="2021-03-18T10:54:46.613" v="4104"/>
          <ac:inkMkLst>
            <pc:docMk/>
            <pc:sldMk cId="0" sldId="263"/>
            <ac:inkMk id="102" creationId="{84BB555A-25EB-EF49-B5DC-D5B8F12C3E8F}"/>
          </ac:inkMkLst>
        </pc:inkChg>
        <pc:inkChg chg="add">
          <ac:chgData name="Aggie Menezes" userId="74619c95fa3483c9" providerId="LiveId" clId="{D3128F82-6912-0F40-BAD3-A276DA5466DC}" dt="2021-03-18T10:54:46.921" v="4105"/>
          <ac:inkMkLst>
            <pc:docMk/>
            <pc:sldMk cId="0" sldId="263"/>
            <ac:inkMk id="103" creationId="{BE16C331-3F4D-C542-9A8F-7BEDB70E1B66}"/>
          </ac:inkMkLst>
        </pc:inkChg>
        <pc:inkChg chg="add">
          <ac:chgData name="Aggie Menezes" userId="74619c95fa3483c9" providerId="LiveId" clId="{D3128F82-6912-0F40-BAD3-A276DA5466DC}" dt="2021-03-18T10:55:08.697" v="4107"/>
          <ac:inkMkLst>
            <pc:docMk/>
            <pc:sldMk cId="0" sldId="263"/>
            <ac:inkMk id="105" creationId="{D0B282E6-F26B-E54F-90AD-442B6BDCB275}"/>
          </ac:inkMkLst>
        </pc:inkChg>
        <pc:inkChg chg="add">
          <ac:chgData name="Aggie Menezes" userId="74619c95fa3483c9" providerId="LiveId" clId="{D3128F82-6912-0F40-BAD3-A276DA5466DC}" dt="2021-03-18T10:55:09.390" v="4108"/>
          <ac:inkMkLst>
            <pc:docMk/>
            <pc:sldMk cId="0" sldId="263"/>
            <ac:inkMk id="106" creationId="{F78E2008-C49B-A34A-ADE6-AB32EC672472}"/>
          </ac:inkMkLst>
        </pc:inkChg>
        <pc:inkChg chg="add">
          <ac:chgData name="Aggie Menezes" userId="74619c95fa3483c9" providerId="LiveId" clId="{D3128F82-6912-0F40-BAD3-A276DA5466DC}" dt="2021-03-18T10:55:10.404" v="4109"/>
          <ac:inkMkLst>
            <pc:docMk/>
            <pc:sldMk cId="0" sldId="263"/>
            <ac:inkMk id="107" creationId="{A64EB7DA-21EC-4D4E-9FDE-A166E73CEFE9}"/>
          </ac:inkMkLst>
        </pc:inkChg>
        <pc:inkChg chg="add">
          <ac:chgData name="Aggie Menezes" userId="74619c95fa3483c9" providerId="LiveId" clId="{D3128F82-6912-0F40-BAD3-A276DA5466DC}" dt="2021-03-18T10:55:11.478" v="4110"/>
          <ac:inkMkLst>
            <pc:docMk/>
            <pc:sldMk cId="0" sldId="263"/>
            <ac:inkMk id="108" creationId="{8DFD0F6A-6D11-604E-AB78-EBD39BA456D8}"/>
          </ac:inkMkLst>
        </pc:inkChg>
        <pc:inkChg chg="add">
          <ac:chgData name="Aggie Menezes" userId="74619c95fa3483c9" providerId="LiveId" clId="{D3128F82-6912-0F40-BAD3-A276DA5466DC}" dt="2021-03-18T10:55:12.008" v="4111"/>
          <ac:inkMkLst>
            <pc:docMk/>
            <pc:sldMk cId="0" sldId="263"/>
            <ac:inkMk id="109" creationId="{D56ED774-EFA4-5449-AC9B-439E77BAA09D}"/>
          </ac:inkMkLst>
        </pc:inkChg>
        <pc:inkChg chg="add">
          <ac:chgData name="Aggie Menezes" userId="74619c95fa3483c9" providerId="LiveId" clId="{D3128F82-6912-0F40-BAD3-A276DA5466DC}" dt="2021-03-18T10:55:12.849" v="4112"/>
          <ac:inkMkLst>
            <pc:docMk/>
            <pc:sldMk cId="0" sldId="263"/>
            <ac:inkMk id="110" creationId="{ED065C11-FF8F-8F47-AAD8-6EAC446D1DE1}"/>
          </ac:inkMkLst>
        </pc:inkChg>
        <pc:inkChg chg="add topLvl">
          <ac:chgData name="Aggie Menezes" userId="74619c95fa3483c9" providerId="LiveId" clId="{D3128F82-6912-0F40-BAD3-A276DA5466DC}" dt="2021-03-18T10:55:33.341" v="4124"/>
          <ac:inkMkLst>
            <pc:docMk/>
            <pc:sldMk cId="0" sldId="263"/>
            <ac:inkMk id="112" creationId="{AFDD2153-4D64-6C4D-8CBC-34F2FDC466FD}"/>
          </ac:inkMkLst>
        </pc:inkChg>
        <pc:inkChg chg="add topLvl">
          <ac:chgData name="Aggie Menezes" userId="74619c95fa3483c9" providerId="LiveId" clId="{D3128F82-6912-0F40-BAD3-A276DA5466DC}" dt="2021-03-18T10:55:33.341" v="4124"/>
          <ac:inkMkLst>
            <pc:docMk/>
            <pc:sldMk cId="0" sldId="263"/>
            <ac:inkMk id="113" creationId="{A8F50436-A297-B843-BF8F-B068B8D0CA8C}"/>
          </ac:inkMkLst>
        </pc:inkChg>
        <pc:inkChg chg="add topLvl">
          <ac:chgData name="Aggie Menezes" userId="74619c95fa3483c9" providerId="LiveId" clId="{D3128F82-6912-0F40-BAD3-A276DA5466DC}" dt="2021-03-18T10:55:33.341" v="4124"/>
          <ac:inkMkLst>
            <pc:docMk/>
            <pc:sldMk cId="0" sldId="263"/>
            <ac:inkMk id="114" creationId="{788E0885-6CA7-8647-8629-4E232CCB3A08}"/>
          </ac:inkMkLst>
        </pc:inkChg>
        <pc:inkChg chg="add topLvl">
          <ac:chgData name="Aggie Menezes" userId="74619c95fa3483c9" providerId="LiveId" clId="{D3128F82-6912-0F40-BAD3-A276DA5466DC}" dt="2021-03-18T10:55:33.341" v="4124"/>
          <ac:inkMkLst>
            <pc:docMk/>
            <pc:sldMk cId="0" sldId="263"/>
            <ac:inkMk id="115" creationId="{B0737AEB-7CEC-DC49-B81D-2F509C75A19E}"/>
          </ac:inkMkLst>
        </pc:inkChg>
        <pc:inkChg chg="add topLvl">
          <ac:chgData name="Aggie Menezes" userId="74619c95fa3483c9" providerId="LiveId" clId="{D3128F82-6912-0F40-BAD3-A276DA5466DC}" dt="2021-03-18T10:55:33.341" v="4124"/>
          <ac:inkMkLst>
            <pc:docMk/>
            <pc:sldMk cId="0" sldId="263"/>
            <ac:inkMk id="117" creationId="{30101FA3-24E9-734F-842E-A39B9C5C6C46}"/>
          </ac:inkMkLst>
        </pc:inkChg>
        <pc:inkChg chg="add">
          <ac:chgData name="Aggie Menezes" userId="74619c95fa3483c9" providerId="LiveId" clId="{D3128F82-6912-0F40-BAD3-A276DA5466DC}" dt="2021-03-18T10:55:31.745" v="4121"/>
          <ac:inkMkLst>
            <pc:docMk/>
            <pc:sldMk cId="0" sldId="263"/>
            <ac:inkMk id="119" creationId="{5524257A-5A41-014D-9572-C7825A9515BB}"/>
          </ac:inkMkLst>
        </pc:inkChg>
        <pc:inkChg chg="add">
          <ac:chgData name="Aggie Menezes" userId="74619c95fa3483c9" providerId="LiveId" clId="{D3128F82-6912-0F40-BAD3-A276DA5466DC}" dt="2021-03-18T10:55:31.975" v="4122"/>
          <ac:inkMkLst>
            <pc:docMk/>
            <pc:sldMk cId="0" sldId="263"/>
            <ac:inkMk id="120" creationId="{2F62A915-CB04-6443-9532-BCB7052A10F5}"/>
          </ac:inkMkLst>
        </pc:inkChg>
        <pc:inkChg chg="add">
          <ac:chgData name="Aggie Menezes" userId="74619c95fa3483c9" providerId="LiveId" clId="{D3128F82-6912-0F40-BAD3-A276DA5466DC}" dt="2021-03-18T10:55:32.409" v="4123"/>
          <ac:inkMkLst>
            <pc:docMk/>
            <pc:sldMk cId="0" sldId="263"/>
            <ac:inkMk id="121" creationId="{216E1A0B-3B4A-994E-931B-852C4F06A1A7}"/>
          </ac:inkMkLst>
        </pc:inkChg>
        <pc:inkChg chg="add">
          <ac:chgData name="Aggie Menezes" userId="74619c95fa3483c9" providerId="LiveId" clId="{D3128F82-6912-0F40-BAD3-A276DA5466DC}" dt="2021-03-18T10:55:36.687" v="4125"/>
          <ac:inkMkLst>
            <pc:docMk/>
            <pc:sldMk cId="0" sldId="263"/>
            <ac:inkMk id="123" creationId="{D3FD7716-6FD0-C342-BFB2-FF016BCCA9E5}"/>
          </ac:inkMkLst>
        </pc:inkChg>
        <pc:inkChg chg="add topLvl">
          <ac:chgData name="Aggie Menezes" userId="74619c95fa3483c9" providerId="LiveId" clId="{D3128F82-6912-0F40-BAD3-A276DA5466DC}" dt="2021-03-18T10:55:42.232" v="4134"/>
          <ac:inkMkLst>
            <pc:docMk/>
            <pc:sldMk cId="0" sldId="263"/>
            <ac:inkMk id="124" creationId="{B45222F0-8017-F949-A624-B17534CBDC9D}"/>
          </ac:inkMkLst>
        </pc:inkChg>
        <pc:inkChg chg="add topLvl">
          <ac:chgData name="Aggie Menezes" userId="74619c95fa3483c9" providerId="LiveId" clId="{D3128F82-6912-0F40-BAD3-A276DA5466DC}" dt="2021-03-18T10:55:42.232" v="4134"/>
          <ac:inkMkLst>
            <pc:docMk/>
            <pc:sldMk cId="0" sldId="263"/>
            <ac:inkMk id="125" creationId="{E2FF4160-0A55-C44D-A339-245C380169DE}"/>
          </ac:inkMkLst>
        </pc:inkChg>
        <pc:inkChg chg="add topLvl">
          <ac:chgData name="Aggie Menezes" userId="74619c95fa3483c9" providerId="LiveId" clId="{D3128F82-6912-0F40-BAD3-A276DA5466DC}" dt="2021-03-18T10:55:42.232" v="4134"/>
          <ac:inkMkLst>
            <pc:docMk/>
            <pc:sldMk cId="0" sldId="263"/>
            <ac:inkMk id="127" creationId="{1E1B8B91-ABBB-3C41-9655-438F85F8CDF6}"/>
          </ac:inkMkLst>
        </pc:inkChg>
        <pc:inkChg chg="add topLvl">
          <ac:chgData name="Aggie Menezes" userId="74619c95fa3483c9" providerId="LiveId" clId="{D3128F82-6912-0F40-BAD3-A276DA5466DC}" dt="2021-03-18T10:55:42.232" v="4134"/>
          <ac:inkMkLst>
            <pc:docMk/>
            <pc:sldMk cId="0" sldId="263"/>
            <ac:inkMk id="128" creationId="{B6FF4853-BF26-4349-B404-756C057BF477}"/>
          </ac:inkMkLst>
        </pc:inkChg>
        <pc:inkChg chg="add">
          <ac:chgData name="Aggie Menezes" userId="74619c95fa3483c9" providerId="LiveId" clId="{D3128F82-6912-0F40-BAD3-A276DA5466DC}" dt="2021-03-18T10:55:40.653" v="4132"/>
          <ac:inkMkLst>
            <pc:docMk/>
            <pc:sldMk cId="0" sldId="263"/>
            <ac:inkMk id="130" creationId="{25BC8ADD-2116-B64E-9B6C-8FDF7BFF382A}"/>
          </ac:inkMkLst>
        </pc:inkChg>
        <pc:inkChg chg="add">
          <ac:chgData name="Aggie Menezes" userId="74619c95fa3483c9" providerId="LiveId" clId="{D3128F82-6912-0F40-BAD3-A276DA5466DC}" dt="2021-03-18T10:55:41.213" v="4133"/>
          <ac:inkMkLst>
            <pc:docMk/>
            <pc:sldMk cId="0" sldId="263"/>
            <ac:inkMk id="131" creationId="{44E1F2AC-E41F-BF4E-812C-C389728D1832}"/>
          </ac:inkMkLst>
        </pc:inkChg>
        <pc:inkChg chg="add">
          <ac:chgData name="Aggie Menezes" userId="74619c95fa3483c9" providerId="LiveId" clId="{D3128F82-6912-0F40-BAD3-A276DA5466DC}" dt="2021-03-18T10:55:53.551" v="4135"/>
          <ac:inkMkLst>
            <pc:docMk/>
            <pc:sldMk cId="0" sldId="263"/>
            <ac:inkMk id="133" creationId="{48F20B70-455D-D640-BDA3-0F8326B66F9E}"/>
          </ac:inkMkLst>
        </pc:inkChg>
        <pc:inkChg chg="add">
          <ac:chgData name="Aggie Menezes" userId="74619c95fa3483c9" providerId="LiveId" clId="{D3128F82-6912-0F40-BAD3-A276DA5466DC}" dt="2021-03-18T10:55:58.091" v="4136"/>
          <ac:inkMkLst>
            <pc:docMk/>
            <pc:sldMk cId="0" sldId="263"/>
            <ac:inkMk id="134" creationId="{4C2BEAD5-3CC1-AF48-8AFE-083FF034F3BA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35" creationId="{6636DBA5-01BA-AE41-8420-2D34A22CDEA9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36" creationId="{66279C20-8C32-6749-96D7-D067B043FF2D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38" creationId="{C0D0F98E-335A-8449-8DAF-56665D67EF39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39" creationId="{A105F1F5-C829-5142-A5A7-1F5B031A1AF8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40" creationId="{F77CCAAF-455D-2140-826B-5CF93B4BBC78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41" creationId="{AFAF4A5C-BA01-E045-8BE2-955827CC85EF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43" creationId="{EF9C1795-F5F2-774E-BAC0-F38E0E03EB91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44" creationId="{FC7E589B-AF1D-9D4E-A87C-D6F290405EB7}"/>
          </ac:inkMkLst>
        </pc:inkChg>
        <pc:inkChg chg="add">
          <ac:chgData name="Aggie Menezes" userId="74619c95fa3483c9" providerId="LiveId" clId="{D3128F82-6912-0F40-BAD3-A276DA5466DC}" dt="2021-03-18T10:57:26.926" v="4148"/>
          <ac:inkMkLst>
            <pc:docMk/>
            <pc:sldMk cId="0" sldId="263"/>
            <ac:inkMk id="146" creationId="{93788FFF-DA0C-0040-A2C1-91AFE81BD4EE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47" creationId="{AC52F242-D443-0849-BE0E-BDBB2AE495C9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48" creationId="{E738383A-3801-D54A-8F10-F93C18375205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49" creationId="{FC1E078F-5A1D-8843-A218-76AE70DAD37D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50" creationId="{9213A30D-2D00-834D-A368-49441BA9DFD3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51" creationId="{DD1A1F4A-8EE4-854B-9A96-D34F4024BBEF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52" creationId="{53EED198-D770-B947-8BDF-23046EBF1964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53" creationId="{E916FD7D-CDFD-704D-B473-41B1D15D8C6A}"/>
          </ac:inkMkLst>
        </pc:inkChg>
        <pc:inkChg chg="add topLvl">
          <ac:chgData name="Aggie Menezes" userId="74619c95fa3483c9" providerId="LiveId" clId="{D3128F82-6912-0F40-BAD3-A276DA5466DC}" dt="2021-03-18T10:58:09.115" v="4165"/>
          <ac:inkMkLst>
            <pc:docMk/>
            <pc:sldMk cId="0" sldId="263"/>
            <ac:inkMk id="154" creationId="{0CA5978F-2B7A-8A47-BB4F-5104C675E2C0}"/>
          </ac:inkMkLst>
        </pc:inkChg>
        <pc:inkChg chg="add">
          <ac:chgData name="Aggie Menezes" userId="74619c95fa3483c9" providerId="LiveId" clId="{D3128F82-6912-0F40-BAD3-A276DA5466DC}" dt="2021-03-18T10:58:06.723" v="4158"/>
          <ac:inkMkLst>
            <pc:docMk/>
            <pc:sldMk cId="0" sldId="263"/>
            <ac:inkMk id="156" creationId="{CA68E8C6-FBBF-D044-9C13-907DE849ECE1}"/>
          </ac:inkMkLst>
        </pc:inkChg>
        <pc:inkChg chg="add">
          <ac:chgData name="Aggie Menezes" userId="74619c95fa3483c9" providerId="LiveId" clId="{D3128F82-6912-0F40-BAD3-A276DA5466DC}" dt="2021-03-18T10:58:06.935" v="4159"/>
          <ac:inkMkLst>
            <pc:docMk/>
            <pc:sldMk cId="0" sldId="263"/>
            <ac:inkMk id="157" creationId="{41ECD722-E932-EA49-9DCA-384DB2C3AF78}"/>
          </ac:inkMkLst>
        </pc:inkChg>
        <pc:inkChg chg="add">
          <ac:chgData name="Aggie Menezes" userId="74619c95fa3483c9" providerId="LiveId" clId="{D3128F82-6912-0F40-BAD3-A276DA5466DC}" dt="2021-03-18T10:58:07.269" v="4160"/>
          <ac:inkMkLst>
            <pc:docMk/>
            <pc:sldMk cId="0" sldId="263"/>
            <ac:inkMk id="158" creationId="{B57B87E5-AAE6-F344-B7B3-C1C058760888}"/>
          </ac:inkMkLst>
        </pc:inkChg>
        <pc:inkChg chg="add">
          <ac:chgData name="Aggie Menezes" userId="74619c95fa3483c9" providerId="LiveId" clId="{D3128F82-6912-0F40-BAD3-A276DA5466DC}" dt="2021-03-18T10:58:07.468" v="4161"/>
          <ac:inkMkLst>
            <pc:docMk/>
            <pc:sldMk cId="0" sldId="263"/>
            <ac:inkMk id="159" creationId="{B4165275-E5B2-6844-BC91-F9772C96C08E}"/>
          </ac:inkMkLst>
        </pc:inkChg>
        <pc:inkChg chg="add">
          <ac:chgData name="Aggie Menezes" userId="74619c95fa3483c9" providerId="LiveId" clId="{D3128F82-6912-0F40-BAD3-A276DA5466DC}" dt="2021-03-18T10:58:07.868" v="4162"/>
          <ac:inkMkLst>
            <pc:docMk/>
            <pc:sldMk cId="0" sldId="263"/>
            <ac:inkMk id="160" creationId="{AAB5741E-E643-264C-B3CC-8115671523E4}"/>
          </ac:inkMkLst>
        </pc:inkChg>
        <pc:inkChg chg="add">
          <ac:chgData name="Aggie Menezes" userId="74619c95fa3483c9" providerId="LiveId" clId="{D3128F82-6912-0F40-BAD3-A276DA5466DC}" dt="2021-03-18T10:58:08.048" v="4163"/>
          <ac:inkMkLst>
            <pc:docMk/>
            <pc:sldMk cId="0" sldId="263"/>
            <ac:inkMk id="161" creationId="{D7893315-C1CC-EA48-8C59-AA9FB25E9258}"/>
          </ac:inkMkLst>
        </pc:inkChg>
        <pc:inkChg chg="add">
          <ac:chgData name="Aggie Menezes" userId="74619c95fa3483c9" providerId="LiveId" clId="{D3128F82-6912-0F40-BAD3-A276DA5466DC}" dt="2021-03-18T10:58:08.357" v="4164"/>
          <ac:inkMkLst>
            <pc:docMk/>
            <pc:sldMk cId="0" sldId="263"/>
            <ac:inkMk id="162" creationId="{9087F467-5728-EF48-AE90-20A609AA4F37}"/>
          </ac:inkMkLst>
        </pc:inkChg>
        <pc:inkChg chg="add">
          <ac:chgData name="Aggie Menezes" userId="74619c95fa3483c9" providerId="LiveId" clId="{D3128F82-6912-0F40-BAD3-A276DA5466DC}" dt="2021-03-18T10:58:29.475" v="4166"/>
          <ac:inkMkLst>
            <pc:docMk/>
            <pc:sldMk cId="0" sldId="263"/>
            <ac:inkMk id="164" creationId="{C938ECF6-9B2A-7B49-A55B-6111B540AFCB}"/>
          </ac:inkMkLst>
        </pc:inkChg>
      </pc:sldChg>
      <pc:sldChg chg="addSp delSp">
        <pc:chgData name="Aggie Menezes" userId="74619c95fa3483c9" providerId="LiveId" clId="{D3128F82-6912-0F40-BAD3-A276DA5466DC}" dt="2021-03-18T13:39:51.671" v="4415"/>
        <pc:sldMkLst>
          <pc:docMk/>
          <pc:sldMk cId="0" sldId="266"/>
        </pc:sldMkLst>
        <pc:grpChg chg="add">
          <ac:chgData name="Aggie Menezes" userId="74619c95fa3483c9" providerId="LiveId" clId="{D3128F82-6912-0F40-BAD3-A276DA5466DC}" dt="2021-03-18T11:59:05.995" v="4235"/>
          <ac:grpSpMkLst>
            <pc:docMk/>
            <pc:sldMk cId="0" sldId="266"/>
            <ac:grpSpMk id="5" creationId="{10CAE63A-D36A-D64B-8EC1-7B2CAB100A17}"/>
          </ac:grpSpMkLst>
        </pc:grpChg>
        <pc:grpChg chg="add del">
          <ac:chgData name="Aggie Menezes" userId="74619c95fa3483c9" providerId="LiveId" clId="{D3128F82-6912-0F40-BAD3-A276DA5466DC}" dt="2021-03-16T10:18:25.008" v="3115"/>
          <ac:grpSpMkLst>
            <pc:docMk/>
            <pc:sldMk cId="0" sldId="266"/>
            <ac:grpSpMk id="7" creationId="{536C536A-09A3-7449-9C9C-35CD38106EFA}"/>
          </ac:grpSpMkLst>
        </pc:grpChg>
        <pc:grpChg chg="add del">
          <ac:chgData name="Aggie Menezes" userId="74619c95fa3483c9" providerId="LiveId" clId="{D3128F82-6912-0F40-BAD3-A276DA5466DC}" dt="2021-03-18T11:59:17.623" v="4247"/>
          <ac:grpSpMkLst>
            <pc:docMk/>
            <pc:sldMk cId="0" sldId="266"/>
            <ac:grpSpMk id="9" creationId="{881F3DB6-E2CA-2F41-9D2F-A1D7099D8010}"/>
          </ac:grpSpMkLst>
        </pc:grpChg>
        <pc:grpChg chg="add del">
          <ac:chgData name="Aggie Menezes" userId="74619c95fa3483c9" providerId="LiveId" clId="{D3128F82-6912-0F40-BAD3-A276DA5466DC}" dt="2021-03-16T10:18:25.022" v="3117"/>
          <ac:grpSpMkLst>
            <pc:docMk/>
            <pc:sldMk cId="0" sldId="266"/>
            <ac:grpSpMk id="11" creationId="{1B7D5A36-C995-5F40-A978-624450088018}"/>
          </ac:grpSpMkLst>
        </pc:grpChg>
        <pc:grpChg chg="add del">
          <ac:chgData name="Aggie Menezes" userId="74619c95fa3483c9" providerId="LiveId" clId="{D3128F82-6912-0F40-BAD3-A276DA5466DC}" dt="2021-03-01T05:43:53.204" v="404"/>
          <ac:grpSpMkLst>
            <pc:docMk/>
            <pc:sldMk cId="0" sldId="266"/>
            <ac:grpSpMk id="14" creationId="{E049C791-C8B3-D043-BC43-3D0EB71FFA87}"/>
          </ac:grpSpMkLst>
        </pc:grpChg>
        <pc:grpChg chg="add">
          <ac:chgData name="Aggie Menezes" userId="74619c95fa3483c9" providerId="LiveId" clId="{D3128F82-6912-0F40-BAD3-A276DA5466DC}" dt="2021-03-18T11:59:17.623" v="4247"/>
          <ac:grpSpMkLst>
            <pc:docMk/>
            <pc:sldMk cId="0" sldId="266"/>
            <ac:grpSpMk id="17" creationId="{42036234-3DA3-1841-9499-52EC9F46C3DB}"/>
          </ac:grpSpMkLst>
        </pc:grpChg>
        <pc:grpChg chg="add del">
          <ac:chgData name="Aggie Menezes" userId="74619c95fa3483c9" providerId="LiveId" clId="{D3128F82-6912-0F40-BAD3-A276DA5466DC}" dt="2021-03-01T05:43:56.128" v="408"/>
          <ac:grpSpMkLst>
            <pc:docMk/>
            <pc:sldMk cId="0" sldId="266"/>
            <ac:grpSpMk id="23" creationId="{1D3F9AA1-0604-9249-B193-28DB9F84CFCF}"/>
          </ac:grpSpMkLst>
        </pc:grpChg>
        <pc:grpChg chg="add del">
          <ac:chgData name="Aggie Menezes" userId="74619c95fa3483c9" providerId="LiveId" clId="{D3128F82-6912-0F40-BAD3-A276DA5466DC}" dt="2021-03-16T10:17:55.233" v="3106"/>
          <ac:grpSpMkLst>
            <pc:docMk/>
            <pc:sldMk cId="0" sldId="266"/>
            <ac:grpSpMk id="24" creationId="{5963479B-68E2-1846-995C-A00961C944C4}"/>
          </ac:grpSpMkLst>
        </pc:grpChg>
        <pc:grpChg chg="add">
          <ac:chgData name="Aggie Menezes" userId="74619c95fa3483c9" providerId="LiveId" clId="{D3128F82-6912-0F40-BAD3-A276DA5466DC}" dt="2021-03-18T11:59:57.382" v="4257"/>
          <ac:grpSpMkLst>
            <pc:docMk/>
            <pc:sldMk cId="0" sldId="266"/>
            <ac:grpSpMk id="27" creationId="{D771B2A7-20F8-424D-8AF7-FF8DA7E0E82D}"/>
          </ac:grpSpMkLst>
        </pc:grpChg>
        <pc:grpChg chg="add del">
          <ac:chgData name="Aggie Menezes" userId="74619c95fa3483c9" providerId="LiveId" clId="{D3128F82-6912-0F40-BAD3-A276DA5466DC}" dt="2021-03-16T10:17:55.215" v="3102"/>
          <ac:grpSpMkLst>
            <pc:docMk/>
            <pc:sldMk cId="0" sldId="266"/>
            <ac:grpSpMk id="28" creationId="{3E281AC7-7AEE-214C-9C9F-47F0057FC337}"/>
          </ac:grpSpMkLst>
        </pc:grpChg>
        <pc:grpChg chg="add">
          <ac:chgData name="Aggie Menezes" userId="74619c95fa3483c9" providerId="LiveId" clId="{D3128F82-6912-0F40-BAD3-A276DA5466DC}" dt="2021-03-18T11:59:57.382" v="4257"/>
          <ac:grpSpMkLst>
            <pc:docMk/>
            <pc:sldMk cId="0" sldId="266"/>
            <ac:grpSpMk id="28" creationId="{E3F8E444-C801-054E-9EC0-E8141F0CF2E2}"/>
          </ac:grpSpMkLst>
        </pc:grpChg>
        <pc:grpChg chg="add del">
          <ac:chgData name="Aggie Menezes" userId="74619c95fa3483c9" providerId="LiveId" clId="{D3128F82-6912-0F40-BAD3-A276DA5466DC}" dt="2021-03-16T10:17:55.186" v="3096"/>
          <ac:grpSpMkLst>
            <pc:docMk/>
            <pc:sldMk cId="0" sldId="266"/>
            <ac:grpSpMk id="29" creationId="{788A5B1D-903D-3B4E-BF91-982F9A8F0AE5}"/>
          </ac:grpSpMkLst>
        </pc:grpChg>
        <pc:grpChg chg="add del">
          <ac:chgData name="Aggie Menezes" userId="74619c95fa3483c9" providerId="LiveId" clId="{D3128F82-6912-0F40-BAD3-A276DA5466DC}" dt="2021-03-16T10:17:57.753" v="3109"/>
          <ac:grpSpMkLst>
            <pc:docMk/>
            <pc:sldMk cId="0" sldId="266"/>
            <ac:grpSpMk id="33" creationId="{46F0FCFA-0282-AD44-9517-12C9F9781D80}"/>
          </ac:grpSpMkLst>
        </pc:grpChg>
        <pc:grpChg chg="add del">
          <ac:chgData name="Aggie Menezes" userId="74619c95fa3483c9" providerId="LiveId" clId="{D3128F82-6912-0F40-BAD3-A276DA5466DC}" dt="2021-03-16T10:17:55.202" v="3099"/>
          <ac:grpSpMkLst>
            <pc:docMk/>
            <pc:sldMk cId="0" sldId="266"/>
            <ac:grpSpMk id="36" creationId="{59C78534-350D-214F-BCDE-6BCCE47F690C}"/>
          </ac:grpSpMkLst>
        </pc:grpChg>
        <pc:grpChg chg="add">
          <ac:chgData name="Aggie Menezes" userId="74619c95fa3483c9" providerId="LiveId" clId="{D3128F82-6912-0F40-BAD3-A276DA5466DC}" dt="2021-03-18T12:00:02.497" v="4266"/>
          <ac:grpSpMkLst>
            <pc:docMk/>
            <pc:sldMk cId="0" sldId="266"/>
            <ac:grpSpMk id="37" creationId="{982EB080-08D7-CB40-AB8A-D79CC45D4ADE}"/>
          </ac:grpSpMkLst>
        </pc:grpChg>
        <pc:grpChg chg="add del">
          <ac:chgData name="Aggie Menezes" userId="74619c95fa3483c9" providerId="LiveId" clId="{D3128F82-6912-0F40-BAD3-A276DA5466DC}" dt="2021-03-16T10:18:31.390" v="3124"/>
          <ac:grpSpMkLst>
            <pc:docMk/>
            <pc:sldMk cId="0" sldId="266"/>
            <ac:grpSpMk id="38" creationId="{D19B2CBC-8FA4-E047-90A5-86142A5F796D}"/>
          </ac:grpSpMkLst>
        </pc:grpChg>
        <pc:grpChg chg="add">
          <ac:chgData name="Aggie Menezes" userId="74619c95fa3483c9" providerId="LiveId" clId="{D3128F82-6912-0F40-BAD3-A276DA5466DC}" dt="2021-03-18T12:00:02.497" v="4266"/>
          <ac:grpSpMkLst>
            <pc:docMk/>
            <pc:sldMk cId="0" sldId="266"/>
            <ac:grpSpMk id="38" creationId="{EA104852-90F4-8E4A-9044-30E311F7ABEE}"/>
          </ac:grpSpMkLst>
        </pc:grpChg>
        <pc:grpChg chg="add del">
          <ac:chgData name="Aggie Menezes" userId="74619c95fa3483c9" providerId="LiveId" clId="{D3128F82-6912-0F40-BAD3-A276DA5466DC}" dt="2021-03-16T10:18:33.936" v="3126"/>
          <ac:grpSpMkLst>
            <pc:docMk/>
            <pc:sldMk cId="0" sldId="266"/>
            <ac:grpSpMk id="40" creationId="{917004DB-024E-BA4C-A129-CE443F8DFD80}"/>
          </ac:grpSpMkLst>
        </pc:grpChg>
        <pc:grpChg chg="add">
          <ac:chgData name="Aggie Menezes" userId="74619c95fa3483c9" providerId="LiveId" clId="{D3128F82-6912-0F40-BAD3-A276DA5466DC}" dt="2021-03-16T10:18:33.936" v="3126"/>
          <ac:grpSpMkLst>
            <pc:docMk/>
            <pc:sldMk cId="0" sldId="266"/>
            <ac:grpSpMk id="42" creationId="{FBF3528A-CFB9-C844-962A-140C14AFDAE0}"/>
          </ac:grpSpMkLst>
        </pc:grpChg>
        <pc:grpChg chg="add del">
          <ac:chgData name="Aggie Menezes" userId="74619c95fa3483c9" providerId="LiveId" clId="{D3128F82-6912-0F40-BAD3-A276DA5466DC}" dt="2021-03-18T12:01:56.618" v="4278"/>
          <ac:grpSpMkLst>
            <pc:docMk/>
            <pc:sldMk cId="0" sldId="266"/>
            <ac:grpSpMk id="43" creationId="{F28F6E0F-121A-DB4D-B845-ADAED75800F9}"/>
          </ac:grpSpMkLst>
        </pc:grpChg>
        <pc:grpChg chg="add del">
          <ac:chgData name="Aggie Menezes" userId="74619c95fa3483c9" providerId="LiveId" clId="{D3128F82-6912-0F40-BAD3-A276DA5466DC}" dt="2021-03-18T12:02:06.260" v="4298"/>
          <ac:grpSpMkLst>
            <pc:docMk/>
            <pc:sldMk cId="0" sldId="266"/>
            <ac:grpSpMk id="50" creationId="{2CD1F9D2-541A-1048-BE89-08D5AAB377AA}"/>
          </ac:grpSpMkLst>
        </pc:grpChg>
        <pc:grpChg chg="add del">
          <ac:chgData name="Aggie Menezes" userId="74619c95fa3483c9" providerId="LiveId" clId="{D3128F82-6912-0F40-BAD3-A276DA5466DC}" dt="2021-03-16T10:19:04.674" v="3145"/>
          <ac:grpSpMkLst>
            <pc:docMk/>
            <pc:sldMk cId="0" sldId="266"/>
            <ac:grpSpMk id="53" creationId="{34C3FE65-D563-6143-AD81-3438BDC83F56}"/>
          </ac:grpSpMkLst>
        </pc:grpChg>
        <pc:grpChg chg="add">
          <ac:chgData name="Aggie Menezes" userId="74619c95fa3483c9" providerId="LiveId" clId="{D3128F82-6912-0F40-BAD3-A276DA5466DC}" dt="2021-03-16T10:19:04.674" v="3145"/>
          <ac:grpSpMkLst>
            <pc:docMk/>
            <pc:sldMk cId="0" sldId="266"/>
            <ac:grpSpMk id="61" creationId="{AA0549CE-FB3F-8D4C-9803-A34B42B75AB4}"/>
          </ac:grpSpMkLst>
        </pc:grpChg>
        <pc:grpChg chg="add">
          <ac:chgData name="Aggie Menezes" userId="74619c95fa3483c9" providerId="LiveId" clId="{D3128F82-6912-0F40-BAD3-A276DA5466DC}" dt="2021-03-18T12:02:06.260" v="4298"/>
          <ac:grpSpMkLst>
            <pc:docMk/>
            <pc:sldMk cId="0" sldId="266"/>
            <ac:grpSpMk id="72" creationId="{6C1D1A39-52BE-6743-9EC8-BC2FE5962FF7}"/>
          </ac:grpSpMkLst>
        </pc:grpChg>
        <pc:grpChg chg="add del">
          <ac:chgData name="Aggie Menezes" userId="74619c95fa3483c9" providerId="LiveId" clId="{D3128F82-6912-0F40-BAD3-A276DA5466DC}" dt="2021-03-16T10:20:11.935" v="3165"/>
          <ac:grpSpMkLst>
            <pc:docMk/>
            <pc:sldMk cId="0" sldId="266"/>
            <ac:grpSpMk id="72" creationId="{CEFDB29A-8632-2C4A-86BC-07784B270E2F}"/>
          </ac:grpSpMkLst>
        </pc:grpChg>
        <pc:grpChg chg="add del">
          <ac:chgData name="Aggie Menezes" userId="74619c95fa3483c9" providerId="LiveId" clId="{D3128F82-6912-0F40-BAD3-A276DA5466DC}" dt="2021-03-18T12:22:04.792" v="4353"/>
          <ac:grpSpMkLst>
            <pc:docMk/>
            <pc:sldMk cId="0" sldId="266"/>
            <ac:grpSpMk id="75" creationId="{D522E11B-3678-A143-BC83-39C4008FCD8B}"/>
          </ac:grpSpMkLst>
        </pc:grpChg>
        <pc:grpChg chg="add">
          <ac:chgData name="Aggie Menezes" userId="74619c95fa3483c9" providerId="LiveId" clId="{D3128F82-6912-0F40-BAD3-A276DA5466DC}" dt="2021-03-16T10:20:06.456" v="3158"/>
          <ac:grpSpMkLst>
            <pc:docMk/>
            <pc:sldMk cId="0" sldId="266"/>
            <ac:grpSpMk id="76" creationId="{299FF375-5FA8-B345-9F38-73C3F0B38F74}"/>
          </ac:grpSpMkLst>
        </pc:grpChg>
        <pc:grpChg chg="add">
          <ac:chgData name="Aggie Menezes" userId="74619c95fa3483c9" providerId="LiveId" clId="{D3128F82-6912-0F40-BAD3-A276DA5466DC}" dt="2021-03-18T12:02:49.237" v="4306"/>
          <ac:grpSpMkLst>
            <pc:docMk/>
            <pc:sldMk cId="0" sldId="266"/>
            <ac:grpSpMk id="80" creationId="{A84191F3-EED0-9049-9DAE-A47E4CEBC84E}"/>
          </ac:grpSpMkLst>
        </pc:grpChg>
        <pc:grpChg chg="add">
          <ac:chgData name="Aggie Menezes" userId="74619c95fa3483c9" providerId="LiveId" clId="{D3128F82-6912-0F40-BAD3-A276DA5466DC}" dt="2021-03-18T12:22:04.792" v="4353"/>
          <ac:grpSpMkLst>
            <pc:docMk/>
            <pc:sldMk cId="0" sldId="266"/>
            <ac:grpSpMk id="82" creationId="{AED68D53-D3D0-6745-9A2F-F6252D379C16}"/>
          </ac:grpSpMkLst>
        </pc:grpChg>
        <pc:grpChg chg="add">
          <ac:chgData name="Aggie Menezes" userId="74619c95fa3483c9" providerId="LiveId" clId="{D3128F82-6912-0F40-BAD3-A276DA5466DC}" dt="2021-03-18T12:22:15.082" v="4356"/>
          <ac:grpSpMkLst>
            <pc:docMk/>
            <pc:sldMk cId="0" sldId="266"/>
            <ac:grpSpMk id="85" creationId="{53E27562-2A15-474D-BBA2-4EBF69F98393}"/>
          </ac:grpSpMkLst>
        </pc:grpChg>
        <pc:grpChg chg="add del">
          <ac:chgData name="Aggie Menezes" userId="74619c95fa3483c9" providerId="LiveId" clId="{D3128F82-6912-0F40-BAD3-A276DA5466DC}" dt="2021-03-18T12:22:57.620" v="4397"/>
          <ac:grpSpMkLst>
            <pc:docMk/>
            <pc:sldMk cId="0" sldId="266"/>
            <ac:grpSpMk id="89" creationId="{3177722B-5B8F-0B4B-A88F-D629713DD683}"/>
          </ac:grpSpMkLst>
        </pc:grpChg>
        <pc:grpChg chg="add">
          <ac:chgData name="Aggie Menezes" userId="74619c95fa3483c9" providerId="LiveId" clId="{D3128F82-6912-0F40-BAD3-A276DA5466DC}" dt="2021-03-18T12:22:42.711" v="4366"/>
          <ac:grpSpMkLst>
            <pc:docMk/>
            <pc:sldMk cId="0" sldId="266"/>
            <ac:grpSpMk id="95" creationId="{CCCFE3D5-0C53-9444-9B8E-92D458B13671}"/>
          </ac:grpSpMkLst>
        </pc:grpChg>
        <pc:grpChg chg="add del">
          <ac:chgData name="Aggie Menezes" userId="74619c95fa3483c9" providerId="LiveId" clId="{D3128F82-6912-0F40-BAD3-A276DA5466DC}" dt="2021-03-16T10:20:43.623" v="3192"/>
          <ac:grpSpMkLst>
            <pc:docMk/>
            <pc:sldMk cId="0" sldId="266"/>
            <ac:grpSpMk id="99" creationId="{34B2C161-5FC8-794F-8870-2F5608431743}"/>
          </ac:grpSpMkLst>
        </pc:grpChg>
        <pc:grpChg chg="add del">
          <ac:chgData name="Aggie Menezes" userId="74619c95fa3483c9" providerId="LiveId" clId="{D3128F82-6912-0F40-BAD3-A276DA5466DC}" dt="2021-03-16T10:20:59.933" v="3206"/>
          <ac:grpSpMkLst>
            <pc:docMk/>
            <pc:sldMk cId="0" sldId="266"/>
            <ac:grpSpMk id="103" creationId="{D6AAE876-5A82-E248-BFFC-09D686308480}"/>
          </ac:grpSpMkLst>
        </pc:grpChg>
        <pc:grpChg chg="add del">
          <ac:chgData name="Aggie Menezes" userId="74619c95fa3483c9" providerId="LiveId" clId="{D3128F82-6912-0F40-BAD3-A276DA5466DC}" dt="2021-03-18T12:22:50.709" v="4382"/>
          <ac:grpSpMkLst>
            <pc:docMk/>
            <pc:sldMk cId="0" sldId="266"/>
            <ac:grpSpMk id="109" creationId="{8D5030E8-AC24-AB48-8889-A6E0108D961A}"/>
          </ac:grpSpMkLst>
        </pc:grpChg>
        <pc:grpChg chg="add del">
          <ac:chgData name="Aggie Menezes" userId="74619c95fa3483c9" providerId="LiveId" clId="{D3128F82-6912-0F40-BAD3-A276DA5466DC}" dt="2021-03-18T12:22:57.620" v="4397"/>
          <ac:grpSpMkLst>
            <pc:docMk/>
            <pc:sldMk cId="0" sldId="266"/>
            <ac:grpSpMk id="111" creationId="{45DBD7C9-18C2-1942-821F-BEEB99DFBDAD}"/>
          </ac:grpSpMkLst>
        </pc:grpChg>
        <pc:grpChg chg="add del">
          <ac:chgData name="Aggie Menezes" userId="74619c95fa3483c9" providerId="LiveId" clId="{D3128F82-6912-0F40-BAD3-A276DA5466DC}" dt="2021-03-16T10:21:09.328" v="3208"/>
          <ac:grpSpMkLst>
            <pc:docMk/>
            <pc:sldMk cId="0" sldId="266"/>
            <ac:grpSpMk id="117" creationId="{86F407A3-618F-F349-BAFF-71502C65A0EA}"/>
          </ac:grpSpMkLst>
        </pc:grpChg>
        <pc:grpChg chg="add del">
          <ac:chgData name="Aggie Menezes" userId="74619c95fa3483c9" providerId="LiveId" clId="{D3128F82-6912-0F40-BAD3-A276DA5466DC}" dt="2021-03-16T10:21:10.485" v="3210"/>
          <ac:grpSpMkLst>
            <pc:docMk/>
            <pc:sldMk cId="0" sldId="266"/>
            <ac:grpSpMk id="119" creationId="{A358A07F-4C80-964D-8862-BE6A8D322FF7}"/>
          </ac:grpSpMkLst>
        </pc:grpChg>
        <pc:grpChg chg="add">
          <ac:chgData name="Aggie Menezes" userId="74619c95fa3483c9" providerId="LiveId" clId="{D3128F82-6912-0F40-BAD3-A276DA5466DC}" dt="2021-03-16T10:21:10.485" v="3210"/>
          <ac:grpSpMkLst>
            <pc:docMk/>
            <pc:sldMk cId="0" sldId="266"/>
            <ac:grpSpMk id="121" creationId="{E71976BE-D26A-584E-AE7E-622DFC12C642}"/>
          </ac:grpSpMkLst>
        </pc:grpChg>
        <pc:grpChg chg="add">
          <ac:chgData name="Aggie Menezes" userId="74619c95fa3483c9" providerId="LiveId" clId="{D3128F82-6912-0F40-BAD3-A276DA5466DC}" dt="2021-03-18T12:22:57.620" v="4397"/>
          <ac:grpSpMkLst>
            <pc:docMk/>
            <pc:sldMk cId="0" sldId="266"/>
            <ac:grpSpMk id="126" creationId="{9717BF0B-F91A-EC4B-9361-C840B622B568}"/>
          </ac:grpSpMkLst>
        </pc:grpChg>
        <pc:grpChg chg="add del">
          <ac:chgData name="Aggie Menezes" userId="74619c95fa3483c9" providerId="LiveId" clId="{D3128F82-6912-0F40-BAD3-A276DA5466DC}" dt="2021-03-18T13:39:51.671" v="4415"/>
          <ac:grpSpMkLst>
            <pc:docMk/>
            <pc:sldMk cId="0" sldId="266"/>
            <ac:grpSpMk id="127" creationId="{5FF337C4-AED2-434C-8394-5D3C0252A932}"/>
          </ac:grpSpMkLst>
        </pc:grpChg>
        <pc:grpChg chg="add del">
          <ac:chgData name="Aggie Menezes" userId="74619c95fa3483c9" providerId="LiveId" clId="{D3128F82-6912-0F40-BAD3-A276DA5466DC}" dt="2021-03-18T12:23:11.494" v="4409"/>
          <ac:grpSpMkLst>
            <pc:docMk/>
            <pc:sldMk cId="0" sldId="266"/>
            <ac:grpSpMk id="135" creationId="{006F7ED4-9D3A-554D-B7AE-F456D9948EE2}"/>
          </ac:grpSpMkLst>
        </pc:grpChg>
        <pc:grpChg chg="add">
          <ac:chgData name="Aggie Menezes" userId="74619c95fa3483c9" providerId="LiveId" clId="{D3128F82-6912-0F40-BAD3-A276DA5466DC}" dt="2021-03-18T12:23:11.494" v="4409"/>
          <ac:grpSpMkLst>
            <pc:docMk/>
            <pc:sldMk cId="0" sldId="266"/>
            <ac:grpSpMk id="139" creationId="{57E4D2B3-2016-5D43-9500-901DEFBB45E4}"/>
          </ac:grpSpMkLst>
        </pc:grpChg>
        <pc:grpChg chg="add del">
          <ac:chgData name="Aggie Menezes" userId="74619c95fa3483c9" providerId="LiveId" clId="{D3128F82-6912-0F40-BAD3-A276DA5466DC}" dt="2021-03-18T13:39:51.671" v="4415"/>
          <ac:grpSpMkLst>
            <pc:docMk/>
            <pc:sldMk cId="0" sldId="266"/>
            <ac:grpSpMk id="144" creationId="{B62102B4-9985-0940-9844-28D73FCD57A0}"/>
          </ac:grpSpMkLst>
        </pc:grpChg>
        <pc:inkChg chg="add del">
          <ac:chgData name="Aggie Menezes" userId="74619c95fa3483c9" providerId="LiveId" clId="{D3128F82-6912-0F40-BAD3-A276DA5466DC}" dt="2021-03-16T10:18:23.119" v="3113"/>
          <ac:inkMkLst>
            <pc:docMk/>
            <pc:sldMk cId="0" sldId="266"/>
            <ac:inkMk id="3" creationId="{A1E7166F-CF7E-4E4D-814B-598A219A166A}"/>
          </ac:inkMkLst>
        </pc:inkChg>
        <pc:inkChg chg="add">
          <ac:chgData name="Aggie Menezes" userId="74619c95fa3483c9" providerId="LiveId" clId="{D3128F82-6912-0F40-BAD3-A276DA5466DC}" dt="2021-03-18T11:59:03.418" v="4233"/>
          <ac:inkMkLst>
            <pc:docMk/>
            <pc:sldMk cId="0" sldId="266"/>
            <ac:inkMk id="3" creationId="{F18EE943-8947-2F47-B7FA-0DEA89F025FB}"/>
          </ac:inkMkLst>
        </pc:inkChg>
        <pc:inkChg chg="add">
          <ac:chgData name="Aggie Menezes" userId="74619c95fa3483c9" providerId="LiveId" clId="{D3128F82-6912-0F40-BAD3-A276DA5466DC}" dt="2021-03-18T11:59:05.469" v="4234"/>
          <ac:inkMkLst>
            <pc:docMk/>
            <pc:sldMk cId="0" sldId="266"/>
            <ac:inkMk id="4" creationId="{88702923-4453-E44F-BCD0-9BEA027E9CA8}"/>
          </ac:inkMkLst>
        </pc:inkChg>
        <pc:inkChg chg="add del">
          <ac:chgData name="Aggie Menezes" userId="74619c95fa3483c9" providerId="LiveId" clId="{D3128F82-6912-0F40-BAD3-A276DA5466DC}" dt="2021-03-16T10:18:23.122" v="3114"/>
          <ac:inkMkLst>
            <pc:docMk/>
            <pc:sldMk cId="0" sldId="266"/>
            <ac:inkMk id="4" creationId="{AA0A08E1-DAE0-114A-98E4-CCE88F1816DC}"/>
          </ac:inkMkLst>
        </pc:inkChg>
        <pc:inkChg chg="add del topLvl">
          <ac:chgData name="Aggie Menezes" userId="74619c95fa3483c9" providerId="LiveId" clId="{D3128F82-6912-0F40-BAD3-A276DA5466DC}" dt="2021-03-16T10:18:25.025" v="3118"/>
          <ac:inkMkLst>
            <pc:docMk/>
            <pc:sldMk cId="0" sldId="266"/>
            <ac:inkMk id="5" creationId="{5AD2B337-9E38-DD4D-B1F7-BBEC58ACD4C0}"/>
          </ac:inkMkLst>
        </pc:inkChg>
        <pc:inkChg chg="add del topLvl">
          <ac:chgData name="Aggie Menezes" userId="74619c95fa3483c9" providerId="LiveId" clId="{D3128F82-6912-0F40-BAD3-A276DA5466DC}" dt="2021-03-16T10:18:25.008" v="3115"/>
          <ac:inkMkLst>
            <pc:docMk/>
            <pc:sldMk cId="0" sldId="266"/>
            <ac:inkMk id="6" creationId="{EC3FA38D-345D-054A-B333-C9C06D8B85DD}"/>
          </ac:inkMkLst>
        </pc:inkChg>
        <pc:inkChg chg="add topLvl">
          <ac:chgData name="Aggie Menezes" userId="74619c95fa3483c9" providerId="LiveId" clId="{D3128F82-6912-0F40-BAD3-A276DA5466DC}" dt="2021-03-18T11:59:17.623" v="4247"/>
          <ac:inkMkLst>
            <pc:docMk/>
            <pc:sldMk cId="0" sldId="266"/>
            <ac:inkMk id="6" creationId="{EED1096B-FCE5-7B43-B146-8F36156B7AEF}"/>
          </ac:inkMkLst>
        </pc:inkChg>
        <pc:inkChg chg="add topLvl">
          <ac:chgData name="Aggie Menezes" userId="74619c95fa3483c9" providerId="LiveId" clId="{D3128F82-6912-0F40-BAD3-A276DA5466DC}" dt="2021-03-18T11:59:17.623" v="4247"/>
          <ac:inkMkLst>
            <pc:docMk/>
            <pc:sldMk cId="0" sldId="266"/>
            <ac:inkMk id="7" creationId="{CD5C9E33-93F6-EC4D-BDD6-0C0C8A2ACE2A}"/>
          </ac:inkMkLst>
        </pc:inkChg>
        <pc:inkChg chg="add topLvl">
          <ac:chgData name="Aggie Menezes" userId="74619c95fa3483c9" providerId="LiveId" clId="{D3128F82-6912-0F40-BAD3-A276DA5466DC}" dt="2021-03-18T11:59:17.623" v="4247"/>
          <ac:inkMkLst>
            <pc:docMk/>
            <pc:sldMk cId="0" sldId="266"/>
            <ac:inkMk id="8" creationId="{0F1CDDD2-7A71-624C-AF34-AE5DB9A4AF40}"/>
          </ac:inkMkLst>
        </pc:inkChg>
        <pc:inkChg chg="add del topLvl">
          <ac:chgData name="Aggie Menezes" userId="74619c95fa3483c9" providerId="LiveId" clId="{D3128F82-6912-0F40-BAD3-A276DA5466DC}" dt="2021-03-16T10:18:25.028" v="3119"/>
          <ac:inkMkLst>
            <pc:docMk/>
            <pc:sldMk cId="0" sldId="266"/>
            <ac:inkMk id="8" creationId="{164195BA-D263-104D-8FE9-A852DD1A84EF}"/>
          </ac:inkMkLst>
        </pc:inkChg>
        <pc:inkChg chg="add del topLvl">
          <ac:chgData name="Aggie Menezes" userId="74619c95fa3483c9" providerId="LiveId" clId="{D3128F82-6912-0F40-BAD3-A276DA5466DC}" dt="2021-03-16T10:18:25.022" v="3117"/>
          <ac:inkMkLst>
            <pc:docMk/>
            <pc:sldMk cId="0" sldId="266"/>
            <ac:inkMk id="9" creationId="{F31817E5-D156-AD49-9986-AC1D053599C6}"/>
          </ac:inkMkLst>
        </pc:inkChg>
        <pc:inkChg chg="add del">
          <ac:chgData name="Aggie Menezes" userId="74619c95fa3483c9" providerId="LiveId" clId="{D3128F82-6912-0F40-BAD3-A276DA5466DC}" dt="2021-03-16T10:18:25.014" v="3116"/>
          <ac:inkMkLst>
            <pc:docMk/>
            <pc:sldMk cId="0" sldId="266"/>
            <ac:inkMk id="10" creationId="{EDFC27EB-8506-744B-94B6-149F17958163}"/>
          </ac:inkMkLst>
        </pc:inkChg>
        <pc:inkChg chg="add">
          <ac:chgData name="Aggie Menezes" userId="74619c95fa3483c9" providerId="LiveId" clId="{D3128F82-6912-0F40-BAD3-A276DA5466DC}" dt="2021-03-18T11:59:14.399" v="4240"/>
          <ac:inkMkLst>
            <pc:docMk/>
            <pc:sldMk cId="0" sldId="266"/>
            <ac:inkMk id="10" creationId="{FEC07E30-9C0A-864B-B26A-6E05BAFA2572}"/>
          </ac:inkMkLst>
        </pc:inkChg>
        <pc:inkChg chg="add">
          <ac:chgData name="Aggie Menezes" userId="74619c95fa3483c9" providerId="LiveId" clId="{D3128F82-6912-0F40-BAD3-A276DA5466DC}" dt="2021-03-18T11:59:14.824" v="4241"/>
          <ac:inkMkLst>
            <pc:docMk/>
            <pc:sldMk cId="0" sldId="266"/>
            <ac:inkMk id="11" creationId="{2A9127FB-DA4E-DE48-877F-23A8117C9B1A}"/>
          </ac:inkMkLst>
        </pc:inkChg>
        <pc:inkChg chg="add del topLvl">
          <ac:chgData name="Aggie Menezes" userId="74619c95fa3483c9" providerId="LiveId" clId="{D3128F82-6912-0F40-BAD3-A276DA5466DC}" dt="2021-03-16T10:17:55.233" v="3106"/>
          <ac:inkMkLst>
            <pc:docMk/>
            <pc:sldMk cId="0" sldId="266"/>
            <ac:inkMk id="12" creationId="{9009CCAD-9954-2743-8A51-595F9AC16998}"/>
          </ac:inkMkLst>
        </pc:inkChg>
        <pc:inkChg chg="add">
          <ac:chgData name="Aggie Menezes" userId="74619c95fa3483c9" providerId="LiveId" clId="{D3128F82-6912-0F40-BAD3-A276DA5466DC}" dt="2021-03-18T11:59:15.082" v="4242"/>
          <ac:inkMkLst>
            <pc:docMk/>
            <pc:sldMk cId="0" sldId="266"/>
            <ac:inkMk id="12" creationId="{C25D3E85-1327-2E4A-AC19-335644552AD0}"/>
          </ac:inkMkLst>
        </pc:inkChg>
        <pc:inkChg chg="add">
          <ac:chgData name="Aggie Menezes" userId="74619c95fa3483c9" providerId="LiveId" clId="{D3128F82-6912-0F40-BAD3-A276DA5466DC}" dt="2021-03-18T11:59:15.867" v="4243"/>
          <ac:inkMkLst>
            <pc:docMk/>
            <pc:sldMk cId="0" sldId="266"/>
            <ac:inkMk id="13" creationId="{0847B196-ACFF-A347-BF84-0E803270F458}"/>
          </ac:inkMkLst>
        </pc:inkChg>
        <pc:inkChg chg="add del topLvl">
          <ac:chgData name="Aggie Menezes" userId="74619c95fa3483c9" providerId="LiveId" clId="{D3128F82-6912-0F40-BAD3-A276DA5466DC}" dt="2021-03-16T10:17:55.224" v="3104"/>
          <ac:inkMkLst>
            <pc:docMk/>
            <pc:sldMk cId="0" sldId="266"/>
            <ac:inkMk id="13" creationId="{C345BF93-9A8C-524B-92AC-5F739F1591F9}"/>
          </ac:inkMkLst>
        </pc:inkChg>
        <pc:inkChg chg="add">
          <ac:chgData name="Aggie Menezes" userId="74619c95fa3483c9" providerId="LiveId" clId="{D3128F82-6912-0F40-BAD3-A276DA5466DC}" dt="2021-03-18T11:59:16.210" v="4244"/>
          <ac:inkMkLst>
            <pc:docMk/>
            <pc:sldMk cId="0" sldId="266"/>
            <ac:inkMk id="14" creationId="{41D46B96-6B11-8544-8036-498ABBAC763B}"/>
          </ac:inkMkLst>
        </pc:inkChg>
        <pc:inkChg chg="add del">
          <ac:chgData name="Aggie Menezes" userId="74619c95fa3483c9" providerId="LiveId" clId="{D3128F82-6912-0F40-BAD3-A276DA5466DC}" dt="2021-03-16T10:18:23.116" v="3112"/>
          <ac:inkMkLst>
            <pc:docMk/>
            <pc:sldMk cId="0" sldId="266"/>
            <ac:inkMk id="14" creationId="{5A2A6356-2280-3246-9601-CE0C1C2618C4}"/>
          </ac:inkMkLst>
        </pc:inkChg>
        <pc:inkChg chg="add">
          <ac:chgData name="Aggie Menezes" userId="74619c95fa3483c9" providerId="LiveId" clId="{D3128F82-6912-0F40-BAD3-A276DA5466DC}" dt="2021-03-18T11:59:16.569" v="4245"/>
          <ac:inkMkLst>
            <pc:docMk/>
            <pc:sldMk cId="0" sldId="266"/>
            <ac:inkMk id="15" creationId="{9F3197D6-A311-EE49-A25C-9FF196AE6AA7}"/>
          </ac:inkMkLst>
        </pc:inkChg>
        <pc:inkChg chg="add del topLvl">
          <ac:chgData name="Aggie Menezes" userId="74619c95fa3483c9" providerId="LiveId" clId="{D3128F82-6912-0F40-BAD3-A276DA5466DC}" dt="2021-03-16T10:17:55.238" v="3108"/>
          <ac:inkMkLst>
            <pc:docMk/>
            <pc:sldMk cId="0" sldId="266"/>
            <ac:inkMk id="15" creationId="{E3683DC6-8441-2E47-B27D-D40AC9CC9138}"/>
          </ac:inkMkLst>
        </pc:inkChg>
        <pc:inkChg chg="add">
          <ac:chgData name="Aggie Menezes" userId="74619c95fa3483c9" providerId="LiveId" clId="{D3128F82-6912-0F40-BAD3-A276DA5466DC}" dt="2021-03-18T11:59:16.944" v="4246"/>
          <ac:inkMkLst>
            <pc:docMk/>
            <pc:sldMk cId="0" sldId="266"/>
            <ac:inkMk id="16" creationId="{89ECDF84-1AFB-8140-9DAC-EB944E077AC3}"/>
          </ac:inkMkLst>
        </pc:inkChg>
        <pc:inkChg chg="add del">
          <ac:chgData name="Aggie Menezes" userId="74619c95fa3483c9" providerId="LiveId" clId="{D3128F82-6912-0F40-BAD3-A276DA5466DC}" dt="2021-03-16T10:17:55.176" v="3094"/>
          <ac:inkMkLst>
            <pc:docMk/>
            <pc:sldMk cId="0" sldId="266"/>
            <ac:inkMk id="16" creationId="{8CB0601A-CB82-934C-BDC2-583A3D949F78}"/>
          </ac:inkMkLst>
        </pc:inkChg>
        <pc:inkChg chg="add del">
          <ac:chgData name="Aggie Menezes" userId="74619c95fa3483c9" providerId="LiveId" clId="{D3128F82-6912-0F40-BAD3-A276DA5466DC}" dt="2021-03-16T10:17:55.196" v="3098"/>
          <ac:inkMkLst>
            <pc:docMk/>
            <pc:sldMk cId="0" sldId="266"/>
            <ac:inkMk id="17" creationId="{F8526A52-5CB3-384D-A9F1-BB001B3C61CA}"/>
          </ac:inkMkLst>
        </pc:inkChg>
        <pc:inkChg chg="add">
          <ac:chgData name="Aggie Menezes" userId="74619c95fa3483c9" providerId="LiveId" clId="{D3128F82-6912-0F40-BAD3-A276DA5466DC}" dt="2021-03-18T11:59:55.253" v="4248"/>
          <ac:inkMkLst>
            <pc:docMk/>
            <pc:sldMk cId="0" sldId="266"/>
            <ac:inkMk id="18" creationId="{99B280EF-3C69-624E-8403-970495443CD5}"/>
          </ac:inkMkLst>
        </pc:inkChg>
        <pc:inkChg chg="add del">
          <ac:chgData name="Aggie Menezes" userId="74619c95fa3483c9" providerId="LiveId" clId="{D3128F82-6912-0F40-BAD3-A276DA5466DC}" dt="2021-03-16T10:17:55.210" v="3101"/>
          <ac:inkMkLst>
            <pc:docMk/>
            <pc:sldMk cId="0" sldId="266"/>
            <ac:inkMk id="18" creationId="{C5F57AF7-A703-0846-9412-2EEC499C1E50}"/>
          </ac:inkMkLst>
        </pc:inkChg>
        <pc:inkChg chg="add del">
          <ac:chgData name="Aggie Menezes" userId="74619c95fa3483c9" providerId="LiveId" clId="{D3128F82-6912-0F40-BAD3-A276DA5466DC}" dt="2021-03-16T10:17:55.191" v="3097"/>
          <ac:inkMkLst>
            <pc:docMk/>
            <pc:sldMk cId="0" sldId="266"/>
            <ac:inkMk id="19" creationId="{4031BD2B-BF46-194A-BCF4-8203C1BAB548}"/>
          </ac:inkMkLst>
        </pc:inkChg>
        <pc:inkChg chg="add">
          <ac:chgData name="Aggie Menezes" userId="74619c95fa3483c9" providerId="LiveId" clId="{D3128F82-6912-0F40-BAD3-A276DA5466DC}" dt="2021-03-18T11:59:55.387" v="4249"/>
          <ac:inkMkLst>
            <pc:docMk/>
            <pc:sldMk cId="0" sldId="266"/>
            <ac:inkMk id="19" creationId="{EAB915FE-060C-044B-9B05-7CC03385C581}"/>
          </ac:inkMkLst>
        </pc:inkChg>
        <pc:inkChg chg="add del topLvl">
          <ac:chgData name="Aggie Menezes" userId="74619c95fa3483c9" providerId="LiveId" clId="{D3128F82-6912-0F40-BAD3-A276DA5466DC}" dt="2021-03-16T10:17:55.180" v="3095"/>
          <ac:inkMkLst>
            <pc:docMk/>
            <pc:sldMk cId="0" sldId="266"/>
            <ac:inkMk id="20" creationId="{D63D391C-8460-5646-BAE0-A9B1E8190553}"/>
          </ac:inkMkLst>
        </pc:inkChg>
        <pc:inkChg chg="add">
          <ac:chgData name="Aggie Menezes" userId="74619c95fa3483c9" providerId="LiveId" clId="{D3128F82-6912-0F40-BAD3-A276DA5466DC}" dt="2021-03-18T11:59:55.534" v="4250"/>
          <ac:inkMkLst>
            <pc:docMk/>
            <pc:sldMk cId="0" sldId="266"/>
            <ac:inkMk id="20" creationId="{FC9FE0B6-E209-524A-85E2-1FB3D36A1C3D}"/>
          </ac:inkMkLst>
        </pc:inkChg>
        <pc:inkChg chg="add del topLvl">
          <ac:chgData name="Aggie Menezes" userId="74619c95fa3483c9" providerId="LiveId" clId="{D3128F82-6912-0F40-BAD3-A276DA5466DC}" dt="2021-03-16T10:17:55.215" v="3102"/>
          <ac:inkMkLst>
            <pc:docMk/>
            <pc:sldMk cId="0" sldId="266"/>
            <ac:inkMk id="21" creationId="{653CD142-50D5-CE49-BE06-B91119ED8E93}"/>
          </ac:inkMkLst>
        </pc:inkChg>
        <pc:inkChg chg="add">
          <ac:chgData name="Aggie Menezes" userId="74619c95fa3483c9" providerId="LiveId" clId="{D3128F82-6912-0F40-BAD3-A276DA5466DC}" dt="2021-03-18T11:59:55.694" v="4251"/>
          <ac:inkMkLst>
            <pc:docMk/>
            <pc:sldMk cId="0" sldId="266"/>
            <ac:inkMk id="21" creationId="{85BC7339-D271-6044-9633-8737B5C24093}"/>
          </ac:inkMkLst>
        </pc:inkChg>
        <pc:inkChg chg="add">
          <ac:chgData name="Aggie Menezes" userId="74619c95fa3483c9" providerId="LiveId" clId="{D3128F82-6912-0F40-BAD3-A276DA5466DC}" dt="2021-03-18T11:59:55.846" v="4252"/>
          <ac:inkMkLst>
            <pc:docMk/>
            <pc:sldMk cId="0" sldId="266"/>
            <ac:inkMk id="22" creationId="{31BD8BA0-01AC-F248-BDDB-E3BA44D65FE4}"/>
          </ac:inkMkLst>
        </pc:inkChg>
        <pc:inkChg chg="add del topLvl">
          <ac:chgData name="Aggie Menezes" userId="74619c95fa3483c9" providerId="LiveId" clId="{D3128F82-6912-0F40-BAD3-A276DA5466DC}" dt="2021-03-16T10:17:55.171" v="3093"/>
          <ac:inkMkLst>
            <pc:docMk/>
            <pc:sldMk cId="0" sldId="266"/>
            <ac:inkMk id="22" creationId="{D6DC2DBD-AC23-3D46-9DF3-374E874CBD71}"/>
          </ac:inkMkLst>
        </pc:inkChg>
        <pc:inkChg chg="add topLvl">
          <ac:chgData name="Aggie Menezes" userId="74619c95fa3483c9" providerId="LiveId" clId="{D3128F82-6912-0F40-BAD3-A276DA5466DC}" dt="2021-03-16T10:18:33.936" v="3126"/>
          <ac:inkMkLst>
            <pc:docMk/>
            <pc:sldMk cId="0" sldId="266"/>
            <ac:inkMk id="23" creationId="{10A4B9F5-75CC-9D4C-8485-45FD75D37CFA}"/>
          </ac:inkMkLst>
        </pc:inkChg>
        <pc:inkChg chg="add">
          <ac:chgData name="Aggie Menezes" userId="74619c95fa3483c9" providerId="LiveId" clId="{D3128F82-6912-0F40-BAD3-A276DA5466DC}" dt="2021-03-18T11:59:56.030" v="4253"/>
          <ac:inkMkLst>
            <pc:docMk/>
            <pc:sldMk cId="0" sldId="266"/>
            <ac:inkMk id="23" creationId="{A7DB8924-3645-134A-9E08-2AE2F9E25097}"/>
          </ac:inkMkLst>
        </pc:inkChg>
        <pc:inkChg chg="add">
          <ac:chgData name="Aggie Menezes" userId="74619c95fa3483c9" providerId="LiveId" clId="{D3128F82-6912-0F40-BAD3-A276DA5466DC}" dt="2021-03-18T11:59:56.187" v="4254"/>
          <ac:inkMkLst>
            <pc:docMk/>
            <pc:sldMk cId="0" sldId="266"/>
            <ac:inkMk id="24" creationId="{57043A5A-1651-364E-9202-946A38642682}"/>
          </ac:inkMkLst>
        </pc:inkChg>
        <pc:inkChg chg="add">
          <ac:chgData name="Aggie Menezes" userId="74619c95fa3483c9" providerId="LiveId" clId="{D3128F82-6912-0F40-BAD3-A276DA5466DC}" dt="2021-03-18T11:59:56.342" v="4255"/>
          <ac:inkMkLst>
            <pc:docMk/>
            <pc:sldMk cId="0" sldId="266"/>
            <ac:inkMk id="25" creationId="{66B41046-5D63-3144-926D-B22301A703AE}"/>
          </ac:inkMkLst>
        </pc:inkChg>
        <pc:inkChg chg="add del topLvl">
          <ac:chgData name="Aggie Menezes" userId="74619c95fa3483c9" providerId="LiveId" clId="{D3128F82-6912-0F40-BAD3-A276DA5466DC}" dt="2021-03-16T10:17:55.186" v="3096"/>
          <ac:inkMkLst>
            <pc:docMk/>
            <pc:sldMk cId="0" sldId="266"/>
            <ac:inkMk id="25" creationId="{696875BB-230E-454D-81CB-8E4DA8490D19}"/>
          </ac:inkMkLst>
        </pc:inkChg>
        <pc:inkChg chg="add">
          <ac:chgData name="Aggie Menezes" userId="74619c95fa3483c9" providerId="LiveId" clId="{D3128F82-6912-0F40-BAD3-A276DA5466DC}" dt="2021-03-18T11:59:56.521" v="4256"/>
          <ac:inkMkLst>
            <pc:docMk/>
            <pc:sldMk cId="0" sldId="266"/>
            <ac:inkMk id="26" creationId="{64FABF24-D48B-FD4A-9416-D3571BB600DE}"/>
          </ac:inkMkLst>
        </pc:inkChg>
        <pc:inkChg chg="add del topLvl">
          <ac:chgData name="Aggie Menezes" userId="74619c95fa3483c9" providerId="LiveId" clId="{D3128F82-6912-0F40-BAD3-A276DA5466DC}" dt="2021-03-16T10:17:55.218" v="3103"/>
          <ac:inkMkLst>
            <pc:docMk/>
            <pc:sldMk cId="0" sldId="266"/>
            <ac:inkMk id="26" creationId="{DD2CAAA4-1F25-E94F-BDF8-CFF4E478157C}"/>
          </ac:inkMkLst>
        </pc:inkChg>
        <pc:inkChg chg="add del topLvl">
          <ac:chgData name="Aggie Menezes" userId="74619c95fa3483c9" providerId="LiveId" clId="{D3128F82-6912-0F40-BAD3-A276DA5466DC}" dt="2021-03-16T10:17:55.226" v="3105"/>
          <ac:inkMkLst>
            <pc:docMk/>
            <pc:sldMk cId="0" sldId="266"/>
            <ac:inkMk id="27" creationId="{1546B8D1-C9E2-7749-AE7D-BD70DE623E41}"/>
          </ac:inkMkLst>
        </pc:inkChg>
        <pc:inkChg chg="add">
          <ac:chgData name="Aggie Menezes" userId="74619c95fa3483c9" providerId="LiveId" clId="{D3128F82-6912-0F40-BAD3-A276DA5466DC}" dt="2021-03-18T11:59:59.339" v="4258"/>
          <ac:inkMkLst>
            <pc:docMk/>
            <pc:sldMk cId="0" sldId="266"/>
            <ac:inkMk id="29" creationId="{9913CDFE-DF2E-4A4A-9958-B2A69AFB70DA}"/>
          </ac:inkMkLst>
        </pc:inkChg>
        <pc:inkChg chg="add del">
          <ac:chgData name="Aggie Menezes" userId="74619c95fa3483c9" providerId="LiveId" clId="{D3128F82-6912-0F40-BAD3-A276DA5466DC}" dt="2021-03-16T10:17:55.236" v="3107"/>
          <ac:inkMkLst>
            <pc:docMk/>
            <pc:sldMk cId="0" sldId="266"/>
            <ac:inkMk id="30" creationId="{0E64EACD-CAD1-1645-98A9-806CC5E92D6D}"/>
          </ac:inkMkLst>
        </pc:inkChg>
        <pc:inkChg chg="add">
          <ac:chgData name="Aggie Menezes" userId="74619c95fa3483c9" providerId="LiveId" clId="{D3128F82-6912-0F40-BAD3-A276DA5466DC}" dt="2021-03-18T11:59:59.633" v="4259"/>
          <ac:inkMkLst>
            <pc:docMk/>
            <pc:sldMk cId="0" sldId="266"/>
            <ac:inkMk id="30" creationId="{6BA2E599-AA83-8244-B7F3-05C55C51A81B}"/>
          </ac:inkMkLst>
        </pc:inkChg>
        <pc:inkChg chg="add del topLvl">
          <ac:chgData name="Aggie Menezes" userId="74619c95fa3483c9" providerId="LiveId" clId="{D3128F82-6912-0F40-BAD3-A276DA5466DC}" dt="2021-03-16T10:17:57.753" v="3109"/>
          <ac:inkMkLst>
            <pc:docMk/>
            <pc:sldMk cId="0" sldId="266"/>
            <ac:inkMk id="31" creationId="{B8350EE4-B170-834F-A3F3-EB46D07AEDBB}"/>
          </ac:inkMkLst>
        </pc:inkChg>
        <pc:inkChg chg="add">
          <ac:chgData name="Aggie Menezes" userId="74619c95fa3483c9" providerId="LiveId" clId="{D3128F82-6912-0F40-BAD3-A276DA5466DC}" dt="2021-03-18T11:59:59.850" v="4260"/>
          <ac:inkMkLst>
            <pc:docMk/>
            <pc:sldMk cId="0" sldId="266"/>
            <ac:inkMk id="31" creationId="{CC3A48FC-0FE5-DE4B-8616-3BC20C7ECB3D}"/>
          </ac:inkMkLst>
        </pc:inkChg>
        <pc:inkChg chg="add">
          <ac:chgData name="Aggie Menezes" userId="74619c95fa3483c9" providerId="LiveId" clId="{D3128F82-6912-0F40-BAD3-A276DA5466DC}" dt="2021-03-18T12:00:00.356" v="4261"/>
          <ac:inkMkLst>
            <pc:docMk/>
            <pc:sldMk cId="0" sldId="266"/>
            <ac:inkMk id="32" creationId="{C928122E-A3DD-0343-9425-F5501A714E01}"/>
          </ac:inkMkLst>
        </pc:inkChg>
        <pc:inkChg chg="add del topLvl">
          <ac:chgData name="Aggie Menezes" userId="74619c95fa3483c9" providerId="LiveId" clId="{D3128F82-6912-0F40-BAD3-A276DA5466DC}" dt="2021-03-16T10:17:57.756" v="3110"/>
          <ac:inkMkLst>
            <pc:docMk/>
            <pc:sldMk cId="0" sldId="266"/>
            <ac:inkMk id="32" creationId="{F9555ACA-EF30-5C44-A6A1-08917D064A81}"/>
          </ac:inkMkLst>
        </pc:inkChg>
        <pc:inkChg chg="add">
          <ac:chgData name="Aggie Menezes" userId="74619c95fa3483c9" providerId="LiveId" clId="{D3128F82-6912-0F40-BAD3-A276DA5466DC}" dt="2021-03-18T12:00:00.559" v="4262"/>
          <ac:inkMkLst>
            <pc:docMk/>
            <pc:sldMk cId="0" sldId="266"/>
            <ac:inkMk id="33" creationId="{4290CB0D-0EF0-D942-953B-18D743E489B5}"/>
          </ac:inkMkLst>
        </pc:inkChg>
        <pc:inkChg chg="add">
          <ac:chgData name="Aggie Menezes" userId="74619c95fa3483c9" providerId="LiveId" clId="{D3128F82-6912-0F40-BAD3-A276DA5466DC}" dt="2021-03-18T12:00:00.838" v="4263"/>
          <ac:inkMkLst>
            <pc:docMk/>
            <pc:sldMk cId="0" sldId="266"/>
            <ac:inkMk id="34" creationId="{4F57D6E3-FE74-4542-814D-FA80065BF425}"/>
          </ac:inkMkLst>
        </pc:inkChg>
        <pc:inkChg chg="add del topLvl">
          <ac:chgData name="Aggie Menezes" userId="74619c95fa3483c9" providerId="LiveId" clId="{D3128F82-6912-0F40-BAD3-A276DA5466DC}" dt="2021-03-16T10:17:55.202" v="3099"/>
          <ac:inkMkLst>
            <pc:docMk/>
            <pc:sldMk cId="0" sldId="266"/>
            <ac:inkMk id="34" creationId="{B87923A3-C85F-6C40-91E3-E2738250B4DC}"/>
          </ac:inkMkLst>
        </pc:inkChg>
        <pc:inkChg chg="add del topLvl">
          <ac:chgData name="Aggie Menezes" userId="74619c95fa3483c9" providerId="LiveId" clId="{D3128F82-6912-0F40-BAD3-A276DA5466DC}" dt="2021-03-16T10:17:55.205" v="3100"/>
          <ac:inkMkLst>
            <pc:docMk/>
            <pc:sldMk cId="0" sldId="266"/>
            <ac:inkMk id="35" creationId="{60E47993-6210-3E4C-BB7B-0C8EC694BE86}"/>
          </ac:inkMkLst>
        </pc:inkChg>
        <pc:inkChg chg="add">
          <ac:chgData name="Aggie Menezes" userId="74619c95fa3483c9" providerId="LiveId" clId="{D3128F82-6912-0F40-BAD3-A276DA5466DC}" dt="2021-03-18T12:00:01.013" v="4264"/>
          <ac:inkMkLst>
            <pc:docMk/>
            <pc:sldMk cId="0" sldId="266"/>
            <ac:inkMk id="35" creationId="{BC271BE1-2EA4-BA42-8F47-3066C7D5533F}"/>
          </ac:inkMkLst>
        </pc:inkChg>
        <pc:inkChg chg="add">
          <ac:chgData name="Aggie Menezes" userId="74619c95fa3483c9" providerId="LiveId" clId="{D3128F82-6912-0F40-BAD3-A276DA5466DC}" dt="2021-03-18T12:00:01.947" v="4265"/>
          <ac:inkMkLst>
            <pc:docMk/>
            <pc:sldMk cId="0" sldId="266"/>
            <ac:inkMk id="36" creationId="{210CF59B-0C9B-3141-986F-83328CA48666}"/>
          </ac:inkMkLst>
        </pc:inkChg>
        <pc:inkChg chg="add topLvl">
          <ac:chgData name="Aggie Menezes" userId="74619c95fa3483c9" providerId="LiveId" clId="{D3128F82-6912-0F40-BAD3-A276DA5466DC}" dt="2021-03-16T10:18:33.936" v="3126"/>
          <ac:inkMkLst>
            <pc:docMk/>
            <pc:sldMk cId="0" sldId="266"/>
            <ac:inkMk id="37" creationId="{5B0BD0EA-4CC1-804B-9E81-9B03429C1443}"/>
          </ac:inkMkLst>
        </pc:inkChg>
        <pc:inkChg chg="add">
          <ac:chgData name="Aggie Menezes" userId="74619c95fa3483c9" providerId="LiveId" clId="{D3128F82-6912-0F40-BAD3-A276DA5466DC}" dt="2021-03-18T12:01:40.075" v="4267"/>
          <ac:inkMkLst>
            <pc:docMk/>
            <pc:sldMk cId="0" sldId="266"/>
            <ac:inkMk id="39" creationId="{43D173E9-5AC4-514F-A105-9C2FFE68FB1A}"/>
          </ac:inkMkLst>
        </pc:inkChg>
        <pc:inkChg chg="add topLvl">
          <ac:chgData name="Aggie Menezes" userId="74619c95fa3483c9" providerId="LiveId" clId="{D3128F82-6912-0F40-BAD3-A276DA5466DC}" dt="2021-03-16T10:18:33.936" v="3126"/>
          <ac:inkMkLst>
            <pc:docMk/>
            <pc:sldMk cId="0" sldId="266"/>
            <ac:inkMk id="39" creationId="{ED71E1AC-47C4-564A-96E9-1EB276B36AA0}"/>
          </ac:inkMkLst>
        </pc:inkChg>
        <pc:inkChg chg="add topLvl">
          <ac:chgData name="Aggie Menezes" userId="74619c95fa3483c9" providerId="LiveId" clId="{D3128F82-6912-0F40-BAD3-A276DA5466DC}" dt="2021-03-18T12:02:06.260" v="4298"/>
          <ac:inkMkLst>
            <pc:docMk/>
            <pc:sldMk cId="0" sldId="266"/>
            <ac:inkMk id="40" creationId="{1FAD20CD-CC35-CF40-8E77-C328962922A1}"/>
          </ac:inkMkLst>
        </pc:inkChg>
        <pc:inkChg chg="add">
          <ac:chgData name="Aggie Menezes" userId="74619c95fa3483c9" providerId="LiveId" clId="{D3128F82-6912-0F40-BAD3-A276DA5466DC}" dt="2021-03-16T10:18:33.404" v="3125"/>
          <ac:inkMkLst>
            <pc:docMk/>
            <pc:sldMk cId="0" sldId="266"/>
            <ac:inkMk id="41" creationId="{1020FCE4-0BD2-0348-8844-C5488EC87470}"/>
          </ac:inkMkLst>
        </pc:inkChg>
        <pc:inkChg chg="add topLvl">
          <ac:chgData name="Aggie Menezes" userId="74619c95fa3483c9" providerId="LiveId" clId="{D3128F82-6912-0F40-BAD3-A276DA5466DC}" dt="2021-03-18T12:02:06.260" v="4298"/>
          <ac:inkMkLst>
            <pc:docMk/>
            <pc:sldMk cId="0" sldId="266"/>
            <ac:inkMk id="41" creationId="{1B0E8F93-0B68-7547-AFE3-F2A0A73813C3}"/>
          </ac:inkMkLst>
        </pc:inkChg>
        <pc:inkChg chg="add topLvl">
          <ac:chgData name="Aggie Menezes" userId="74619c95fa3483c9" providerId="LiveId" clId="{D3128F82-6912-0F40-BAD3-A276DA5466DC}" dt="2021-03-18T12:02:06.260" v="4298"/>
          <ac:inkMkLst>
            <pc:docMk/>
            <pc:sldMk cId="0" sldId="266"/>
            <ac:inkMk id="42" creationId="{C4EC6D86-552B-0049-928D-95A3916CE516}"/>
          </ac:inkMkLst>
        </pc:inkChg>
        <pc:inkChg chg="add">
          <ac:chgData name="Aggie Menezes" userId="74619c95fa3483c9" providerId="LiveId" clId="{D3128F82-6912-0F40-BAD3-A276DA5466DC}" dt="2021-03-16T10:18:40.812" v="3127"/>
          <ac:inkMkLst>
            <pc:docMk/>
            <pc:sldMk cId="0" sldId="266"/>
            <ac:inkMk id="43" creationId="{632339D2-3E82-EA43-A04B-D2950EA78788}"/>
          </ac:inkMkLst>
        </pc:inkChg>
        <pc:inkChg chg="add topLvl">
          <ac:chgData name="Aggie Menezes" userId="74619c95fa3483c9" providerId="LiveId" clId="{D3128F82-6912-0F40-BAD3-A276DA5466DC}" dt="2021-03-18T12:02:06.260" v="4298"/>
          <ac:inkMkLst>
            <pc:docMk/>
            <pc:sldMk cId="0" sldId="266"/>
            <ac:inkMk id="44" creationId="{384A41EF-0658-F046-92C8-814059C830D7}"/>
          </ac:inkMkLst>
        </pc:inkChg>
        <pc:inkChg chg="add topLvl">
          <ac:chgData name="Aggie Menezes" userId="74619c95fa3483c9" providerId="LiveId" clId="{D3128F82-6912-0F40-BAD3-A276DA5466DC}" dt="2021-03-16T10:19:04.674" v="3145"/>
          <ac:inkMkLst>
            <pc:docMk/>
            <pc:sldMk cId="0" sldId="266"/>
            <ac:inkMk id="44" creationId="{DB64E929-BD2E-B249-ADDA-1AD244C3CFDB}"/>
          </ac:inkMkLst>
        </pc:inkChg>
        <pc:inkChg chg="add topLvl">
          <ac:chgData name="Aggie Menezes" userId="74619c95fa3483c9" providerId="LiveId" clId="{D3128F82-6912-0F40-BAD3-A276DA5466DC}" dt="2021-03-16T10:19:04.674" v="3145"/>
          <ac:inkMkLst>
            <pc:docMk/>
            <pc:sldMk cId="0" sldId="266"/>
            <ac:inkMk id="45" creationId="{0BA7ECC7-2E56-F74E-B3CA-5EB23A7EEB35}"/>
          </ac:inkMkLst>
        </pc:inkChg>
        <pc:inkChg chg="add topLvl">
          <ac:chgData name="Aggie Menezes" userId="74619c95fa3483c9" providerId="LiveId" clId="{D3128F82-6912-0F40-BAD3-A276DA5466DC}" dt="2021-03-18T12:02:06.260" v="4298"/>
          <ac:inkMkLst>
            <pc:docMk/>
            <pc:sldMk cId="0" sldId="266"/>
            <ac:inkMk id="45" creationId="{79FF2435-ED3F-1F43-81D3-8F646AF68F0E}"/>
          </ac:inkMkLst>
        </pc:inkChg>
        <pc:inkChg chg="add topLvl">
          <ac:chgData name="Aggie Menezes" userId="74619c95fa3483c9" providerId="LiveId" clId="{D3128F82-6912-0F40-BAD3-A276DA5466DC}" dt="2021-03-16T10:19:04.674" v="3145"/>
          <ac:inkMkLst>
            <pc:docMk/>
            <pc:sldMk cId="0" sldId="266"/>
            <ac:inkMk id="46" creationId="{0EBBB72A-9FB6-7546-AECF-DD8320215F49}"/>
          </ac:inkMkLst>
        </pc:inkChg>
        <pc:inkChg chg="add topLvl">
          <ac:chgData name="Aggie Menezes" userId="74619c95fa3483c9" providerId="LiveId" clId="{D3128F82-6912-0F40-BAD3-A276DA5466DC}" dt="2021-03-18T12:02:06.260" v="4298"/>
          <ac:inkMkLst>
            <pc:docMk/>
            <pc:sldMk cId="0" sldId="266"/>
            <ac:inkMk id="46" creationId="{28B31F5E-1351-A442-B538-F0C7B16B7D14}"/>
          </ac:inkMkLst>
        </pc:inkChg>
        <pc:inkChg chg="add topLvl">
          <ac:chgData name="Aggie Menezes" userId="74619c95fa3483c9" providerId="LiveId" clId="{D3128F82-6912-0F40-BAD3-A276DA5466DC}" dt="2021-03-16T10:19:04.674" v="3145"/>
          <ac:inkMkLst>
            <pc:docMk/>
            <pc:sldMk cId="0" sldId="266"/>
            <ac:inkMk id="47" creationId="{C303B3D7-E7F1-C943-B0D1-3BC06DC8CFA3}"/>
          </ac:inkMkLst>
        </pc:inkChg>
        <pc:inkChg chg="add topLvl">
          <ac:chgData name="Aggie Menezes" userId="74619c95fa3483c9" providerId="LiveId" clId="{D3128F82-6912-0F40-BAD3-A276DA5466DC}" dt="2021-03-18T12:02:06.260" v="4298"/>
          <ac:inkMkLst>
            <pc:docMk/>
            <pc:sldMk cId="0" sldId="266"/>
            <ac:inkMk id="47" creationId="{CB6C28B8-6CC4-CD48-9DE5-2A463A755A68}"/>
          </ac:inkMkLst>
        </pc:inkChg>
        <pc:inkChg chg="add topLvl">
          <ac:chgData name="Aggie Menezes" userId="74619c95fa3483c9" providerId="LiveId" clId="{D3128F82-6912-0F40-BAD3-A276DA5466DC}" dt="2021-03-16T10:19:04.674" v="3145"/>
          <ac:inkMkLst>
            <pc:docMk/>
            <pc:sldMk cId="0" sldId="266"/>
            <ac:inkMk id="48" creationId="{18E22486-8C32-324B-A1DF-A9A7BDBE0443}"/>
          </ac:inkMkLst>
        </pc:inkChg>
        <pc:inkChg chg="add topLvl">
          <ac:chgData name="Aggie Menezes" userId="74619c95fa3483c9" providerId="LiveId" clId="{D3128F82-6912-0F40-BAD3-A276DA5466DC}" dt="2021-03-18T12:02:06.260" v="4298"/>
          <ac:inkMkLst>
            <pc:docMk/>
            <pc:sldMk cId="0" sldId="266"/>
            <ac:inkMk id="48" creationId="{94209303-62C3-7D42-8FDA-E0070F49EC41}"/>
          </ac:inkMkLst>
        </pc:inkChg>
        <pc:inkChg chg="add topLvl">
          <ac:chgData name="Aggie Menezes" userId="74619c95fa3483c9" providerId="LiveId" clId="{D3128F82-6912-0F40-BAD3-A276DA5466DC}" dt="2021-03-18T12:02:06.260" v="4298"/>
          <ac:inkMkLst>
            <pc:docMk/>
            <pc:sldMk cId="0" sldId="266"/>
            <ac:inkMk id="49" creationId="{2F269E0F-57A6-FD47-AB68-338FF1A2993C}"/>
          </ac:inkMkLst>
        </pc:inkChg>
        <pc:inkChg chg="add topLvl">
          <ac:chgData name="Aggie Menezes" userId="74619c95fa3483c9" providerId="LiveId" clId="{D3128F82-6912-0F40-BAD3-A276DA5466DC}" dt="2021-03-16T10:19:04.674" v="3145"/>
          <ac:inkMkLst>
            <pc:docMk/>
            <pc:sldMk cId="0" sldId="266"/>
            <ac:inkMk id="49" creationId="{8F75F9D5-0090-0941-910C-9C3BD3BD3280}"/>
          </ac:inkMkLst>
        </pc:inkChg>
        <pc:inkChg chg="add topLvl">
          <ac:chgData name="Aggie Menezes" userId="74619c95fa3483c9" providerId="LiveId" clId="{D3128F82-6912-0F40-BAD3-A276DA5466DC}" dt="2021-03-16T10:19:04.674" v="3145"/>
          <ac:inkMkLst>
            <pc:docMk/>
            <pc:sldMk cId="0" sldId="266"/>
            <ac:inkMk id="50" creationId="{752A101C-F3E9-C84C-BD0B-A20E074BBA6E}"/>
          </ac:inkMkLst>
        </pc:inkChg>
        <pc:inkChg chg="add">
          <ac:chgData name="Aggie Menezes" userId="74619c95fa3483c9" providerId="LiveId" clId="{D3128F82-6912-0F40-BAD3-A276DA5466DC}" dt="2021-03-18T12:01:57.591" v="4279"/>
          <ac:inkMkLst>
            <pc:docMk/>
            <pc:sldMk cId="0" sldId="266"/>
            <ac:inkMk id="51" creationId="{55263D24-4B40-9341-9241-F8E26BC8FC75}"/>
          </ac:inkMkLst>
        </pc:inkChg>
        <pc:inkChg chg="add topLvl">
          <ac:chgData name="Aggie Menezes" userId="74619c95fa3483c9" providerId="LiveId" clId="{D3128F82-6912-0F40-BAD3-A276DA5466DC}" dt="2021-03-16T10:19:04.674" v="3145"/>
          <ac:inkMkLst>
            <pc:docMk/>
            <pc:sldMk cId="0" sldId="266"/>
            <ac:inkMk id="51" creationId="{BA1CB3A1-0511-1B4C-90F8-348B7A4F97D0}"/>
          </ac:inkMkLst>
        </pc:inkChg>
        <pc:inkChg chg="add topLvl">
          <ac:chgData name="Aggie Menezes" userId="74619c95fa3483c9" providerId="LiveId" clId="{D3128F82-6912-0F40-BAD3-A276DA5466DC}" dt="2021-03-16T10:19:04.674" v="3145"/>
          <ac:inkMkLst>
            <pc:docMk/>
            <pc:sldMk cId="0" sldId="266"/>
            <ac:inkMk id="52" creationId="{6F89EE0B-C24D-1E4B-B8E6-ACE3E0C4F8CF}"/>
          </ac:inkMkLst>
        </pc:inkChg>
        <pc:inkChg chg="add">
          <ac:chgData name="Aggie Menezes" userId="74619c95fa3483c9" providerId="LiveId" clId="{D3128F82-6912-0F40-BAD3-A276DA5466DC}" dt="2021-03-18T12:01:57.742" v="4280"/>
          <ac:inkMkLst>
            <pc:docMk/>
            <pc:sldMk cId="0" sldId="266"/>
            <ac:inkMk id="52" creationId="{DEC07B79-5E70-8D45-9256-D0CAF73B9FB3}"/>
          </ac:inkMkLst>
        </pc:inkChg>
        <pc:inkChg chg="add">
          <ac:chgData name="Aggie Menezes" userId="74619c95fa3483c9" providerId="LiveId" clId="{D3128F82-6912-0F40-BAD3-A276DA5466DC}" dt="2021-03-18T12:01:58.289" v="4281"/>
          <ac:inkMkLst>
            <pc:docMk/>
            <pc:sldMk cId="0" sldId="266"/>
            <ac:inkMk id="53" creationId="{3F6287BF-7F01-C145-BDB7-15EB100B9DE0}"/>
          </ac:inkMkLst>
        </pc:inkChg>
        <pc:inkChg chg="add">
          <ac:chgData name="Aggie Menezes" userId="74619c95fa3483c9" providerId="LiveId" clId="{D3128F82-6912-0F40-BAD3-A276DA5466DC}" dt="2021-03-16T10:19:02.512" v="3138"/>
          <ac:inkMkLst>
            <pc:docMk/>
            <pc:sldMk cId="0" sldId="266"/>
            <ac:inkMk id="54" creationId="{6F998091-9660-7E46-B73C-1FD75894A13F}"/>
          </ac:inkMkLst>
        </pc:inkChg>
        <pc:inkChg chg="add">
          <ac:chgData name="Aggie Menezes" userId="74619c95fa3483c9" providerId="LiveId" clId="{D3128F82-6912-0F40-BAD3-A276DA5466DC}" dt="2021-03-18T12:01:58.559" v="4282"/>
          <ac:inkMkLst>
            <pc:docMk/>
            <pc:sldMk cId="0" sldId="266"/>
            <ac:inkMk id="54" creationId="{E27DAA32-8133-FC4C-80BD-3F895B2D6DAE}"/>
          </ac:inkMkLst>
        </pc:inkChg>
        <pc:inkChg chg="add">
          <ac:chgData name="Aggie Menezes" userId="74619c95fa3483c9" providerId="LiveId" clId="{D3128F82-6912-0F40-BAD3-A276DA5466DC}" dt="2021-03-18T12:01:58.695" v="4283"/>
          <ac:inkMkLst>
            <pc:docMk/>
            <pc:sldMk cId="0" sldId="266"/>
            <ac:inkMk id="55" creationId="{3AA1C202-14DE-B04E-91CC-3092DA3E476F}"/>
          </ac:inkMkLst>
        </pc:inkChg>
        <pc:inkChg chg="add">
          <ac:chgData name="Aggie Menezes" userId="74619c95fa3483c9" providerId="LiveId" clId="{D3128F82-6912-0F40-BAD3-A276DA5466DC}" dt="2021-03-16T10:19:02.746" v="3139"/>
          <ac:inkMkLst>
            <pc:docMk/>
            <pc:sldMk cId="0" sldId="266"/>
            <ac:inkMk id="55" creationId="{AEACC0C1-6829-7A46-BB64-806AE516CC0D}"/>
          </ac:inkMkLst>
        </pc:inkChg>
        <pc:inkChg chg="add">
          <ac:chgData name="Aggie Menezes" userId="74619c95fa3483c9" providerId="LiveId" clId="{D3128F82-6912-0F40-BAD3-A276DA5466DC}" dt="2021-03-16T10:19:02.948" v="3140"/>
          <ac:inkMkLst>
            <pc:docMk/>
            <pc:sldMk cId="0" sldId="266"/>
            <ac:inkMk id="56" creationId="{6E4DF179-D723-3348-86FA-889C7525FB05}"/>
          </ac:inkMkLst>
        </pc:inkChg>
        <pc:inkChg chg="add">
          <ac:chgData name="Aggie Menezes" userId="74619c95fa3483c9" providerId="LiveId" clId="{D3128F82-6912-0F40-BAD3-A276DA5466DC}" dt="2021-03-18T12:01:59.063" v="4284"/>
          <ac:inkMkLst>
            <pc:docMk/>
            <pc:sldMk cId="0" sldId="266"/>
            <ac:inkMk id="56" creationId="{7CEA362B-5E41-1D43-BF24-5BB60D8564FD}"/>
          </ac:inkMkLst>
        </pc:inkChg>
        <pc:inkChg chg="add">
          <ac:chgData name="Aggie Menezes" userId="74619c95fa3483c9" providerId="LiveId" clId="{D3128F82-6912-0F40-BAD3-A276DA5466DC}" dt="2021-03-18T12:01:59.374" v="4285"/>
          <ac:inkMkLst>
            <pc:docMk/>
            <pc:sldMk cId="0" sldId="266"/>
            <ac:inkMk id="57" creationId="{653C290F-6F2A-F949-B9D0-C2EDAB49C58E}"/>
          </ac:inkMkLst>
        </pc:inkChg>
        <pc:inkChg chg="add">
          <ac:chgData name="Aggie Menezes" userId="74619c95fa3483c9" providerId="LiveId" clId="{D3128F82-6912-0F40-BAD3-A276DA5466DC}" dt="2021-03-16T10:19:03.323" v="3141"/>
          <ac:inkMkLst>
            <pc:docMk/>
            <pc:sldMk cId="0" sldId="266"/>
            <ac:inkMk id="57" creationId="{F18FEC2E-99EE-EA41-A457-5C05E636B06A}"/>
          </ac:inkMkLst>
        </pc:inkChg>
        <pc:inkChg chg="add">
          <ac:chgData name="Aggie Menezes" userId="74619c95fa3483c9" providerId="LiveId" clId="{D3128F82-6912-0F40-BAD3-A276DA5466DC}" dt="2021-03-18T12:02:00.637" v="4286"/>
          <ac:inkMkLst>
            <pc:docMk/>
            <pc:sldMk cId="0" sldId="266"/>
            <ac:inkMk id="58" creationId="{66531CEF-3376-D84B-9659-4C366CD9CFAE}"/>
          </ac:inkMkLst>
        </pc:inkChg>
        <pc:inkChg chg="add">
          <ac:chgData name="Aggie Menezes" userId="74619c95fa3483c9" providerId="LiveId" clId="{D3128F82-6912-0F40-BAD3-A276DA5466DC}" dt="2021-03-16T10:19:03.539" v="3142"/>
          <ac:inkMkLst>
            <pc:docMk/>
            <pc:sldMk cId="0" sldId="266"/>
            <ac:inkMk id="58" creationId="{D966AA7B-CB11-AF42-B0FD-DCAE482650FB}"/>
          </ac:inkMkLst>
        </pc:inkChg>
        <pc:inkChg chg="add">
          <ac:chgData name="Aggie Menezes" userId="74619c95fa3483c9" providerId="LiveId" clId="{D3128F82-6912-0F40-BAD3-A276DA5466DC}" dt="2021-03-16T10:19:03.745" v="3143"/>
          <ac:inkMkLst>
            <pc:docMk/>
            <pc:sldMk cId="0" sldId="266"/>
            <ac:inkMk id="59" creationId="{72E93F53-23F5-624F-AD86-8EE829012308}"/>
          </ac:inkMkLst>
        </pc:inkChg>
        <pc:inkChg chg="add">
          <ac:chgData name="Aggie Menezes" userId="74619c95fa3483c9" providerId="LiveId" clId="{D3128F82-6912-0F40-BAD3-A276DA5466DC}" dt="2021-03-18T12:02:01.370" v="4287"/>
          <ac:inkMkLst>
            <pc:docMk/>
            <pc:sldMk cId="0" sldId="266"/>
            <ac:inkMk id="59" creationId="{94CD814F-8E12-7546-8AB6-8133E66AE988}"/>
          </ac:inkMkLst>
        </pc:inkChg>
        <pc:inkChg chg="add">
          <ac:chgData name="Aggie Menezes" userId="74619c95fa3483c9" providerId="LiveId" clId="{D3128F82-6912-0F40-BAD3-A276DA5466DC}" dt="2021-03-18T12:02:01.975" v="4288"/>
          <ac:inkMkLst>
            <pc:docMk/>
            <pc:sldMk cId="0" sldId="266"/>
            <ac:inkMk id="60" creationId="{7FA083F1-C7CA-9E4F-ACF1-869983A4F078}"/>
          </ac:inkMkLst>
        </pc:inkChg>
        <pc:inkChg chg="add">
          <ac:chgData name="Aggie Menezes" userId="74619c95fa3483c9" providerId="LiveId" clId="{D3128F82-6912-0F40-BAD3-A276DA5466DC}" dt="2021-03-16T10:19:03.920" v="3144"/>
          <ac:inkMkLst>
            <pc:docMk/>
            <pc:sldMk cId="0" sldId="266"/>
            <ac:inkMk id="60" creationId="{E5F6D0C1-8BAC-CD47-A4D3-FC4CFF7C7AB8}"/>
          </ac:inkMkLst>
        </pc:inkChg>
        <pc:inkChg chg="add">
          <ac:chgData name="Aggie Menezes" userId="74619c95fa3483c9" providerId="LiveId" clId="{D3128F82-6912-0F40-BAD3-A276DA5466DC}" dt="2021-03-18T12:02:02.149" v="4289"/>
          <ac:inkMkLst>
            <pc:docMk/>
            <pc:sldMk cId="0" sldId="266"/>
            <ac:inkMk id="61" creationId="{AFBF344F-2AC0-EF47-BAAF-72426C68AD01}"/>
          </ac:inkMkLst>
        </pc:inkChg>
        <pc:inkChg chg="add topLvl">
          <ac:chgData name="Aggie Menezes" userId="74619c95fa3483c9" providerId="LiveId" clId="{D3128F82-6912-0F40-BAD3-A276DA5466DC}" dt="2021-03-16T10:20:11.935" v="3165"/>
          <ac:inkMkLst>
            <pc:docMk/>
            <pc:sldMk cId="0" sldId="266"/>
            <ac:inkMk id="62" creationId="{4B833C8B-E1B7-8C4B-808D-561042E8E75D}"/>
          </ac:inkMkLst>
        </pc:inkChg>
        <pc:inkChg chg="add">
          <ac:chgData name="Aggie Menezes" userId="74619c95fa3483c9" providerId="LiveId" clId="{D3128F82-6912-0F40-BAD3-A276DA5466DC}" dt="2021-03-18T12:02:02.421" v="4290"/>
          <ac:inkMkLst>
            <pc:docMk/>
            <pc:sldMk cId="0" sldId="266"/>
            <ac:inkMk id="62" creationId="{C54970A2-B16E-AC43-9B99-AC15736403DF}"/>
          </ac:inkMkLst>
        </pc:inkChg>
        <pc:inkChg chg="add">
          <ac:chgData name="Aggie Menezes" userId="74619c95fa3483c9" providerId="LiveId" clId="{D3128F82-6912-0F40-BAD3-A276DA5466DC}" dt="2021-03-18T12:02:03.195" v="4291"/>
          <ac:inkMkLst>
            <pc:docMk/>
            <pc:sldMk cId="0" sldId="266"/>
            <ac:inkMk id="64" creationId="{C4F0D759-3574-D341-AD76-00CBEC378026}"/>
          </ac:inkMkLst>
        </pc:inkChg>
        <pc:inkChg chg="add del">
          <ac:chgData name="Aggie Menezes" userId="74619c95fa3483c9" providerId="LiveId" clId="{D3128F82-6912-0F40-BAD3-A276DA5466DC}" dt="2021-03-16T10:20:10.800" v="3161"/>
          <ac:inkMkLst>
            <pc:docMk/>
            <pc:sldMk cId="0" sldId="266"/>
            <ac:inkMk id="64" creationId="{E3D900C6-31C4-1C44-A7FF-7C488E6AF3E9}"/>
          </ac:inkMkLst>
        </pc:inkChg>
        <pc:inkChg chg="add del">
          <ac:chgData name="Aggie Menezes" userId="74619c95fa3483c9" providerId="LiveId" clId="{D3128F82-6912-0F40-BAD3-A276DA5466DC}" dt="2021-03-16T10:20:10.236" v="3159"/>
          <ac:inkMkLst>
            <pc:docMk/>
            <pc:sldMk cId="0" sldId="266"/>
            <ac:inkMk id="66" creationId="{928D10BD-484D-3642-B29B-6F1909EE6B14}"/>
          </ac:inkMkLst>
        </pc:inkChg>
        <pc:inkChg chg="add">
          <ac:chgData name="Aggie Menezes" userId="74619c95fa3483c9" providerId="LiveId" clId="{D3128F82-6912-0F40-BAD3-A276DA5466DC}" dt="2021-03-18T12:02:03.325" v="4292"/>
          <ac:inkMkLst>
            <pc:docMk/>
            <pc:sldMk cId="0" sldId="266"/>
            <ac:inkMk id="66" creationId="{C81D4039-3302-F34E-BB72-454F7C948A1E}"/>
          </ac:inkMkLst>
        </pc:inkChg>
        <pc:inkChg chg="add del">
          <ac:chgData name="Aggie Menezes" userId="74619c95fa3483c9" providerId="LiveId" clId="{D3128F82-6912-0F40-BAD3-A276DA5466DC}" dt="2021-03-16T10:20:10.794" v="3160"/>
          <ac:inkMkLst>
            <pc:docMk/>
            <pc:sldMk cId="0" sldId="266"/>
            <ac:inkMk id="67" creationId="{38AF4BCB-D50C-4740-965B-B7E2769E97F7}"/>
          </ac:inkMkLst>
        </pc:inkChg>
        <pc:inkChg chg="add">
          <ac:chgData name="Aggie Menezes" userId="74619c95fa3483c9" providerId="LiveId" clId="{D3128F82-6912-0F40-BAD3-A276DA5466DC}" dt="2021-03-18T12:02:03.736" v="4293"/>
          <ac:inkMkLst>
            <pc:docMk/>
            <pc:sldMk cId="0" sldId="266"/>
            <ac:inkMk id="67" creationId="{A625AC0F-A4BC-C041-B394-09785E64AB7D}"/>
          </ac:inkMkLst>
        </pc:inkChg>
        <pc:inkChg chg="add del topLvl">
          <ac:chgData name="Aggie Menezes" userId="74619c95fa3483c9" providerId="LiveId" clId="{D3128F82-6912-0F40-BAD3-A276DA5466DC}" dt="2021-03-16T10:20:11.935" v="3165"/>
          <ac:inkMkLst>
            <pc:docMk/>
            <pc:sldMk cId="0" sldId="266"/>
            <ac:inkMk id="68" creationId="{77F86B4D-4F39-D049-951B-D12622EA7D39}"/>
          </ac:inkMkLst>
        </pc:inkChg>
        <pc:inkChg chg="add">
          <ac:chgData name="Aggie Menezes" userId="74619c95fa3483c9" providerId="LiveId" clId="{D3128F82-6912-0F40-BAD3-A276DA5466DC}" dt="2021-03-18T12:02:04.128" v="4294"/>
          <ac:inkMkLst>
            <pc:docMk/>
            <pc:sldMk cId="0" sldId="266"/>
            <ac:inkMk id="68" creationId="{BEFD7503-5439-744F-815C-3A8B6458BC57}"/>
          </ac:inkMkLst>
        </pc:inkChg>
        <pc:inkChg chg="add">
          <ac:chgData name="Aggie Menezes" userId="74619c95fa3483c9" providerId="LiveId" clId="{D3128F82-6912-0F40-BAD3-A276DA5466DC}" dt="2021-03-18T12:02:04.884" v="4295"/>
          <ac:inkMkLst>
            <pc:docMk/>
            <pc:sldMk cId="0" sldId="266"/>
            <ac:inkMk id="69" creationId="{AD7BDAAF-6B5B-C148-B188-2164E18F5CB3}"/>
          </ac:inkMkLst>
        </pc:inkChg>
        <pc:inkChg chg="add del">
          <ac:chgData name="Aggie Menezes" userId="74619c95fa3483c9" providerId="LiveId" clId="{D3128F82-6912-0F40-BAD3-A276DA5466DC}" dt="2021-03-16T10:20:11.917" v="3162"/>
          <ac:inkMkLst>
            <pc:docMk/>
            <pc:sldMk cId="0" sldId="266"/>
            <ac:inkMk id="69" creationId="{FFD58CDF-5787-CC41-A466-1B2C9A057DFF}"/>
          </ac:inkMkLst>
        </pc:inkChg>
        <pc:inkChg chg="add">
          <ac:chgData name="Aggie Menezes" userId="74619c95fa3483c9" providerId="LiveId" clId="{D3128F82-6912-0F40-BAD3-A276DA5466DC}" dt="2021-03-18T12:02:05.458" v="4296"/>
          <ac:inkMkLst>
            <pc:docMk/>
            <pc:sldMk cId="0" sldId="266"/>
            <ac:inkMk id="70" creationId="{0BCAF118-56ED-0348-A469-456786AEA569}"/>
          </ac:inkMkLst>
        </pc:inkChg>
        <pc:inkChg chg="add del">
          <ac:chgData name="Aggie Menezes" userId="74619c95fa3483c9" providerId="LiveId" clId="{D3128F82-6912-0F40-BAD3-A276DA5466DC}" dt="2021-03-16T10:20:11.928" v="3164"/>
          <ac:inkMkLst>
            <pc:docMk/>
            <pc:sldMk cId="0" sldId="266"/>
            <ac:inkMk id="70" creationId="{8435EF78-A1E8-7140-806D-4722D3420B3D}"/>
          </ac:inkMkLst>
        </pc:inkChg>
        <pc:inkChg chg="add del">
          <ac:chgData name="Aggie Menezes" userId="74619c95fa3483c9" providerId="LiveId" clId="{D3128F82-6912-0F40-BAD3-A276DA5466DC}" dt="2021-03-16T10:20:11.923" v="3163"/>
          <ac:inkMkLst>
            <pc:docMk/>
            <pc:sldMk cId="0" sldId="266"/>
            <ac:inkMk id="71" creationId="{35CE58C7-3BE0-E943-88F5-2B0C6CF1E00E}"/>
          </ac:inkMkLst>
        </pc:inkChg>
        <pc:inkChg chg="add">
          <ac:chgData name="Aggie Menezes" userId="74619c95fa3483c9" providerId="LiveId" clId="{D3128F82-6912-0F40-BAD3-A276DA5466DC}" dt="2021-03-18T12:02:05.616" v="4297"/>
          <ac:inkMkLst>
            <pc:docMk/>
            <pc:sldMk cId="0" sldId="266"/>
            <ac:inkMk id="71" creationId="{80BE379D-F33B-714D-828C-18E8F17DC4B6}"/>
          </ac:inkMkLst>
        </pc:inkChg>
        <pc:inkChg chg="add">
          <ac:chgData name="Aggie Menezes" userId="74619c95fa3483c9" providerId="LiveId" clId="{D3128F82-6912-0F40-BAD3-A276DA5466DC}" dt="2021-03-16T10:20:04.309" v="3155"/>
          <ac:inkMkLst>
            <pc:docMk/>
            <pc:sldMk cId="0" sldId="266"/>
            <ac:inkMk id="73" creationId="{37EB906F-755F-1546-B514-A6B7B149AAB7}"/>
          </ac:inkMkLst>
        </pc:inkChg>
        <pc:inkChg chg="add topLvl">
          <ac:chgData name="Aggie Menezes" userId="74619c95fa3483c9" providerId="LiveId" clId="{D3128F82-6912-0F40-BAD3-A276DA5466DC}" dt="2021-03-18T12:22:04.792" v="4353"/>
          <ac:inkMkLst>
            <pc:docMk/>
            <pc:sldMk cId="0" sldId="266"/>
            <ac:inkMk id="73" creationId="{A1E58EFA-2E36-934D-902D-CA406AE27A54}"/>
          </ac:inkMkLst>
        </pc:inkChg>
        <pc:inkChg chg="add">
          <ac:chgData name="Aggie Menezes" userId="74619c95fa3483c9" providerId="LiveId" clId="{D3128F82-6912-0F40-BAD3-A276DA5466DC}" dt="2021-03-16T10:20:05.381" v="3156"/>
          <ac:inkMkLst>
            <pc:docMk/>
            <pc:sldMk cId="0" sldId="266"/>
            <ac:inkMk id="74" creationId="{00145E35-8703-5843-B031-901404118A8A}"/>
          </ac:inkMkLst>
        </pc:inkChg>
        <pc:inkChg chg="add topLvl">
          <ac:chgData name="Aggie Menezes" userId="74619c95fa3483c9" providerId="LiveId" clId="{D3128F82-6912-0F40-BAD3-A276DA5466DC}" dt="2021-03-18T12:22:04.792" v="4353"/>
          <ac:inkMkLst>
            <pc:docMk/>
            <pc:sldMk cId="0" sldId="266"/>
            <ac:inkMk id="74" creationId="{499777EF-63CA-C44A-81A2-BF9287F355A2}"/>
          </ac:inkMkLst>
        </pc:inkChg>
        <pc:inkChg chg="add">
          <ac:chgData name="Aggie Menezes" userId="74619c95fa3483c9" providerId="LiveId" clId="{D3128F82-6912-0F40-BAD3-A276DA5466DC}" dt="2021-03-16T10:20:05.902" v="3157"/>
          <ac:inkMkLst>
            <pc:docMk/>
            <pc:sldMk cId="0" sldId="266"/>
            <ac:inkMk id="75" creationId="{E9DBFA64-7DF8-474F-A5A0-17180F07F75C}"/>
          </ac:inkMkLst>
        </pc:inkChg>
        <pc:inkChg chg="add">
          <ac:chgData name="Aggie Menezes" userId="74619c95fa3483c9" providerId="LiveId" clId="{D3128F82-6912-0F40-BAD3-A276DA5466DC}" dt="2021-03-18T12:02:46.137" v="4302"/>
          <ac:inkMkLst>
            <pc:docMk/>
            <pc:sldMk cId="0" sldId="266"/>
            <ac:inkMk id="76" creationId="{D6BB3646-5B81-C443-B0C0-19D54F65CF0E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77" creationId="{0A6CB2A3-9CE5-5842-BCA3-231F26A5C51D}"/>
          </ac:inkMkLst>
        </pc:inkChg>
        <pc:inkChg chg="add">
          <ac:chgData name="Aggie Menezes" userId="74619c95fa3483c9" providerId="LiveId" clId="{D3128F82-6912-0F40-BAD3-A276DA5466DC}" dt="2021-03-18T12:02:46.561" v="4303"/>
          <ac:inkMkLst>
            <pc:docMk/>
            <pc:sldMk cId="0" sldId="266"/>
            <ac:inkMk id="77" creationId="{0A6F97C2-7C8D-AC4E-A6E0-94B6E49BEBAB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78" creationId="{E9724154-60C6-A54F-9C3C-F70FDBCC4B85}"/>
          </ac:inkMkLst>
        </pc:inkChg>
        <pc:inkChg chg="add">
          <ac:chgData name="Aggie Menezes" userId="74619c95fa3483c9" providerId="LiveId" clId="{D3128F82-6912-0F40-BAD3-A276DA5466DC}" dt="2021-03-18T12:02:47.904" v="4304"/>
          <ac:inkMkLst>
            <pc:docMk/>
            <pc:sldMk cId="0" sldId="266"/>
            <ac:inkMk id="78" creationId="{EF46F688-D942-7F49-9120-873D988B0EB3}"/>
          </ac:inkMkLst>
        </pc:inkChg>
        <pc:inkChg chg="add">
          <ac:chgData name="Aggie Menezes" userId="74619c95fa3483c9" providerId="LiveId" clId="{D3128F82-6912-0F40-BAD3-A276DA5466DC}" dt="2021-03-18T12:02:48.300" v="4305"/>
          <ac:inkMkLst>
            <pc:docMk/>
            <pc:sldMk cId="0" sldId="266"/>
            <ac:inkMk id="79" creationId="{AD02E65F-9207-FF44-B05D-6A28131CE5A2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79" creationId="{F5E3856D-B5FF-7B48-AB43-85FCDF583791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80" creationId="{2F7640BB-2E96-8040-8FD1-22330BE2928E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81" creationId="{0D75CED8-9170-2F4D-950D-F8F0152BFF93}"/>
          </ac:inkMkLst>
        </pc:inkChg>
        <pc:inkChg chg="add">
          <ac:chgData name="Aggie Menezes" userId="74619c95fa3483c9" providerId="LiveId" clId="{D3128F82-6912-0F40-BAD3-A276DA5466DC}" dt="2021-03-18T12:22:04.260" v="4352"/>
          <ac:inkMkLst>
            <pc:docMk/>
            <pc:sldMk cId="0" sldId="266"/>
            <ac:inkMk id="81" creationId="{368450CC-4A0A-0E4C-A510-C86AB6F8A5DE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82" creationId="{5FAD6EF2-2F2F-EB4D-A0B2-E3C8C3D32CD7}"/>
          </ac:inkMkLst>
        </pc:inkChg>
        <pc:inkChg chg="add">
          <ac:chgData name="Aggie Menezes" userId="74619c95fa3483c9" providerId="LiveId" clId="{D3128F82-6912-0F40-BAD3-A276DA5466DC}" dt="2021-03-18T12:22:14.009" v="4354"/>
          <ac:inkMkLst>
            <pc:docMk/>
            <pc:sldMk cId="0" sldId="266"/>
            <ac:inkMk id="83" creationId="{5F3B30F6-8E26-E34A-B088-1C287F861E1C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83" creationId="{770FF57B-C6EE-BE4F-96FB-406693F867AA}"/>
          </ac:inkMkLst>
        </pc:inkChg>
        <pc:inkChg chg="add">
          <ac:chgData name="Aggie Menezes" userId="74619c95fa3483c9" providerId="LiveId" clId="{D3128F82-6912-0F40-BAD3-A276DA5466DC}" dt="2021-03-18T12:22:14.367" v="4355"/>
          <ac:inkMkLst>
            <pc:docMk/>
            <pc:sldMk cId="0" sldId="266"/>
            <ac:inkMk id="84" creationId="{A5B6B962-F2E9-5945-9065-B71A676E9449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84" creationId="{CE2D52AE-1707-4E40-B343-D2B4ABA1AA07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85" creationId="{98802BB4-4028-D44A-9915-4DFD52E0493D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86" creationId="{22D8DD51-100F-034D-9DBE-387B9755712E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86" creationId="{4592421D-6053-984A-89C0-4275797CE810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87" creationId="{2A51F3C6-FAF1-B040-A584-3F83B0559208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87" creationId="{B9403AB6-ADCF-714C-9A0B-D71395B24563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88" creationId="{5BE43D34-F209-F947-B9C3-13137A81019C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88" creationId="{FFC7C2AA-0F2E-BB40-8BA2-C8BA5BE0F296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89" creationId="{48CE205A-7F0B-3D40-8124-A953FC0F5AD5}"/>
          </ac:inkMkLst>
        </pc:inkChg>
        <pc:inkChg chg="add">
          <ac:chgData name="Aggie Menezes" userId="74619c95fa3483c9" providerId="LiveId" clId="{D3128F82-6912-0F40-BAD3-A276DA5466DC}" dt="2021-03-18T12:22:40.488" v="4361"/>
          <ac:inkMkLst>
            <pc:docMk/>
            <pc:sldMk cId="0" sldId="266"/>
            <ac:inkMk id="90" creationId="{2BC1AEC6-5FE0-6943-9A12-A0C6B1D06CA3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90" creationId="{384D6B57-A3F1-AC4A-83E7-9164C63F37C7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91" creationId="{A9D5FE6A-04FD-4D4B-8812-C7EEEF68261B}"/>
          </ac:inkMkLst>
        </pc:inkChg>
        <pc:inkChg chg="add">
          <ac:chgData name="Aggie Menezes" userId="74619c95fa3483c9" providerId="LiveId" clId="{D3128F82-6912-0F40-BAD3-A276DA5466DC}" dt="2021-03-18T12:22:41.216" v="4362"/>
          <ac:inkMkLst>
            <pc:docMk/>
            <pc:sldMk cId="0" sldId="266"/>
            <ac:inkMk id="91" creationId="{B2061B29-2CEF-4E45-9C0D-286A697FFEBB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92" creationId="{7A1369BD-FBC5-9843-8B94-5B2D34FDE7AB}"/>
          </ac:inkMkLst>
        </pc:inkChg>
        <pc:inkChg chg="add">
          <ac:chgData name="Aggie Menezes" userId="74619c95fa3483c9" providerId="LiveId" clId="{D3128F82-6912-0F40-BAD3-A276DA5466DC}" dt="2021-03-18T12:22:41.657" v="4363"/>
          <ac:inkMkLst>
            <pc:docMk/>
            <pc:sldMk cId="0" sldId="266"/>
            <ac:inkMk id="92" creationId="{FBE109DE-AC76-4E43-A9BC-31BD3B29F9B5}"/>
          </ac:inkMkLst>
        </pc:inkChg>
        <pc:inkChg chg="add">
          <ac:chgData name="Aggie Menezes" userId="74619c95fa3483c9" providerId="LiveId" clId="{D3128F82-6912-0F40-BAD3-A276DA5466DC}" dt="2021-03-18T12:22:41.903" v="4364"/>
          <ac:inkMkLst>
            <pc:docMk/>
            <pc:sldMk cId="0" sldId="266"/>
            <ac:inkMk id="93" creationId="{87BE905D-32B7-014C-B753-D87BF3BD34DD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93" creationId="{93DC7504-96BE-F84D-B255-ACF2C954962A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94" creationId="{3146050E-77A3-CE4D-BD00-2BA9651CC61B}"/>
          </ac:inkMkLst>
        </pc:inkChg>
        <pc:inkChg chg="add">
          <ac:chgData name="Aggie Menezes" userId="74619c95fa3483c9" providerId="LiveId" clId="{D3128F82-6912-0F40-BAD3-A276DA5466DC}" dt="2021-03-18T12:22:42.074" v="4365"/>
          <ac:inkMkLst>
            <pc:docMk/>
            <pc:sldMk cId="0" sldId="266"/>
            <ac:inkMk id="94" creationId="{7BF9B6D9-5EF5-584E-A1D4-A241A2796AE9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95" creationId="{380DB161-423C-244D-A124-56215FD5746D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96" creationId="{10E96AA3-F49B-E941-8458-7C4E8103C4ED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96" creationId="{A2A48314-80F7-2B40-953C-99D28C18BDBE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97" creationId="{22B7F5B6-BF44-0D49-80AF-6388179F3276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97" creationId="{582448FC-D006-BF4C-BD7D-465ADE506E78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98" creationId="{5796AC68-1121-C54D-A394-E3FE7F73B2F2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98" creationId="{FD0C4211-1C99-CD4F-8750-7EE12D659CB5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99" creationId="{B67C786A-32A5-6D49-9D28-32361DCFFBE3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100" creationId="{A1EC445E-A852-A446-BC4D-FD267CEAA3ED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100" creationId="{B632604F-6025-AA4F-A216-F6B93EEBE5B2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101" creationId="{93E2A99D-7607-CC48-AC17-D0AD8BE51A41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101" creationId="{ACA598CD-EF9E-604B-B05E-9D89E3B66B57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102" creationId="{17DE81B0-26D2-1948-8707-D86250EE12B7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102" creationId="{DFC838E5-E434-C641-8A6E-E6F5DF098965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103" creationId="{B86023BE-EB91-7B4C-B4CE-40CE73045331}"/>
          </ac:inkMkLst>
        </pc:inkChg>
        <pc:inkChg chg="add">
          <ac:chgData name="Aggie Menezes" userId="74619c95fa3483c9" providerId="LiveId" clId="{D3128F82-6912-0F40-BAD3-A276DA5466DC}" dt="2021-03-16T10:20:46.481" v="3193"/>
          <ac:inkMkLst>
            <pc:docMk/>
            <pc:sldMk cId="0" sldId="266"/>
            <ac:inkMk id="104" creationId="{514A3217-6909-884B-80C4-89CEA335F1A1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104" creationId="{6C22A6B1-11FA-6F4B-AE13-240DA87DA294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105" creationId="{5E7F0273-9666-9B41-BCD2-B34EAE268A61}"/>
          </ac:inkMkLst>
        </pc:inkChg>
        <pc:inkChg chg="add topLvl">
          <ac:chgData name="Aggie Menezes" userId="74619c95fa3483c9" providerId="LiveId" clId="{D3128F82-6912-0F40-BAD3-A276DA5466DC}" dt="2021-03-16T10:21:09.328" v="3208"/>
          <ac:inkMkLst>
            <pc:docMk/>
            <pc:sldMk cId="0" sldId="266"/>
            <ac:inkMk id="105" creationId="{7F967C00-13EF-1640-ACF9-CAFAD4F430EB}"/>
          </ac:inkMkLst>
        </pc:inkChg>
        <pc:inkChg chg="add topLvl">
          <ac:chgData name="Aggie Menezes" userId="74619c95fa3483c9" providerId="LiveId" clId="{D3128F82-6912-0F40-BAD3-A276DA5466DC}" dt="2021-03-16T10:21:09.328" v="3208"/>
          <ac:inkMkLst>
            <pc:docMk/>
            <pc:sldMk cId="0" sldId="266"/>
            <ac:inkMk id="106" creationId="{19C4855E-6F33-854F-BDE1-A49DA0E23B02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106" creationId="{48DDE919-0D6E-4F42-8EBF-5710B341ADA7}"/>
          </ac:inkMkLst>
        </pc:inkChg>
        <pc:inkChg chg="add topLvl">
          <ac:chgData name="Aggie Menezes" userId="74619c95fa3483c9" providerId="LiveId" clId="{D3128F82-6912-0F40-BAD3-A276DA5466DC}" dt="2021-03-16T10:21:09.328" v="3208"/>
          <ac:inkMkLst>
            <pc:docMk/>
            <pc:sldMk cId="0" sldId="266"/>
            <ac:inkMk id="107" creationId="{6AAFC90D-D5B4-0E42-9A91-8546BC58310B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107" creationId="{976D6196-0FFE-F94F-A67E-44E06B4C068C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108" creationId="{59862D35-33C7-FD45-A887-E7E8A116DD48}"/>
          </ac:inkMkLst>
        </pc:inkChg>
        <pc:inkChg chg="add topLvl">
          <ac:chgData name="Aggie Menezes" userId="74619c95fa3483c9" providerId="LiveId" clId="{D3128F82-6912-0F40-BAD3-A276DA5466DC}" dt="2021-03-16T10:21:09.328" v="3208"/>
          <ac:inkMkLst>
            <pc:docMk/>
            <pc:sldMk cId="0" sldId="266"/>
            <ac:inkMk id="108" creationId="{9BCFBC3A-D598-A941-ACAA-8C5A5A4821CB}"/>
          </ac:inkMkLst>
        </pc:inkChg>
        <pc:inkChg chg="add topLvl">
          <ac:chgData name="Aggie Menezes" userId="74619c95fa3483c9" providerId="LiveId" clId="{D3128F82-6912-0F40-BAD3-A276DA5466DC}" dt="2021-03-16T10:21:09.328" v="3208"/>
          <ac:inkMkLst>
            <pc:docMk/>
            <pc:sldMk cId="0" sldId="266"/>
            <ac:inkMk id="109" creationId="{EC977DCA-138C-6D40-94B9-EBF31A9992C3}"/>
          </ac:inkMkLst>
        </pc:inkChg>
        <pc:inkChg chg="add topLvl">
          <ac:chgData name="Aggie Menezes" userId="74619c95fa3483c9" providerId="LiveId" clId="{D3128F82-6912-0F40-BAD3-A276DA5466DC}" dt="2021-03-16T10:21:09.328" v="3208"/>
          <ac:inkMkLst>
            <pc:docMk/>
            <pc:sldMk cId="0" sldId="266"/>
            <ac:inkMk id="110" creationId="{B2A516AA-6DBA-FC48-8565-AEA22953785D}"/>
          </ac:inkMkLst>
        </pc:inkChg>
        <pc:inkChg chg="add topLvl">
          <ac:chgData name="Aggie Menezes" userId="74619c95fa3483c9" providerId="LiveId" clId="{D3128F82-6912-0F40-BAD3-A276DA5466DC}" dt="2021-03-18T12:23:13.400" v="4414"/>
          <ac:inkMkLst>
            <pc:docMk/>
            <pc:sldMk cId="0" sldId="266"/>
            <ac:inkMk id="110" creationId="{BEF70BFA-80EC-7F4D-B6B1-DED6ED7A2CE0}"/>
          </ac:inkMkLst>
        </pc:inkChg>
        <pc:inkChg chg="add topLvl">
          <ac:chgData name="Aggie Menezes" userId="74619c95fa3483c9" providerId="LiveId" clId="{D3128F82-6912-0F40-BAD3-A276DA5466DC}" dt="2021-03-16T10:21:09.328" v="3208"/>
          <ac:inkMkLst>
            <pc:docMk/>
            <pc:sldMk cId="0" sldId="266"/>
            <ac:inkMk id="111" creationId="{DB020965-CDCD-DF43-87F3-F158924AE9C5}"/>
          </ac:inkMkLst>
        </pc:inkChg>
        <pc:inkChg chg="add topLvl">
          <ac:chgData name="Aggie Menezes" userId="74619c95fa3483c9" providerId="LiveId" clId="{D3128F82-6912-0F40-BAD3-A276DA5466DC}" dt="2021-03-18T13:39:51.671" v="4415"/>
          <ac:inkMkLst>
            <pc:docMk/>
            <pc:sldMk cId="0" sldId="266"/>
            <ac:inkMk id="112" creationId="{27BB83F8-2C63-D643-911B-83CCBC8526BC}"/>
          </ac:inkMkLst>
        </pc:inkChg>
        <pc:inkChg chg="add topLvl">
          <ac:chgData name="Aggie Menezes" userId="74619c95fa3483c9" providerId="LiveId" clId="{D3128F82-6912-0F40-BAD3-A276DA5466DC}" dt="2021-03-16T10:21:09.328" v="3208"/>
          <ac:inkMkLst>
            <pc:docMk/>
            <pc:sldMk cId="0" sldId="266"/>
            <ac:inkMk id="112" creationId="{3707DF8F-1403-6E4A-ADEE-9D7134CACEF4}"/>
          </ac:inkMkLst>
        </pc:inkChg>
        <pc:inkChg chg="add topLvl">
          <ac:chgData name="Aggie Menezes" userId="74619c95fa3483c9" providerId="LiveId" clId="{D3128F82-6912-0F40-BAD3-A276DA5466DC}" dt="2021-03-18T13:39:51.671" v="4415"/>
          <ac:inkMkLst>
            <pc:docMk/>
            <pc:sldMk cId="0" sldId="266"/>
            <ac:inkMk id="113" creationId="{2DFF0D56-AAFF-034D-9785-B60FFF931BC8}"/>
          </ac:inkMkLst>
        </pc:inkChg>
        <pc:inkChg chg="add topLvl">
          <ac:chgData name="Aggie Menezes" userId="74619c95fa3483c9" providerId="LiveId" clId="{D3128F82-6912-0F40-BAD3-A276DA5466DC}" dt="2021-03-16T10:21:09.328" v="3208"/>
          <ac:inkMkLst>
            <pc:docMk/>
            <pc:sldMk cId="0" sldId="266"/>
            <ac:inkMk id="113" creationId="{EB7279AF-8EFF-EB41-B305-1D13B8A969F5}"/>
          </ac:inkMkLst>
        </pc:inkChg>
        <pc:inkChg chg="add topLvl">
          <ac:chgData name="Aggie Menezes" userId="74619c95fa3483c9" providerId="LiveId" clId="{D3128F82-6912-0F40-BAD3-A276DA5466DC}" dt="2021-03-16T10:21:09.328" v="3208"/>
          <ac:inkMkLst>
            <pc:docMk/>
            <pc:sldMk cId="0" sldId="266"/>
            <ac:inkMk id="114" creationId="{804672CC-3614-0D40-9EAB-C619580AF148}"/>
          </ac:inkMkLst>
        </pc:inkChg>
        <pc:inkChg chg="add topLvl">
          <ac:chgData name="Aggie Menezes" userId="74619c95fa3483c9" providerId="LiveId" clId="{D3128F82-6912-0F40-BAD3-A276DA5466DC}" dt="2021-03-18T13:39:51.671" v="4415"/>
          <ac:inkMkLst>
            <pc:docMk/>
            <pc:sldMk cId="0" sldId="266"/>
            <ac:inkMk id="114" creationId="{FC0F3E4B-5764-BC48-B6A0-E213A952B77B}"/>
          </ac:inkMkLst>
        </pc:inkChg>
        <pc:inkChg chg="add topLvl">
          <ac:chgData name="Aggie Menezes" userId="74619c95fa3483c9" providerId="LiveId" clId="{D3128F82-6912-0F40-BAD3-A276DA5466DC}" dt="2021-03-18T13:39:51.671" v="4415"/>
          <ac:inkMkLst>
            <pc:docMk/>
            <pc:sldMk cId="0" sldId="266"/>
            <ac:inkMk id="115" creationId="{17F1D2D8-3A31-CA43-BD89-CEA730F04095}"/>
          </ac:inkMkLst>
        </pc:inkChg>
        <pc:inkChg chg="add topLvl">
          <ac:chgData name="Aggie Menezes" userId="74619c95fa3483c9" providerId="LiveId" clId="{D3128F82-6912-0F40-BAD3-A276DA5466DC}" dt="2021-03-16T10:21:09.328" v="3208"/>
          <ac:inkMkLst>
            <pc:docMk/>
            <pc:sldMk cId="0" sldId="266"/>
            <ac:inkMk id="115" creationId="{AE5C0CC0-D51B-5D44-89A2-5A63841EFFD5}"/>
          </ac:inkMkLst>
        </pc:inkChg>
        <pc:inkChg chg="add topLvl">
          <ac:chgData name="Aggie Menezes" userId="74619c95fa3483c9" providerId="LiveId" clId="{D3128F82-6912-0F40-BAD3-A276DA5466DC}" dt="2021-03-16T10:21:09.328" v="3208"/>
          <ac:inkMkLst>
            <pc:docMk/>
            <pc:sldMk cId="0" sldId="266"/>
            <ac:inkMk id="116" creationId="{283F6115-57E1-D246-80BA-D9BA8433A987}"/>
          </ac:inkMkLst>
        </pc:inkChg>
        <pc:inkChg chg="add topLvl">
          <ac:chgData name="Aggie Menezes" userId="74619c95fa3483c9" providerId="LiveId" clId="{D3128F82-6912-0F40-BAD3-A276DA5466DC}" dt="2021-03-18T13:39:51.671" v="4415"/>
          <ac:inkMkLst>
            <pc:docMk/>
            <pc:sldMk cId="0" sldId="266"/>
            <ac:inkMk id="116" creationId="{74EB4FBA-B979-5D40-9A0C-0789506BFC0B}"/>
          </ac:inkMkLst>
        </pc:inkChg>
        <pc:inkChg chg="add topLvl">
          <ac:chgData name="Aggie Menezes" userId="74619c95fa3483c9" providerId="LiveId" clId="{D3128F82-6912-0F40-BAD3-A276DA5466DC}" dt="2021-03-18T13:39:51.671" v="4415"/>
          <ac:inkMkLst>
            <pc:docMk/>
            <pc:sldMk cId="0" sldId="266"/>
            <ac:inkMk id="117" creationId="{5FDAF59A-3676-CB41-BF5C-BCB2CE0EE1B4}"/>
          </ac:inkMkLst>
        </pc:inkChg>
        <pc:inkChg chg="add topLvl">
          <ac:chgData name="Aggie Menezes" userId="74619c95fa3483c9" providerId="LiveId" clId="{D3128F82-6912-0F40-BAD3-A276DA5466DC}" dt="2021-03-18T13:39:51.671" v="4415"/>
          <ac:inkMkLst>
            <pc:docMk/>
            <pc:sldMk cId="0" sldId="266"/>
            <ac:inkMk id="118" creationId="{1FD58CDE-650B-894F-9479-2FB01BBCC72C}"/>
          </ac:inkMkLst>
        </pc:inkChg>
        <pc:inkChg chg="add topLvl">
          <ac:chgData name="Aggie Menezes" userId="74619c95fa3483c9" providerId="LiveId" clId="{D3128F82-6912-0F40-BAD3-A276DA5466DC}" dt="2021-03-16T10:21:10.485" v="3210"/>
          <ac:inkMkLst>
            <pc:docMk/>
            <pc:sldMk cId="0" sldId="266"/>
            <ac:inkMk id="118" creationId="{8A4D386D-EEB2-BA46-80F9-A930F4384949}"/>
          </ac:inkMkLst>
        </pc:inkChg>
        <pc:inkChg chg="add">
          <ac:chgData name="Aggie Menezes" userId="74619c95fa3483c9" providerId="LiveId" clId="{D3128F82-6912-0F40-BAD3-A276DA5466DC}" dt="2021-03-18T12:22:55.243" v="4390"/>
          <ac:inkMkLst>
            <pc:docMk/>
            <pc:sldMk cId="0" sldId="266"/>
            <ac:inkMk id="119" creationId="{938EC826-B7AB-3747-A4CC-71C9D2E1738C}"/>
          </ac:inkMkLst>
        </pc:inkChg>
        <pc:inkChg chg="add">
          <ac:chgData name="Aggie Menezes" userId="74619c95fa3483c9" providerId="LiveId" clId="{D3128F82-6912-0F40-BAD3-A276DA5466DC}" dt="2021-03-18T12:22:55.403" v="4391"/>
          <ac:inkMkLst>
            <pc:docMk/>
            <pc:sldMk cId="0" sldId="266"/>
            <ac:inkMk id="120" creationId="{84DDEC71-3920-C145-96A1-ED671686BB5F}"/>
          </ac:inkMkLst>
        </pc:inkChg>
        <pc:inkChg chg="add">
          <ac:chgData name="Aggie Menezes" userId="74619c95fa3483c9" providerId="LiveId" clId="{D3128F82-6912-0F40-BAD3-A276DA5466DC}" dt="2021-03-16T10:21:09.917" v="3209"/>
          <ac:inkMkLst>
            <pc:docMk/>
            <pc:sldMk cId="0" sldId="266"/>
            <ac:inkMk id="120" creationId="{911A2728-F927-044A-BFE5-789B2A0F1BD6}"/>
          </ac:inkMkLst>
        </pc:inkChg>
        <pc:inkChg chg="add">
          <ac:chgData name="Aggie Menezes" userId="74619c95fa3483c9" providerId="LiveId" clId="{D3128F82-6912-0F40-BAD3-A276DA5466DC}" dt="2021-03-18T12:22:55.553" v="4392"/>
          <ac:inkMkLst>
            <pc:docMk/>
            <pc:sldMk cId="0" sldId="266"/>
            <ac:inkMk id="121" creationId="{97A98E81-35FD-1545-A469-05B88D72C8F8}"/>
          </ac:inkMkLst>
        </pc:inkChg>
        <pc:inkChg chg="add">
          <ac:chgData name="Aggie Menezes" userId="74619c95fa3483c9" providerId="LiveId" clId="{D3128F82-6912-0F40-BAD3-A276DA5466DC}" dt="2021-03-18T12:22:55.850" v="4393"/>
          <ac:inkMkLst>
            <pc:docMk/>
            <pc:sldMk cId="0" sldId="266"/>
            <ac:inkMk id="122" creationId="{2F9DCB0A-B09F-A042-BA44-3DDE6A44C42A}"/>
          </ac:inkMkLst>
        </pc:inkChg>
        <pc:inkChg chg="add">
          <ac:chgData name="Aggie Menezes" userId="74619c95fa3483c9" providerId="LiveId" clId="{D3128F82-6912-0F40-BAD3-A276DA5466DC}" dt="2021-03-18T12:22:56.045" v="4394"/>
          <ac:inkMkLst>
            <pc:docMk/>
            <pc:sldMk cId="0" sldId="266"/>
            <ac:inkMk id="123" creationId="{E4BC0847-C44F-4A44-9230-16AF8E96C981}"/>
          </ac:inkMkLst>
        </pc:inkChg>
        <pc:inkChg chg="add">
          <ac:chgData name="Aggie Menezes" userId="74619c95fa3483c9" providerId="LiveId" clId="{D3128F82-6912-0F40-BAD3-A276DA5466DC}" dt="2021-03-18T12:22:56.521" v="4395"/>
          <ac:inkMkLst>
            <pc:docMk/>
            <pc:sldMk cId="0" sldId="266"/>
            <ac:inkMk id="124" creationId="{9509C1CF-6B98-0B4C-8DA8-7EB1F7439AE1}"/>
          </ac:inkMkLst>
        </pc:inkChg>
        <pc:inkChg chg="add">
          <ac:chgData name="Aggie Menezes" userId="74619c95fa3483c9" providerId="LiveId" clId="{D3128F82-6912-0F40-BAD3-A276DA5466DC}" dt="2021-03-18T12:22:56.858" v="4396"/>
          <ac:inkMkLst>
            <pc:docMk/>
            <pc:sldMk cId="0" sldId="266"/>
            <ac:inkMk id="125" creationId="{6E67D8E5-0658-2C44-A451-6BF30B8178BA}"/>
          </ac:inkMkLst>
        </pc:inkChg>
        <pc:inkChg chg="add topLvl">
          <ac:chgData name="Aggie Menezes" userId="74619c95fa3483c9" providerId="LiveId" clId="{D3128F82-6912-0F40-BAD3-A276DA5466DC}" dt="2021-03-18T12:23:11.494" v="4409"/>
          <ac:inkMkLst>
            <pc:docMk/>
            <pc:sldMk cId="0" sldId="266"/>
            <ac:inkMk id="128" creationId="{270D873D-5550-7C4F-B670-540C2CD68879}"/>
          </ac:inkMkLst>
        </pc:inkChg>
        <pc:inkChg chg="add topLvl">
          <ac:chgData name="Aggie Menezes" userId="74619c95fa3483c9" providerId="LiveId" clId="{D3128F82-6912-0F40-BAD3-A276DA5466DC}" dt="2021-03-18T12:23:11.494" v="4409"/>
          <ac:inkMkLst>
            <pc:docMk/>
            <pc:sldMk cId="0" sldId="266"/>
            <ac:inkMk id="129" creationId="{E17A33DF-C16C-7B4F-9F14-A4FB09579F08}"/>
          </ac:inkMkLst>
        </pc:inkChg>
        <pc:inkChg chg="add topLvl">
          <ac:chgData name="Aggie Menezes" userId="74619c95fa3483c9" providerId="LiveId" clId="{D3128F82-6912-0F40-BAD3-A276DA5466DC}" dt="2021-03-18T12:23:11.494" v="4409"/>
          <ac:inkMkLst>
            <pc:docMk/>
            <pc:sldMk cId="0" sldId="266"/>
            <ac:inkMk id="130" creationId="{3E3BD3AA-65E4-8E4C-A38B-A23BC9280831}"/>
          </ac:inkMkLst>
        </pc:inkChg>
        <pc:inkChg chg="add topLvl">
          <ac:chgData name="Aggie Menezes" userId="74619c95fa3483c9" providerId="LiveId" clId="{D3128F82-6912-0F40-BAD3-A276DA5466DC}" dt="2021-03-18T12:23:11.494" v="4409"/>
          <ac:inkMkLst>
            <pc:docMk/>
            <pc:sldMk cId="0" sldId="266"/>
            <ac:inkMk id="131" creationId="{E4164757-A662-B743-8A5A-530B4D2D9CF4}"/>
          </ac:inkMkLst>
        </pc:inkChg>
        <pc:inkChg chg="add topLvl">
          <ac:chgData name="Aggie Menezes" userId="74619c95fa3483c9" providerId="LiveId" clId="{D3128F82-6912-0F40-BAD3-A276DA5466DC}" dt="2021-03-18T12:23:11.494" v="4409"/>
          <ac:inkMkLst>
            <pc:docMk/>
            <pc:sldMk cId="0" sldId="266"/>
            <ac:inkMk id="132" creationId="{46662E64-9285-0542-A756-409114219F32}"/>
          </ac:inkMkLst>
        </pc:inkChg>
        <pc:inkChg chg="add topLvl">
          <ac:chgData name="Aggie Menezes" userId="74619c95fa3483c9" providerId="LiveId" clId="{D3128F82-6912-0F40-BAD3-A276DA5466DC}" dt="2021-03-18T12:23:11.494" v="4409"/>
          <ac:inkMkLst>
            <pc:docMk/>
            <pc:sldMk cId="0" sldId="266"/>
            <ac:inkMk id="133" creationId="{F55F4DF2-5DB1-9A47-A1B4-42B158D4B0C2}"/>
          </ac:inkMkLst>
        </pc:inkChg>
        <pc:inkChg chg="add topLvl">
          <ac:chgData name="Aggie Menezes" userId="74619c95fa3483c9" providerId="LiveId" clId="{D3128F82-6912-0F40-BAD3-A276DA5466DC}" dt="2021-03-18T12:23:11.494" v="4409"/>
          <ac:inkMkLst>
            <pc:docMk/>
            <pc:sldMk cId="0" sldId="266"/>
            <ac:inkMk id="134" creationId="{82699738-49E2-E146-8FE6-31C71BC37BF4}"/>
          </ac:inkMkLst>
        </pc:inkChg>
        <pc:inkChg chg="add">
          <ac:chgData name="Aggie Menezes" userId="74619c95fa3483c9" providerId="LiveId" clId="{D3128F82-6912-0F40-BAD3-A276DA5466DC}" dt="2021-03-18T12:23:09.857" v="4406"/>
          <ac:inkMkLst>
            <pc:docMk/>
            <pc:sldMk cId="0" sldId="266"/>
            <ac:inkMk id="136" creationId="{3F2F8160-68B8-104B-BC7E-7A561C37CF87}"/>
          </ac:inkMkLst>
        </pc:inkChg>
        <pc:inkChg chg="add">
          <ac:chgData name="Aggie Menezes" userId="74619c95fa3483c9" providerId="LiveId" clId="{D3128F82-6912-0F40-BAD3-A276DA5466DC}" dt="2021-03-18T12:23:10.485" v="4407"/>
          <ac:inkMkLst>
            <pc:docMk/>
            <pc:sldMk cId="0" sldId="266"/>
            <ac:inkMk id="137" creationId="{B74BD2CE-F5DA-AE40-902B-8A59A731D77C}"/>
          </ac:inkMkLst>
        </pc:inkChg>
        <pc:inkChg chg="add">
          <ac:chgData name="Aggie Menezes" userId="74619c95fa3483c9" providerId="LiveId" clId="{D3128F82-6912-0F40-BAD3-A276DA5466DC}" dt="2021-03-18T12:23:10.613" v="4408"/>
          <ac:inkMkLst>
            <pc:docMk/>
            <pc:sldMk cId="0" sldId="266"/>
            <ac:inkMk id="138" creationId="{A888C053-2631-0C49-907C-2A4B0F3E52F2}"/>
          </ac:inkMkLst>
        </pc:inkChg>
        <pc:inkChg chg="add topLvl">
          <ac:chgData name="Aggie Menezes" userId="74619c95fa3483c9" providerId="LiveId" clId="{D3128F82-6912-0F40-BAD3-A276DA5466DC}" dt="2021-03-18T13:39:51.671" v="4415"/>
          <ac:inkMkLst>
            <pc:docMk/>
            <pc:sldMk cId="0" sldId="266"/>
            <ac:inkMk id="140" creationId="{EB90F60A-DA8B-924A-8520-9B6F492331F5}"/>
          </ac:inkMkLst>
        </pc:inkChg>
        <pc:inkChg chg="add topLvl">
          <ac:chgData name="Aggie Menezes" userId="74619c95fa3483c9" providerId="LiveId" clId="{D3128F82-6912-0F40-BAD3-A276DA5466DC}" dt="2021-03-18T13:39:51.671" v="4415"/>
          <ac:inkMkLst>
            <pc:docMk/>
            <pc:sldMk cId="0" sldId="266"/>
            <ac:inkMk id="141" creationId="{A14AFEC6-CF51-5344-83CC-A197CB984A6B}"/>
          </ac:inkMkLst>
        </pc:inkChg>
        <pc:inkChg chg="add topLvl">
          <ac:chgData name="Aggie Menezes" userId="74619c95fa3483c9" providerId="LiveId" clId="{D3128F82-6912-0F40-BAD3-A276DA5466DC}" dt="2021-03-18T13:39:51.671" v="4415"/>
          <ac:inkMkLst>
            <pc:docMk/>
            <pc:sldMk cId="0" sldId="266"/>
            <ac:inkMk id="142" creationId="{7A097E74-E6E9-E242-8976-09DE545430D6}"/>
          </ac:inkMkLst>
        </pc:inkChg>
        <pc:inkChg chg="add del topLvl">
          <ac:chgData name="Aggie Menezes" userId="74619c95fa3483c9" providerId="LiveId" clId="{D3128F82-6912-0F40-BAD3-A276DA5466DC}" dt="2021-03-18T13:39:51.671" v="4415"/>
          <ac:inkMkLst>
            <pc:docMk/>
            <pc:sldMk cId="0" sldId="266"/>
            <ac:inkMk id="143" creationId="{36C9AA93-F5DA-B647-820E-98D89C5E5517}"/>
          </ac:inkMkLst>
        </pc:inkChg>
      </pc:sldChg>
      <pc:sldChg chg="addSp delSp modSp">
        <pc:chgData name="Aggie Menezes" userId="74619c95fa3483c9" providerId="LiveId" clId="{D3128F82-6912-0F40-BAD3-A276DA5466DC}" dt="2021-03-18T09:35:53.854" v="3440" actId="1076"/>
        <pc:sldMkLst>
          <pc:docMk/>
          <pc:sldMk cId="2445306402" sldId="280"/>
        </pc:sldMkLst>
        <pc:spChg chg="mod">
          <ac:chgData name="Aggie Menezes" userId="74619c95fa3483c9" providerId="LiveId" clId="{D3128F82-6912-0F40-BAD3-A276DA5466DC}" dt="2021-03-18T09:35:53.854" v="3440" actId="1076"/>
          <ac:spMkLst>
            <pc:docMk/>
            <pc:sldMk cId="2445306402" sldId="280"/>
            <ac:spMk id="2" creationId="{B072AD56-378C-6E45-8E79-905EAEFFA77C}"/>
          </ac:spMkLst>
        </pc:spChg>
        <pc:grpChg chg="add del">
          <ac:chgData name="Aggie Menezes" userId="74619c95fa3483c9" providerId="LiveId" clId="{D3128F82-6912-0F40-BAD3-A276DA5466DC}" dt="2021-03-18T09:35:16.650" v="3420"/>
          <ac:grpSpMkLst>
            <pc:docMk/>
            <pc:sldMk cId="2445306402" sldId="280"/>
            <ac:grpSpMk id="14" creationId="{2A58224E-B638-374E-86A7-6AD1D51A21D9}"/>
          </ac:grpSpMkLst>
        </pc:grpChg>
        <pc:grpChg chg="add del">
          <ac:chgData name="Aggie Menezes" userId="74619c95fa3483c9" providerId="LiveId" clId="{D3128F82-6912-0F40-BAD3-A276DA5466DC}" dt="2021-03-18T09:35:16.286" v="3301"/>
          <ac:grpSpMkLst>
            <pc:docMk/>
            <pc:sldMk cId="2445306402" sldId="280"/>
            <ac:grpSpMk id="20" creationId="{A05AD9E8-7150-C64E-9DCF-F08034A5E234}"/>
          </ac:grpSpMkLst>
        </pc:grpChg>
        <pc:grpChg chg="add del">
          <ac:chgData name="Aggie Menezes" userId="74619c95fa3483c9" providerId="LiveId" clId="{D3128F82-6912-0F40-BAD3-A276DA5466DC}" dt="2021-03-16T08:07:38.792" v="1271"/>
          <ac:grpSpMkLst>
            <pc:docMk/>
            <pc:sldMk cId="2445306402" sldId="280"/>
            <ac:grpSpMk id="28" creationId="{27DDD711-ED4C-D449-862E-AFFC7AFB1132}"/>
          </ac:grpSpMkLst>
        </pc:grpChg>
        <pc:grpChg chg="add del">
          <ac:chgData name="Aggie Menezes" userId="74619c95fa3483c9" providerId="LiveId" clId="{D3128F82-6912-0F40-BAD3-A276DA5466DC}" dt="2021-03-16T08:07:52.291" v="1289"/>
          <ac:grpSpMkLst>
            <pc:docMk/>
            <pc:sldMk cId="2445306402" sldId="280"/>
            <ac:grpSpMk id="29" creationId="{A8239DF4-0FE3-8D4F-AE4F-A0A0DAC2A7F6}"/>
          </ac:grpSpMkLst>
        </pc:grpChg>
        <pc:grpChg chg="add del">
          <ac:chgData name="Aggie Menezes" userId="74619c95fa3483c9" providerId="LiveId" clId="{D3128F82-6912-0F40-BAD3-A276DA5466DC}" dt="2021-03-16T08:07:45.717" v="1282"/>
          <ac:grpSpMkLst>
            <pc:docMk/>
            <pc:sldMk cId="2445306402" sldId="280"/>
            <ac:grpSpMk id="38" creationId="{AC72DFAF-95CC-E140-AA44-1CF8B1B380C4}"/>
          </ac:grpSpMkLst>
        </pc:grpChg>
        <pc:grpChg chg="add del">
          <ac:chgData name="Aggie Menezes" userId="74619c95fa3483c9" providerId="LiveId" clId="{D3128F82-6912-0F40-BAD3-A276DA5466DC}" dt="2021-03-16T08:07:46.703" v="1285"/>
          <ac:grpSpMkLst>
            <pc:docMk/>
            <pc:sldMk cId="2445306402" sldId="280"/>
            <ac:grpSpMk id="40" creationId="{D197F951-04E3-C74D-86B5-9F33CCC8C33F}"/>
          </ac:grpSpMkLst>
        </pc:grpChg>
        <pc:grpChg chg="add del">
          <ac:chgData name="Aggie Menezes" userId="74619c95fa3483c9" providerId="LiveId" clId="{D3128F82-6912-0F40-BAD3-A276DA5466DC}" dt="2021-03-16T08:09:13.231" v="1318"/>
          <ac:grpSpMkLst>
            <pc:docMk/>
            <pc:sldMk cId="2445306402" sldId="280"/>
            <ac:grpSpMk id="43" creationId="{70AA2D73-9E6B-F045-AACA-FC99DDBD9A03}"/>
          </ac:grpSpMkLst>
        </pc:grpChg>
        <pc:grpChg chg="add del">
          <ac:chgData name="Aggie Menezes" userId="74619c95fa3483c9" providerId="LiveId" clId="{D3128F82-6912-0F40-BAD3-A276DA5466DC}" dt="2021-03-16T08:09:01.183" v="1315"/>
          <ac:grpSpMkLst>
            <pc:docMk/>
            <pc:sldMk cId="2445306402" sldId="280"/>
            <ac:grpSpMk id="46" creationId="{94AAE191-B65C-5140-AADD-F8F7DA43F934}"/>
          </ac:grpSpMkLst>
        </pc:grpChg>
        <pc:grpChg chg="add del">
          <ac:chgData name="Aggie Menezes" userId="74619c95fa3483c9" providerId="LiveId" clId="{D3128F82-6912-0F40-BAD3-A276DA5466DC}" dt="2021-03-16T08:09:01.183" v="1315"/>
          <ac:grpSpMkLst>
            <pc:docMk/>
            <pc:sldMk cId="2445306402" sldId="280"/>
            <ac:grpSpMk id="49" creationId="{53E48EAB-4943-464A-B846-377FEA4D64E1}"/>
          </ac:grpSpMkLst>
        </pc:grpChg>
        <pc:grpChg chg="add del">
          <ac:chgData name="Aggie Menezes" userId="74619c95fa3483c9" providerId="LiveId" clId="{D3128F82-6912-0F40-BAD3-A276DA5466DC}" dt="2021-03-16T08:09:01.183" v="1315"/>
          <ac:grpSpMkLst>
            <pc:docMk/>
            <pc:sldMk cId="2445306402" sldId="280"/>
            <ac:grpSpMk id="54" creationId="{B1432AD6-0F04-6B40-B0A5-76B7C2B2F893}"/>
          </ac:grpSpMkLst>
        </pc:grpChg>
        <pc:grpChg chg="add del">
          <ac:chgData name="Aggie Menezes" userId="74619c95fa3483c9" providerId="LiveId" clId="{D3128F82-6912-0F40-BAD3-A276DA5466DC}" dt="2021-03-16T08:09:13.231" v="1318"/>
          <ac:grpSpMkLst>
            <pc:docMk/>
            <pc:sldMk cId="2445306402" sldId="280"/>
            <ac:grpSpMk id="59" creationId="{0A208599-23AC-A04F-8797-E08135902E85}"/>
          </ac:grpSpMkLst>
        </pc:grpChg>
        <pc:grpChg chg="add del">
          <ac:chgData name="Aggie Menezes" userId="74619c95fa3483c9" providerId="LiveId" clId="{D3128F82-6912-0F40-BAD3-A276DA5466DC}" dt="2021-03-16T08:09:13.231" v="1318"/>
          <ac:grpSpMkLst>
            <pc:docMk/>
            <pc:sldMk cId="2445306402" sldId="280"/>
            <ac:grpSpMk id="63" creationId="{50DADC58-F8C9-9C4B-903E-669AFAA98AC7}"/>
          </ac:grpSpMkLst>
        </pc:grpChg>
        <pc:grpChg chg="add del">
          <ac:chgData name="Aggie Menezes" userId="74619c95fa3483c9" providerId="LiveId" clId="{D3128F82-6912-0F40-BAD3-A276DA5466DC}" dt="2021-03-16T08:09:13.231" v="1318"/>
          <ac:grpSpMkLst>
            <pc:docMk/>
            <pc:sldMk cId="2445306402" sldId="280"/>
            <ac:grpSpMk id="69" creationId="{38B4F759-6755-1140-9ECD-062259B74901}"/>
          </ac:grpSpMkLst>
        </pc:grpChg>
        <pc:grpChg chg="add del">
          <ac:chgData name="Aggie Menezes" userId="74619c95fa3483c9" providerId="LiveId" clId="{D3128F82-6912-0F40-BAD3-A276DA5466DC}" dt="2021-03-16T08:09:13.983" v="1320"/>
          <ac:grpSpMkLst>
            <pc:docMk/>
            <pc:sldMk cId="2445306402" sldId="280"/>
            <ac:grpSpMk id="72" creationId="{0AAFEC1E-0075-074A-986B-5EC6444D7BC9}"/>
          </ac:grpSpMkLst>
        </pc:grpChg>
        <pc:grpChg chg="add del">
          <ac:chgData name="Aggie Menezes" userId="74619c95fa3483c9" providerId="LiveId" clId="{D3128F82-6912-0F40-BAD3-A276DA5466DC}" dt="2021-03-18T09:35:16.690" v="3433"/>
          <ac:grpSpMkLst>
            <pc:docMk/>
            <pc:sldMk cId="2445306402" sldId="280"/>
            <ac:grpSpMk id="74" creationId="{D704CC69-1E25-A741-876D-4716EE05E739}"/>
          </ac:grpSpMkLst>
        </pc:grpChg>
        <pc:grpChg chg="add del">
          <ac:chgData name="Aggie Menezes" userId="74619c95fa3483c9" providerId="LiveId" clId="{D3128F82-6912-0F40-BAD3-A276DA5466DC}" dt="2021-03-18T09:35:16.330" v="3315"/>
          <ac:grpSpMkLst>
            <pc:docMk/>
            <pc:sldMk cId="2445306402" sldId="280"/>
            <ac:grpSpMk id="77" creationId="{E2FA8809-06B7-714D-A8CA-895E5333835A}"/>
          </ac:grpSpMkLst>
        </pc:grpChg>
        <pc:grpChg chg="add del">
          <ac:chgData name="Aggie Menezes" userId="74619c95fa3483c9" providerId="LiveId" clId="{D3128F82-6912-0F40-BAD3-A276DA5466DC}" dt="2021-03-18T09:35:16.143" v="3256"/>
          <ac:grpSpMkLst>
            <pc:docMk/>
            <pc:sldMk cId="2445306402" sldId="280"/>
            <ac:grpSpMk id="80" creationId="{8AE344CF-3679-854F-A9A4-8A2244E04290}"/>
          </ac:grpSpMkLst>
        </pc:grpChg>
        <pc:grpChg chg="add del">
          <ac:chgData name="Aggie Menezes" userId="74619c95fa3483c9" providerId="LiveId" clId="{D3128F82-6912-0F40-BAD3-A276DA5466DC}" dt="2021-03-18T09:35:16.434" v="3348"/>
          <ac:grpSpMkLst>
            <pc:docMk/>
            <pc:sldMk cId="2445306402" sldId="280"/>
            <ac:grpSpMk id="84" creationId="{5A1BA3D1-13B9-034F-B9CF-1613A63C9943}"/>
          </ac:grpSpMkLst>
        </pc:grpChg>
        <pc:grpChg chg="add del">
          <ac:chgData name="Aggie Menezes" userId="74619c95fa3483c9" providerId="LiveId" clId="{D3128F82-6912-0F40-BAD3-A276DA5466DC}" dt="2021-03-16T08:14:24.274" v="1500"/>
          <ac:grpSpMkLst>
            <pc:docMk/>
            <pc:sldMk cId="2445306402" sldId="280"/>
            <ac:grpSpMk id="89" creationId="{F0699591-79B2-104B-AE99-E3A5D67E7658}"/>
          </ac:grpSpMkLst>
        </pc:grpChg>
        <pc:grpChg chg="add del">
          <ac:chgData name="Aggie Menezes" userId="74619c95fa3483c9" providerId="LiveId" clId="{D3128F82-6912-0F40-BAD3-A276DA5466DC}" dt="2021-03-16T08:10:44.299" v="1342"/>
          <ac:grpSpMkLst>
            <pc:docMk/>
            <pc:sldMk cId="2445306402" sldId="280"/>
            <ac:grpSpMk id="94" creationId="{67CB85B5-D907-484F-B44D-2624A7829CA1}"/>
          </ac:grpSpMkLst>
        </pc:grpChg>
        <pc:grpChg chg="add del">
          <ac:chgData name="Aggie Menezes" userId="74619c95fa3483c9" providerId="LiveId" clId="{D3128F82-6912-0F40-BAD3-A276DA5466DC}" dt="2021-03-18T09:35:16.193" v="3272"/>
          <ac:grpSpMkLst>
            <pc:docMk/>
            <pc:sldMk cId="2445306402" sldId="280"/>
            <ac:grpSpMk id="95" creationId="{0CD2353C-2E8D-D849-A3E4-806A5554E7BB}"/>
          </ac:grpSpMkLst>
        </pc:grpChg>
        <pc:grpChg chg="add del">
          <ac:chgData name="Aggie Menezes" userId="74619c95fa3483c9" providerId="LiveId" clId="{D3128F82-6912-0F40-BAD3-A276DA5466DC}" dt="2021-03-16T08:10:45.449" v="1344"/>
          <ac:grpSpMkLst>
            <pc:docMk/>
            <pc:sldMk cId="2445306402" sldId="280"/>
            <ac:grpSpMk id="97" creationId="{B7CB7830-1D03-9A4C-8B6E-2B0D8176794A}"/>
          </ac:grpSpMkLst>
        </pc:grpChg>
        <pc:grpChg chg="add del">
          <ac:chgData name="Aggie Menezes" userId="74619c95fa3483c9" providerId="LiveId" clId="{D3128F82-6912-0F40-BAD3-A276DA5466DC}" dt="2021-03-18T09:35:16.613" v="3408"/>
          <ac:grpSpMkLst>
            <pc:docMk/>
            <pc:sldMk cId="2445306402" sldId="280"/>
            <ac:grpSpMk id="99" creationId="{3515E85F-60E1-8C4B-80D9-EF8828932297}"/>
          </ac:grpSpMkLst>
        </pc:grpChg>
        <pc:grpChg chg="add del">
          <ac:chgData name="Aggie Menezes" userId="74619c95fa3483c9" providerId="LiveId" clId="{D3128F82-6912-0F40-BAD3-A276DA5466DC}" dt="2021-03-18T09:35:16.513" v="3373"/>
          <ac:grpSpMkLst>
            <pc:docMk/>
            <pc:sldMk cId="2445306402" sldId="280"/>
            <ac:grpSpMk id="104" creationId="{A0D01B6A-A416-9145-B6E3-FE9EEA36FFB8}"/>
          </ac:grpSpMkLst>
        </pc:grpChg>
        <pc:grpChg chg="add del">
          <ac:chgData name="Aggie Menezes" userId="74619c95fa3483c9" providerId="LiveId" clId="{D3128F82-6912-0F40-BAD3-A276DA5466DC}" dt="2021-03-18T09:35:16.475" v="3361"/>
          <ac:grpSpMkLst>
            <pc:docMk/>
            <pc:sldMk cId="2445306402" sldId="280"/>
            <ac:grpSpMk id="108" creationId="{EEEC555B-C43C-0B4B-A42D-B07672249129}"/>
          </ac:grpSpMkLst>
        </pc:grpChg>
        <pc:grpChg chg="add del">
          <ac:chgData name="Aggie Menezes" userId="74619c95fa3483c9" providerId="LiveId" clId="{D3128F82-6912-0F40-BAD3-A276DA5466DC}" dt="2021-03-18T09:35:16.609" v="3407"/>
          <ac:grpSpMkLst>
            <pc:docMk/>
            <pc:sldMk cId="2445306402" sldId="280"/>
            <ac:grpSpMk id="114" creationId="{5925367B-12ED-BB4D-8CE0-556F3EEAF2DE}"/>
          </ac:grpSpMkLst>
        </pc:grpChg>
        <pc:grpChg chg="add del">
          <ac:chgData name="Aggie Menezes" userId="74619c95fa3483c9" providerId="LiveId" clId="{D3128F82-6912-0F40-BAD3-A276DA5466DC}" dt="2021-03-16T08:12:07.828" v="1367"/>
          <ac:grpSpMkLst>
            <pc:docMk/>
            <pc:sldMk cId="2445306402" sldId="280"/>
            <ac:grpSpMk id="117" creationId="{72B57E38-DCC6-FB40-8FAD-912D4430E872}"/>
          </ac:grpSpMkLst>
        </pc:grpChg>
        <pc:grpChg chg="add del">
          <ac:chgData name="Aggie Menezes" userId="74619c95fa3483c9" providerId="LiveId" clId="{D3128F82-6912-0F40-BAD3-A276DA5466DC}" dt="2021-03-16T08:12:10.646" v="1373"/>
          <ac:grpSpMkLst>
            <pc:docMk/>
            <pc:sldMk cId="2445306402" sldId="280"/>
            <ac:grpSpMk id="122" creationId="{9F8A2102-78BC-4D42-84C4-609152F1489D}"/>
          </ac:grpSpMkLst>
        </pc:grpChg>
        <pc:grpChg chg="add del">
          <ac:chgData name="Aggie Menezes" userId="74619c95fa3483c9" providerId="LiveId" clId="{D3128F82-6912-0F40-BAD3-A276DA5466DC}" dt="2021-03-16T08:12:13.610" v="1376"/>
          <ac:grpSpMkLst>
            <pc:docMk/>
            <pc:sldMk cId="2445306402" sldId="280"/>
            <ac:grpSpMk id="128" creationId="{FCFBD017-C7AE-DD4A-A48F-EB7248A7CDF5}"/>
          </ac:grpSpMkLst>
        </pc:grpChg>
        <pc:grpChg chg="add del">
          <ac:chgData name="Aggie Menezes" userId="74619c95fa3483c9" providerId="LiveId" clId="{D3128F82-6912-0F40-BAD3-A276DA5466DC}" dt="2021-03-18T09:35:16.623" v="3411"/>
          <ac:grpSpMkLst>
            <pc:docMk/>
            <pc:sldMk cId="2445306402" sldId="280"/>
            <ac:grpSpMk id="131" creationId="{2949C0A4-72BE-AC4C-91D7-6579969EBD03}"/>
          </ac:grpSpMkLst>
        </pc:grpChg>
        <pc:grpChg chg="add del">
          <ac:chgData name="Aggie Menezes" userId="74619c95fa3483c9" providerId="LiveId" clId="{D3128F82-6912-0F40-BAD3-A276DA5466DC}" dt="2021-03-18T09:35:16.377" v="3330"/>
          <ac:grpSpMkLst>
            <pc:docMk/>
            <pc:sldMk cId="2445306402" sldId="280"/>
            <ac:grpSpMk id="139" creationId="{E3F38EA4-94BF-9F41-920C-721F07EBB5D4}"/>
          </ac:grpSpMkLst>
        </pc:grpChg>
        <pc:grpChg chg="add del">
          <ac:chgData name="Aggie Menezes" userId="74619c95fa3483c9" providerId="LiveId" clId="{D3128F82-6912-0F40-BAD3-A276DA5466DC}" dt="2021-03-18T09:35:16.538" v="3382"/>
          <ac:grpSpMkLst>
            <pc:docMk/>
            <pc:sldMk cId="2445306402" sldId="280"/>
            <ac:grpSpMk id="142" creationId="{813B1C25-16B1-AF48-86FE-631E9C1D197F}"/>
          </ac:grpSpMkLst>
        </pc:grpChg>
        <pc:grpChg chg="add del">
          <ac:chgData name="Aggie Menezes" userId="74619c95fa3483c9" providerId="LiveId" clId="{D3128F82-6912-0F40-BAD3-A276DA5466DC}" dt="2021-03-18T09:35:16.076" v="3238"/>
          <ac:grpSpMkLst>
            <pc:docMk/>
            <pc:sldMk cId="2445306402" sldId="280"/>
            <ac:grpSpMk id="146" creationId="{6E24BE76-975B-214F-9743-83B3B5914E9D}"/>
          </ac:grpSpMkLst>
        </pc:grpChg>
        <pc:grpChg chg="add del">
          <ac:chgData name="Aggie Menezes" userId="74619c95fa3483c9" providerId="LiveId" clId="{D3128F82-6912-0F40-BAD3-A276DA5466DC}" dt="2021-03-18T09:35:16.444" v="3351"/>
          <ac:grpSpMkLst>
            <pc:docMk/>
            <pc:sldMk cId="2445306402" sldId="280"/>
            <ac:grpSpMk id="151" creationId="{2964A841-C887-254F-AB12-B29223D96DA2}"/>
          </ac:grpSpMkLst>
        </pc:grpChg>
        <pc:grpChg chg="add del">
          <ac:chgData name="Aggie Menezes" userId="74619c95fa3483c9" providerId="LiveId" clId="{D3128F82-6912-0F40-BAD3-A276DA5466DC}" dt="2021-03-18T09:35:16.107" v="3246"/>
          <ac:grpSpMkLst>
            <pc:docMk/>
            <pc:sldMk cId="2445306402" sldId="280"/>
            <ac:grpSpMk id="156" creationId="{F99D1FD2-8E61-724A-8A2B-4ABE031FBCC9}"/>
          </ac:grpSpMkLst>
        </pc:grpChg>
        <pc:grpChg chg="add del">
          <ac:chgData name="Aggie Menezes" userId="74619c95fa3483c9" providerId="LiveId" clId="{D3128F82-6912-0F40-BAD3-A276DA5466DC}" dt="2021-03-16T08:13:28.879" v="1409"/>
          <ac:grpSpMkLst>
            <pc:docMk/>
            <pc:sldMk cId="2445306402" sldId="280"/>
            <ac:grpSpMk id="161" creationId="{BE38E13F-6A5D-BF4C-98CF-0FB2B3B6B998}"/>
          </ac:grpSpMkLst>
        </pc:grpChg>
        <pc:grpChg chg="add del">
          <ac:chgData name="Aggie Menezes" userId="74619c95fa3483c9" providerId="LiveId" clId="{D3128F82-6912-0F40-BAD3-A276DA5466DC}" dt="2021-03-18T09:35:16.545" v="3384"/>
          <ac:grpSpMkLst>
            <pc:docMk/>
            <pc:sldMk cId="2445306402" sldId="280"/>
            <ac:grpSpMk id="164" creationId="{05DDB729-5F91-5443-A136-ADA0226A69F4}"/>
          </ac:grpSpMkLst>
        </pc:grpChg>
        <pc:grpChg chg="add del">
          <ac:chgData name="Aggie Menezes" userId="74619c95fa3483c9" providerId="LiveId" clId="{D3128F82-6912-0F40-BAD3-A276DA5466DC}" dt="2021-03-18T09:35:16.154" v="3259"/>
          <ac:grpSpMkLst>
            <pc:docMk/>
            <pc:sldMk cId="2445306402" sldId="280"/>
            <ac:grpSpMk id="189" creationId="{6A4FC99B-89C8-214F-ACE1-454E05DBEA98}"/>
          </ac:grpSpMkLst>
        </pc:grpChg>
        <pc:grpChg chg="add del">
          <ac:chgData name="Aggie Menezes" userId="74619c95fa3483c9" providerId="LiveId" clId="{D3128F82-6912-0F40-BAD3-A276DA5466DC}" dt="2021-03-18T09:35:16.600" v="3404"/>
          <ac:grpSpMkLst>
            <pc:docMk/>
            <pc:sldMk cId="2445306402" sldId="280"/>
            <ac:grpSpMk id="190" creationId="{0209D5D5-8831-9247-87E2-6E095CAB1B44}"/>
          </ac:grpSpMkLst>
        </pc:grpChg>
        <pc:grpChg chg="add del">
          <ac:chgData name="Aggie Menezes" userId="74619c95fa3483c9" providerId="LiveId" clId="{D3128F82-6912-0F40-BAD3-A276DA5466DC}" dt="2021-03-18T09:35:16.617" v="3409"/>
          <ac:grpSpMkLst>
            <pc:docMk/>
            <pc:sldMk cId="2445306402" sldId="280"/>
            <ac:grpSpMk id="191" creationId="{DDFF0DAF-426C-C544-BE54-24DC28FE1B95}"/>
          </ac:grpSpMkLst>
        </pc:grpChg>
        <pc:grpChg chg="add del">
          <ac:chgData name="Aggie Menezes" userId="74619c95fa3483c9" providerId="LiveId" clId="{D3128F82-6912-0F40-BAD3-A276DA5466DC}" dt="2021-03-18T09:35:16.343" v="3319"/>
          <ac:grpSpMkLst>
            <pc:docMk/>
            <pc:sldMk cId="2445306402" sldId="280"/>
            <ac:grpSpMk id="194" creationId="{90FAA293-B303-584B-A3B8-3CF8F184F15E}"/>
          </ac:grpSpMkLst>
        </pc:grpChg>
        <pc:grpChg chg="add del">
          <ac:chgData name="Aggie Menezes" userId="74619c95fa3483c9" providerId="LiveId" clId="{D3128F82-6912-0F40-BAD3-A276DA5466DC}" dt="2021-03-18T09:35:16.683" v="3431"/>
          <ac:grpSpMkLst>
            <pc:docMk/>
            <pc:sldMk cId="2445306402" sldId="280"/>
            <ac:grpSpMk id="229" creationId="{BB33DB6C-F792-BC4A-87F5-630C2D59ADB7}"/>
          </ac:grpSpMkLst>
        </pc:grpChg>
        <pc:grpChg chg="add del">
          <ac:chgData name="Aggie Menezes" userId="74619c95fa3483c9" providerId="LiveId" clId="{D3128F82-6912-0F40-BAD3-A276DA5466DC}" dt="2021-03-16T08:14:24.274" v="1500"/>
          <ac:grpSpMkLst>
            <pc:docMk/>
            <pc:sldMk cId="2445306402" sldId="280"/>
            <ac:grpSpMk id="251" creationId="{C6E8BB88-E28E-7C4C-A01A-A8E36E538C57}"/>
          </ac:grpSpMkLst>
        </pc:grpChg>
        <pc:grpChg chg="add del">
          <ac:chgData name="Aggie Menezes" userId="74619c95fa3483c9" providerId="LiveId" clId="{D3128F82-6912-0F40-BAD3-A276DA5466DC}" dt="2021-03-16T08:14:25.785" v="1504"/>
          <ac:grpSpMkLst>
            <pc:docMk/>
            <pc:sldMk cId="2445306402" sldId="280"/>
            <ac:grpSpMk id="257" creationId="{014FAB5A-1386-2E48-AF83-E92A3CAA439F}"/>
          </ac:grpSpMkLst>
        </pc:grpChg>
        <pc:grpChg chg="add del">
          <ac:chgData name="Aggie Menezes" userId="74619c95fa3483c9" providerId="LiveId" clId="{D3128F82-6912-0F40-BAD3-A276DA5466DC}" dt="2021-03-18T09:35:16.659" v="3423"/>
          <ac:grpSpMkLst>
            <pc:docMk/>
            <pc:sldMk cId="2445306402" sldId="280"/>
            <ac:grpSpMk id="261" creationId="{43D29FB1-0BC8-0C41-83F0-649BE7596D06}"/>
          </ac:grpSpMkLst>
        </pc:grpChg>
        <pc:inkChg chg="add del">
          <ac:chgData name="Aggie Menezes" userId="74619c95fa3483c9" providerId="LiveId" clId="{D3128F82-6912-0F40-BAD3-A276DA5466DC}" dt="2021-03-18T09:35:16.589" v="3400"/>
          <ac:inkMkLst>
            <pc:docMk/>
            <pc:sldMk cId="2445306402" sldId="280"/>
            <ac:inkMk id="4" creationId="{97CBAF44-C76F-B848-8CDF-2AD4F4248AC0}"/>
          </ac:inkMkLst>
        </pc:inkChg>
        <pc:inkChg chg="add del">
          <ac:chgData name="Aggie Menezes" userId="74619c95fa3483c9" providerId="LiveId" clId="{D3128F82-6912-0F40-BAD3-A276DA5466DC}" dt="2021-03-18T09:35:16.530" v="3379"/>
          <ac:inkMkLst>
            <pc:docMk/>
            <pc:sldMk cId="2445306402" sldId="280"/>
            <ac:inkMk id="5" creationId="{66108B2D-F9C4-C34A-AFBA-3E2E8FBB2CDA}"/>
          </ac:inkMkLst>
        </pc:inkChg>
        <pc:inkChg chg="add del">
          <ac:chgData name="Aggie Menezes" userId="74619c95fa3483c9" providerId="LiveId" clId="{D3128F82-6912-0F40-BAD3-A276DA5466DC}" dt="2021-03-18T09:35:16.535" v="3381"/>
          <ac:inkMkLst>
            <pc:docMk/>
            <pc:sldMk cId="2445306402" sldId="280"/>
            <ac:inkMk id="6" creationId="{3F391AF6-B7B5-D544-9C21-52E9B4A34095}"/>
          </ac:inkMkLst>
        </pc:inkChg>
        <pc:inkChg chg="add del">
          <ac:chgData name="Aggie Menezes" userId="74619c95fa3483c9" providerId="LiveId" clId="{D3128F82-6912-0F40-BAD3-A276DA5466DC}" dt="2021-03-18T09:35:16.225" v="3282"/>
          <ac:inkMkLst>
            <pc:docMk/>
            <pc:sldMk cId="2445306402" sldId="280"/>
            <ac:inkMk id="7" creationId="{3B1B16AE-5E96-6E49-8AC9-4A39EB21EC66}"/>
          </ac:inkMkLst>
        </pc:inkChg>
        <pc:inkChg chg="add del topLvl">
          <ac:chgData name="Aggie Menezes" userId="74619c95fa3483c9" providerId="LiveId" clId="{D3128F82-6912-0F40-BAD3-A276DA5466DC}" dt="2021-03-18T09:35:16.650" v="3420"/>
          <ac:inkMkLst>
            <pc:docMk/>
            <pc:sldMk cId="2445306402" sldId="280"/>
            <ac:inkMk id="8" creationId="{4EBACDE9-E9B2-9E4C-8352-EDFBF979FFF3}"/>
          </ac:inkMkLst>
        </pc:inkChg>
        <pc:inkChg chg="add del">
          <ac:chgData name="Aggie Menezes" userId="74619c95fa3483c9" providerId="LiveId" clId="{D3128F82-6912-0F40-BAD3-A276DA5466DC}" dt="2021-03-18T09:35:16.552" v="3386"/>
          <ac:inkMkLst>
            <pc:docMk/>
            <pc:sldMk cId="2445306402" sldId="280"/>
            <ac:inkMk id="9" creationId="{ADCC3353-B303-F846-9271-F4216305CB18}"/>
          </ac:inkMkLst>
        </pc:inkChg>
        <pc:inkChg chg="add del topLvl">
          <ac:chgData name="Aggie Menezes" userId="74619c95fa3483c9" providerId="LiveId" clId="{D3128F82-6912-0F40-BAD3-A276DA5466DC}" dt="2021-03-18T09:35:16.671" v="3427"/>
          <ac:inkMkLst>
            <pc:docMk/>
            <pc:sldMk cId="2445306402" sldId="280"/>
            <ac:inkMk id="10" creationId="{3211A28C-BFB6-C543-BBEC-B2EB119C5C64}"/>
          </ac:inkMkLst>
        </pc:inkChg>
        <pc:inkChg chg="add del">
          <ac:chgData name="Aggie Menezes" userId="74619c95fa3483c9" providerId="LiveId" clId="{D3128F82-6912-0F40-BAD3-A276DA5466DC}" dt="2021-03-18T09:35:16.641" v="3417"/>
          <ac:inkMkLst>
            <pc:docMk/>
            <pc:sldMk cId="2445306402" sldId="280"/>
            <ac:inkMk id="11" creationId="{A0671BD6-97FA-C942-B631-BC71BC036C8B}"/>
          </ac:inkMkLst>
        </pc:inkChg>
        <pc:inkChg chg="add del">
          <ac:chgData name="Aggie Menezes" userId="74619c95fa3483c9" providerId="LiveId" clId="{D3128F82-6912-0F40-BAD3-A276DA5466DC}" dt="2021-03-18T09:35:16.606" v="3406"/>
          <ac:inkMkLst>
            <pc:docMk/>
            <pc:sldMk cId="2445306402" sldId="280"/>
            <ac:inkMk id="12" creationId="{5D3DB93C-2E71-DE4A-A39D-240F74CEE9F4}"/>
          </ac:inkMkLst>
        </pc:inkChg>
        <pc:inkChg chg="add del">
          <ac:chgData name="Aggie Menezes" userId="74619c95fa3483c9" providerId="LiveId" clId="{D3128F82-6912-0F40-BAD3-A276DA5466DC}" dt="2021-03-18T09:35:16.597" v="3403"/>
          <ac:inkMkLst>
            <pc:docMk/>
            <pc:sldMk cId="2445306402" sldId="280"/>
            <ac:inkMk id="13" creationId="{87C918F7-D6A2-D943-B05C-B3019F4B1C96}"/>
          </ac:inkMkLst>
        </pc:inkChg>
        <pc:inkChg chg="add del">
          <ac:chgData name="Aggie Menezes" userId="74619c95fa3483c9" providerId="LiveId" clId="{D3128F82-6912-0F40-BAD3-A276DA5466DC}" dt="2021-03-18T09:35:16.162" v="3262"/>
          <ac:inkMkLst>
            <pc:docMk/>
            <pc:sldMk cId="2445306402" sldId="280"/>
            <ac:inkMk id="15" creationId="{0E59B795-8EA9-9F45-8B31-65289268B8AD}"/>
          </ac:inkMkLst>
        </pc:inkChg>
        <pc:inkChg chg="add del">
          <ac:chgData name="Aggie Menezes" userId="74619c95fa3483c9" providerId="LiveId" clId="{D3128F82-6912-0F40-BAD3-A276DA5466DC}" dt="2021-03-18T09:35:16.128" v="3252"/>
          <ac:inkMkLst>
            <pc:docMk/>
            <pc:sldMk cId="2445306402" sldId="280"/>
            <ac:inkMk id="16" creationId="{5376B71C-8863-834F-811E-AF938633C255}"/>
          </ac:inkMkLst>
        </pc:inkChg>
        <pc:inkChg chg="add del topLvl">
          <ac:chgData name="Aggie Menezes" userId="74619c95fa3483c9" providerId="LiveId" clId="{D3128F82-6912-0F40-BAD3-A276DA5466DC}" dt="2021-03-18T09:35:16.359" v="3324"/>
          <ac:inkMkLst>
            <pc:docMk/>
            <pc:sldMk cId="2445306402" sldId="280"/>
            <ac:inkMk id="17" creationId="{4205E449-6742-AF44-BB7F-B793A56DDCB9}"/>
          </ac:inkMkLst>
        </pc:inkChg>
        <pc:inkChg chg="add del">
          <ac:chgData name="Aggie Menezes" userId="74619c95fa3483c9" providerId="LiveId" clId="{D3128F82-6912-0F40-BAD3-A276DA5466DC}" dt="2021-03-18T09:35:16.223" v="3281"/>
          <ac:inkMkLst>
            <pc:docMk/>
            <pc:sldMk cId="2445306402" sldId="280"/>
            <ac:inkMk id="18" creationId="{8CE63344-4C05-A847-9C38-78EE9EB87C10}"/>
          </ac:inkMkLst>
        </pc:inkChg>
        <pc:inkChg chg="add del topLvl">
          <ac:chgData name="Aggie Menezes" userId="74619c95fa3483c9" providerId="LiveId" clId="{D3128F82-6912-0F40-BAD3-A276DA5466DC}" dt="2021-03-18T09:35:16.286" v="3301"/>
          <ac:inkMkLst>
            <pc:docMk/>
            <pc:sldMk cId="2445306402" sldId="280"/>
            <ac:inkMk id="19" creationId="{CB46BBA0-5E58-6F40-973B-330A664A8027}"/>
          </ac:inkMkLst>
        </pc:inkChg>
        <pc:inkChg chg="add del">
          <ac:chgData name="Aggie Menezes" userId="74619c95fa3483c9" providerId="LiveId" clId="{D3128F82-6912-0F40-BAD3-A276DA5466DC}" dt="2021-03-18T09:35:16.560" v="3389"/>
          <ac:inkMkLst>
            <pc:docMk/>
            <pc:sldMk cId="2445306402" sldId="280"/>
            <ac:inkMk id="21" creationId="{FFE9CADE-47AD-3A4D-A5B7-FFA53D92F00E}"/>
          </ac:inkMkLst>
        </pc:inkChg>
        <pc:inkChg chg="add del topLvl">
          <ac:chgData name="Aggie Menezes" userId="74619c95fa3483c9" providerId="LiveId" clId="{D3128F82-6912-0F40-BAD3-A276DA5466DC}" dt="2021-03-18T09:35:16.663" v="3424"/>
          <ac:inkMkLst>
            <pc:docMk/>
            <pc:sldMk cId="2445306402" sldId="280"/>
            <ac:inkMk id="22" creationId="{E6CA34D2-DB38-6546-8EAF-0EE5D9A9966B}"/>
          </ac:inkMkLst>
        </pc:inkChg>
        <pc:inkChg chg="add del topLvl">
          <ac:chgData name="Aggie Menezes" userId="74619c95fa3483c9" providerId="LiveId" clId="{D3128F82-6912-0F40-BAD3-A276DA5466DC}" dt="2021-03-18T09:35:16.430" v="3347"/>
          <ac:inkMkLst>
            <pc:docMk/>
            <pc:sldMk cId="2445306402" sldId="280"/>
            <ac:inkMk id="23" creationId="{CBD4C843-325B-B648-B498-E11CD0E8F010}"/>
          </ac:inkMkLst>
        </pc:inkChg>
        <pc:inkChg chg="add del topLvl">
          <ac:chgData name="Aggie Menezes" userId="74619c95fa3483c9" providerId="LiveId" clId="{D3128F82-6912-0F40-BAD3-A276DA5466DC}" dt="2021-03-16T08:07:46.703" v="1285"/>
          <ac:inkMkLst>
            <pc:docMk/>
            <pc:sldMk cId="2445306402" sldId="280"/>
            <ac:inkMk id="24" creationId="{A8ABC9A6-FA38-724F-A528-9921DB3BBE8C}"/>
          </ac:inkMkLst>
        </pc:inkChg>
        <pc:inkChg chg="add del topLvl">
          <ac:chgData name="Aggie Menezes" userId="74619c95fa3483c9" providerId="LiveId" clId="{D3128F82-6912-0F40-BAD3-A276DA5466DC}" dt="2021-03-16T08:07:46.696" v="1283"/>
          <ac:inkMkLst>
            <pc:docMk/>
            <pc:sldMk cId="2445306402" sldId="280"/>
            <ac:inkMk id="25" creationId="{87E38921-A922-4543-B36D-2D604C66AD14}"/>
          </ac:inkMkLst>
        </pc:inkChg>
        <pc:inkChg chg="add del topLvl">
          <ac:chgData name="Aggie Menezes" userId="74619c95fa3483c9" providerId="LiveId" clId="{D3128F82-6912-0F40-BAD3-A276DA5466DC}" dt="2021-03-16T08:07:46.709" v="1286"/>
          <ac:inkMkLst>
            <pc:docMk/>
            <pc:sldMk cId="2445306402" sldId="280"/>
            <ac:inkMk id="26" creationId="{096D2F81-DD87-DA4D-8C2A-4AC973889DE3}"/>
          </ac:inkMkLst>
        </pc:inkChg>
        <pc:inkChg chg="add del topLvl">
          <ac:chgData name="Aggie Menezes" userId="74619c95fa3483c9" providerId="LiveId" clId="{D3128F82-6912-0F40-BAD3-A276DA5466DC}" dt="2021-03-16T08:07:42.603" v="1280"/>
          <ac:inkMkLst>
            <pc:docMk/>
            <pc:sldMk cId="2445306402" sldId="280"/>
            <ac:inkMk id="27" creationId="{96E3F72E-2CA0-C949-902A-5BAE4AD18761}"/>
          </ac:inkMkLst>
        </pc:inkChg>
        <pc:inkChg chg="add del">
          <ac:chgData name="Aggie Menezes" userId="74619c95fa3483c9" providerId="LiveId" clId="{D3128F82-6912-0F40-BAD3-A276DA5466DC}" dt="2021-03-16T08:07:42.600" v="1279"/>
          <ac:inkMkLst>
            <pc:docMk/>
            <pc:sldMk cId="2445306402" sldId="280"/>
            <ac:inkMk id="30" creationId="{6E0327FD-1DC2-8243-870D-F3B903B813BC}"/>
          </ac:inkMkLst>
        </pc:inkChg>
        <pc:inkChg chg="add del">
          <ac:chgData name="Aggie Menezes" userId="74619c95fa3483c9" providerId="LiveId" clId="{D3128F82-6912-0F40-BAD3-A276DA5466DC}" dt="2021-03-16T08:07:41.530" v="1272"/>
          <ac:inkMkLst>
            <pc:docMk/>
            <pc:sldMk cId="2445306402" sldId="280"/>
            <ac:inkMk id="31" creationId="{FE436153-991C-AA44-873F-13CAAFA6B896}"/>
          </ac:inkMkLst>
        </pc:inkChg>
        <pc:inkChg chg="add del">
          <ac:chgData name="Aggie Menezes" userId="74619c95fa3483c9" providerId="LiveId" clId="{D3128F82-6912-0F40-BAD3-A276DA5466DC}" dt="2021-03-16T08:07:41.543" v="1276"/>
          <ac:inkMkLst>
            <pc:docMk/>
            <pc:sldMk cId="2445306402" sldId="280"/>
            <ac:inkMk id="32" creationId="{3466E443-6927-084F-97A8-C4C237F5F064}"/>
          </ac:inkMkLst>
        </pc:inkChg>
        <pc:inkChg chg="add del">
          <ac:chgData name="Aggie Menezes" userId="74619c95fa3483c9" providerId="LiveId" clId="{D3128F82-6912-0F40-BAD3-A276DA5466DC}" dt="2021-03-16T08:07:41.533" v="1273"/>
          <ac:inkMkLst>
            <pc:docMk/>
            <pc:sldMk cId="2445306402" sldId="280"/>
            <ac:inkMk id="33" creationId="{F4B82CD1-EEB7-D344-AE25-5F7C5A270BAD}"/>
          </ac:inkMkLst>
        </pc:inkChg>
        <pc:inkChg chg="add del">
          <ac:chgData name="Aggie Menezes" userId="74619c95fa3483c9" providerId="LiveId" clId="{D3128F82-6912-0F40-BAD3-A276DA5466DC}" dt="2021-03-16T08:07:41.536" v="1274"/>
          <ac:inkMkLst>
            <pc:docMk/>
            <pc:sldMk cId="2445306402" sldId="280"/>
            <ac:inkMk id="34" creationId="{4780EAAC-4370-B04F-B9C3-B9D55218217A}"/>
          </ac:inkMkLst>
        </pc:inkChg>
        <pc:inkChg chg="add del">
          <ac:chgData name="Aggie Menezes" userId="74619c95fa3483c9" providerId="LiveId" clId="{D3128F82-6912-0F40-BAD3-A276DA5466DC}" dt="2021-03-16T08:07:41.549" v="1278"/>
          <ac:inkMkLst>
            <pc:docMk/>
            <pc:sldMk cId="2445306402" sldId="280"/>
            <ac:inkMk id="35" creationId="{BC0902CF-BE5A-164B-9CC3-72F21AD3413E}"/>
          </ac:inkMkLst>
        </pc:inkChg>
        <pc:inkChg chg="add del">
          <ac:chgData name="Aggie Menezes" userId="74619c95fa3483c9" providerId="LiveId" clId="{D3128F82-6912-0F40-BAD3-A276DA5466DC}" dt="2021-03-16T08:07:41.546" v="1277"/>
          <ac:inkMkLst>
            <pc:docMk/>
            <pc:sldMk cId="2445306402" sldId="280"/>
            <ac:inkMk id="36" creationId="{90087311-EAF4-994D-94F7-3704DB0A4E0E}"/>
          </ac:inkMkLst>
        </pc:inkChg>
        <pc:inkChg chg="add del">
          <ac:chgData name="Aggie Menezes" userId="74619c95fa3483c9" providerId="LiveId" clId="{D3128F82-6912-0F40-BAD3-A276DA5466DC}" dt="2021-03-16T08:07:41.539" v="1275"/>
          <ac:inkMkLst>
            <pc:docMk/>
            <pc:sldMk cId="2445306402" sldId="280"/>
            <ac:inkMk id="37" creationId="{0D2CF400-F6FC-9242-A1A7-FAA6FBA7F8C4}"/>
          </ac:inkMkLst>
        </pc:inkChg>
        <pc:inkChg chg="add del">
          <ac:chgData name="Aggie Menezes" userId="74619c95fa3483c9" providerId="LiveId" clId="{D3128F82-6912-0F40-BAD3-A276DA5466DC}" dt="2021-03-16T08:07:46.700" v="1284"/>
          <ac:inkMkLst>
            <pc:docMk/>
            <pc:sldMk cId="2445306402" sldId="280"/>
            <ac:inkMk id="39" creationId="{9370DB74-CFB8-C641-B4A4-AA00B249840B}"/>
          </ac:inkMkLst>
        </pc:inkChg>
        <pc:inkChg chg="add del topLvl">
          <ac:chgData name="Aggie Menezes" userId="74619c95fa3483c9" providerId="LiveId" clId="{D3128F82-6912-0F40-BAD3-A276DA5466DC}" dt="2021-03-18T09:35:16.652" v="3421"/>
          <ac:inkMkLst>
            <pc:docMk/>
            <pc:sldMk cId="2445306402" sldId="280"/>
            <ac:inkMk id="41" creationId="{A110785E-4CEF-E54B-B7BE-54AD5EBE860F}"/>
          </ac:inkMkLst>
        </pc:inkChg>
        <pc:inkChg chg="add del topLvl">
          <ac:chgData name="Aggie Menezes" userId="74619c95fa3483c9" providerId="LiveId" clId="{D3128F82-6912-0F40-BAD3-A276DA5466DC}" dt="2021-03-18T09:35:16.196" v="3273"/>
          <ac:inkMkLst>
            <pc:docMk/>
            <pc:sldMk cId="2445306402" sldId="280"/>
            <ac:inkMk id="42" creationId="{C623FBFF-BFA7-B645-8579-DF0B84230BBE}"/>
          </ac:inkMkLst>
        </pc:inkChg>
        <pc:inkChg chg="add del topLvl">
          <ac:chgData name="Aggie Menezes" userId="74619c95fa3483c9" providerId="LiveId" clId="{D3128F82-6912-0F40-BAD3-A276DA5466DC}" dt="2021-03-18T09:35:16.269" v="3296"/>
          <ac:inkMkLst>
            <pc:docMk/>
            <pc:sldMk cId="2445306402" sldId="280"/>
            <ac:inkMk id="44" creationId="{B5A803D9-21EC-2F4D-9213-AF81A591A8F4}"/>
          </ac:inkMkLst>
        </pc:inkChg>
        <pc:inkChg chg="add del topLvl">
          <ac:chgData name="Aggie Menezes" userId="74619c95fa3483c9" providerId="LiveId" clId="{D3128F82-6912-0F40-BAD3-A276DA5466DC}" dt="2021-03-18T09:35:16.166" v="3263"/>
          <ac:inkMkLst>
            <pc:docMk/>
            <pc:sldMk cId="2445306402" sldId="280"/>
            <ac:inkMk id="45" creationId="{50BA35B7-C1A3-E544-9889-068C58DEDD47}"/>
          </ac:inkMkLst>
        </pc:inkChg>
        <pc:inkChg chg="add del topLvl">
          <ac:chgData name="Aggie Menezes" userId="74619c95fa3483c9" providerId="LiveId" clId="{D3128F82-6912-0F40-BAD3-A276DA5466DC}" dt="2021-03-18T09:35:16.336" v="3317"/>
          <ac:inkMkLst>
            <pc:docMk/>
            <pc:sldMk cId="2445306402" sldId="280"/>
            <ac:inkMk id="47" creationId="{F90943E8-52B6-B649-B224-79637A83B4CF}"/>
          </ac:inkMkLst>
        </pc:inkChg>
        <pc:inkChg chg="add del topLvl">
          <ac:chgData name="Aggie Menezes" userId="74619c95fa3483c9" providerId="LiveId" clId="{D3128F82-6912-0F40-BAD3-A276DA5466DC}" dt="2021-03-18T09:35:16.273" v="3297"/>
          <ac:inkMkLst>
            <pc:docMk/>
            <pc:sldMk cId="2445306402" sldId="280"/>
            <ac:inkMk id="48" creationId="{352D6778-7A99-4149-AFAA-9F4688541D5F}"/>
          </ac:inkMkLst>
        </pc:inkChg>
        <pc:inkChg chg="add del topLvl">
          <ac:chgData name="Aggie Menezes" userId="74619c95fa3483c9" providerId="LiveId" clId="{D3128F82-6912-0F40-BAD3-A276DA5466DC}" dt="2021-03-18T09:35:16.321" v="3312"/>
          <ac:inkMkLst>
            <pc:docMk/>
            <pc:sldMk cId="2445306402" sldId="280"/>
            <ac:inkMk id="50" creationId="{E3C9ABB0-3F3D-044A-BB30-D286EC1177FB}"/>
          </ac:inkMkLst>
        </pc:inkChg>
        <pc:inkChg chg="add del topLvl">
          <ac:chgData name="Aggie Menezes" userId="74619c95fa3483c9" providerId="LiveId" clId="{D3128F82-6912-0F40-BAD3-A276DA5466DC}" dt="2021-03-18T09:35:16.413" v="3341"/>
          <ac:inkMkLst>
            <pc:docMk/>
            <pc:sldMk cId="2445306402" sldId="280"/>
            <ac:inkMk id="51" creationId="{2A617479-B28B-6D4B-AF9D-A6BA510B0801}"/>
          </ac:inkMkLst>
        </pc:inkChg>
        <pc:inkChg chg="add del topLvl">
          <ac:chgData name="Aggie Menezes" userId="74619c95fa3483c9" providerId="LiveId" clId="{D3128F82-6912-0F40-BAD3-A276DA5466DC}" dt="2021-03-18T09:35:16.471" v="3360"/>
          <ac:inkMkLst>
            <pc:docMk/>
            <pc:sldMk cId="2445306402" sldId="280"/>
            <ac:inkMk id="52" creationId="{CC2B74F8-AEF5-364D-8024-52B05666D53D}"/>
          </ac:inkMkLst>
        </pc:inkChg>
        <pc:inkChg chg="add del topLvl">
          <ac:chgData name="Aggie Menezes" userId="74619c95fa3483c9" providerId="LiveId" clId="{D3128F82-6912-0F40-BAD3-A276DA5466DC}" dt="2021-03-18T09:35:16.350" v="3321"/>
          <ac:inkMkLst>
            <pc:docMk/>
            <pc:sldMk cId="2445306402" sldId="280"/>
            <ac:inkMk id="53" creationId="{6F302D80-98F7-D248-B2A7-CB0D94713952}"/>
          </ac:inkMkLst>
        </pc:inkChg>
        <pc:inkChg chg="add del topLvl">
          <ac:chgData name="Aggie Menezes" userId="74619c95fa3483c9" providerId="LiveId" clId="{D3128F82-6912-0F40-BAD3-A276DA5466DC}" dt="2021-03-18T09:35:16.416" v="3342"/>
          <ac:inkMkLst>
            <pc:docMk/>
            <pc:sldMk cId="2445306402" sldId="280"/>
            <ac:inkMk id="55" creationId="{1C2E8A96-8291-E147-9F2F-62B7C2FEEA36}"/>
          </ac:inkMkLst>
        </pc:inkChg>
        <pc:inkChg chg="add del topLvl">
          <ac:chgData name="Aggie Menezes" userId="74619c95fa3483c9" providerId="LiveId" clId="{D3128F82-6912-0F40-BAD3-A276DA5466DC}" dt="2021-03-18T09:35:16.698" v="3436"/>
          <ac:inkMkLst>
            <pc:docMk/>
            <pc:sldMk cId="2445306402" sldId="280"/>
            <ac:inkMk id="56" creationId="{31DD764D-8F3D-2E49-AE04-F0F21F58AAEA}"/>
          </ac:inkMkLst>
        </pc:inkChg>
        <pc:inkChg chg="add del topLvl">
          <ac:chgData name="Aggie Menezes" userId="74619c95fa3483c9" providerId="LiveId" clId="{D3128F82-6912-0F40-BAD3-A276DA5466DC}" dt="2021-03-18T09:35:16.216" v="3279"/>
          <ac:inkMkLst>
            <pc:docMk/>
            <pc:sldMk cId="2445306402" sldId="280"/>
            <ac:inkMk id="57" creationId="{81A551D8-39AA-F641-8503-7A9C94FBA699}"/>
          </ac:inkMkLst>
        </pc:inkChg>
        <pc:inkChg chg="add del topLvl">
          <ac:chgData name="Aggie Menezes" userId="74619c95fa3483c9" providerId="LiveId" clId="{D3128F82-6912-0F40-BAD3-A276DA5466DC}" dt="2021-03-18T09:35:16.497" v="3368"/>
          <ac:inkMkLst>
            <pc:docMk/>
            <pc:sldMk cId="2445306402" sldId="280"/>
            <ac:inkMk id="58" creationId="{E6960D09-E42F-894E-AABB-FA746B1031A1}"/>
          </ac:inkMkLst>
        </pc:inkChg>
        <pc:inkChg chg="add del topLvl">
          <ac:chgData name="Aggie Menezes" userId="74619c95fa3483c9" providerId="LiveId" clId="{D3128F82-6912-0F40-BAD3-A276DA5466DC}" dt="2021-03-18T09:35:16.690" v="3433"/>
          <ac:inkMkLst>
            <pc:docMk/>
            <pc:sldMk cId="2445306402" sldId="280"/>
            <ac:inkMk id="60" creationId="{1A2FB676-73D7-8549-9AE7-0AAC703DB841}"/>
          </ac:inkMkLst>
        </pc:inkChg>
        <pc:inkChg chg="add del topLvl">
          <ac:chgData name="Aggie Menezes" userId="74619c95fa3483c9" providerId="LiveId" clId="{D3128F82-6912-0F40-BAD3-A276DA5466DC}" dt="2021-03-18T09:35:16.485" v="3364"/>
          <ac:inkMkLst>
            <pc:docMk/>
            <pc:sldMk cId="2445306402" sldId="280"/>
            <ac:inkMk id="61" creationId="{450E8676-FC0A-B446-9F06-E4F15F2EB790}"/>
          </ac:inkMkLst>
        </pc:inkChg>
        <pc:inkChg chg="add del topLvl">
          <ac:chgData name="Aggie Menezes" userId="74619c95fa3483c9" providerId="LiveId" clId="{D3128F82-6912-0F40-BAD3-A276DA5466DC}" dt="2021-03-18T09:35:16.245" v="3288"/>
          <ac:inkMkLst>
            <pc:docMk/>
            <pc:sldMk cId="2445306402" sldId="280"/>
            <ac:inkMk id="62" creationId="{D3F4878C-578F-B140-AAED-23F789347C95}"/>
          </ac:inkMkLst>
        </pc:inkChg>
        <pc:inkChg chg="add del topLvl">
          <ac:chgData name="Aggie Menezes" userId="74619c95fa3483c9" providerId="LiveId" clId="{D3128F82-6912-0F40-BAD3-A276DA5466DC}" dt="2021-03-18T09:35:16.139" v="3255"/>
          <ac:inkMkLst>
            <pc:docMk/>
            <pc:sldMk cId="2445306402" sldId="280"/>
            <ac:inkMk id="64" creationId="{F863A939-7F4E-9B48-93B2-910D1BEF38A6}"/>
          </ac:inkMkLst>
        </pc:inkChg>
        <pc:inkChg chg="add del topLvl">
          <ac:chgData name="Aggie Menezes" userId="74619c95fa3483c9" providerId="LiveId" clId="{D3128F82-6912-0F40-BAD3-A276DA5466DC}" dt="2021-03-18T09:35:16.620" v="3410"/>
          <ac:inkMkLst>
            <pc:docMk/>
            <pc:sldMk cId="2445306402" sldId="280"/>
            <ac:inkMk id="65" creationId="{E353E3AB-B21C-6C44-A21F-1E7A8C8BFF44}"/>
          </ac:inkMkLst>
        </pc:inkChg>
        <pc:inkChg chg="add del topLvl">
          <ac:chgData name="Aggie Menezes" userId="74619c95fa3483c9" providerId="LiveId" clId="{D3128F82-6912-0F40-BAD3-A276DA5466DC}" dt="2021-03-18T09:35:16.100" v="3244"/>
          <ac:inkMkLst>
            <pc:docMk/>
            <pc:sldMk cId="2445306402" sldId="280"/>
            <ac:inkMk id="66" creationId="{95ABF244-818A-0E43-88C8-1867F9C07000}"/>
          </ac:inkMkLst>
        </pc:inkChg>
        <pc:inkChg chg="add del topLvl">
          <ac:chgData name="Aggie Menezes" userId="74619c95fa3483c9" providerId="LiveId" clId="{D3128F82-6912-0F40-BAD3-A276DA5466DC}" dt="2021-03-18T09:35:16.419" v="3343"/>
          <ac:inkMkLst>
            <pc:docMk/>
            <pc:sldMk cId="2445306402" sldId="280"/>
            <ac:inkMk id="67" creationId="{CC19404D-3581-8042-BEF3-FD51120314BB}"/>
          </ac:inkMkLst>
        </pc:inkChg>
        <pc:inkChg chg="add del topLvl">
          <ac:chgData name="Aggie Menezes" userId="74619c95fa3483c9" providerId="LiveId" clId="{D3128F82-6912-0F40-BAD3-A276DA5466DC}" dt="2021-03-18T09:35:16.096" v="3243"/>
          <ac:inkMkLst>
            <pc:docMk/>
            <pc:sldMk cId="2445306402" sldId="280"/>
            <ac:inkMk id="68" creationId="{ECE4AAEB-7F09-4C43-80B8-8634C6546C82}"/>
          </ac:inkMkLst>
        </pc:inkChg>
        <pc:inkChg chg="add del topLvl">
          <ac:chgData name="Aggie Menezes" userId="74619c95fa3483c9" providerId="LiveId" clId="{D3128F82-6912-0F40-BAD3-A276DA5466DC}" dt="2021-03-18T09:35:16.239" v="3286"/>
          <ac:inkMkLst>
            <pc:docMk/>
            <pc:sldMk cId="2445306402" sldId="280"/>
            <ac:inkMk id="70" creationId="{84853CD9-2CE5-914D-BFEB-3C4D35EF2FFC}"/>
          </ac:inkMkLst>
        </pc:inkChg>
        <pc:inkChg chg="add del topLvl">
          <ac:chgData name="Aggie Menezes" userId="74619c95fa3483c9" providerId="LiveId" clId="{D3128F82-6912-0F40-BAD3-A276DA5466DC}" dt="2021-03-18T09:35:16.582" v="3397"/>
          <ac:inkMkLst>
            <pc:docMk/>
            <pc:sldMk cId="2445306402" sldId="280"/>
            <ac:inkMk id="71" creationId="{86A98794-6250-CD4A-863A-5E13E309E485}"/>
          </ac:inkMkLst>
        </pc:inkChg>
        <pc:inkChg chg="add del">
          <ac:chgData name="Aggie Menezes" userId="74619c95fa3483c9" providerId="LiveId" clId="{D3128F82-6912-0F40-BAD3-A276DA5466DC}" dt="2021-03-18T09:35:16.403" v="3338"/>
          <ac:inkMkLst>
            <pc:docMk/>
            <pc:sldMk cId="2445306402" sldId="280"/>
            <ac:inkMk id="73" creationId="{78A6A177-E419-434A-A55A-DDE218343607}"/>
          </ac:inkMkLst>
        </pc:inkChg>
        <pc:inkChg chg="add del topLvl">
          <ac:chgData name="Aggie Menezes" userId="74619c95fa3483c9" providerId="LiveId" clId="{D3128F82-6912-0F40-BAD3-A276DA5466DC}" dt="2021-03-18T09:35:16.516" v="3374"/>
          <ac:inkMkLst>
            <pc:docMk/>
            <pc:sldMk cId="2445306402" sldId="280"/>
            <ac:inkMk id="75" creationId="{1B811EF7-8C9F-C245-9626-D679EB1485DA}"/>
          </ac:inkMkLst>
        </pc:inkChg>
        <pc:inkChg chg="add del topLvl">
          <ac:chgData name="Aggie Menezes" userId="74619c95fa3483c9" providerId="LiveId" clId="{D3128F82-6912-0F40-BAD3-A276DA5466DC}" dt="2021-03-18T09:35:16.330" v="3315"/>
          <ac:inkMkLst>
            <pc:docMk/>
            <pc:sldMk cId="2445306402" sldId="280"/>
            <ac:inkMk id="76" creationId="{20BF7CC0-4AB6-CE4B-9D87-EF534D23A02E}"/>
          </ac:inkMkLst>
        </pc:inkChg>
        <pc:inkChg chg="add del topLvl">
          <ac:chgData name="Aggie Menezes" userId="74619c95fa3483c9" providerId="LiveId" clId="{D3128F82-6912-0F40-BAD3-A276DA5466DC}" dt="2021-03-18T09:35:16.562" v="3390"/>
          <ac:inkMkLst>
            <pc:docMk/>
            <pc:sldMk cId="2445306402" sldId="280"/>
            <ac:inkMk id="78" creationId="{CDB39525-EC83-A348-81B4-051783F22050}"/>
          </ac:inkMkLst>
        </pc:inkChg>
        <pc:inkChg chg="add del topLvl">
          <ac:chgData name="Aggie Menezes" userId="74619c95fa3483c9" providerId="LiveId" clId="{D3128F82-6912-0F40-BAD3-A276DA5466DC}" dt="2021-03-18T09:35:16.143" v="3256"/>
          <ac:inkMkLst>
            <pc:docMk/>
            <pc:sldMk cId="2445306402" sldId="280"/>
            <ac:inkMk id="79" creationId="{FC5846B1-9D3B-2645-944A-8A4B33771A9E}"/>
          </ac:inkMkLst>
        </pc:inkChg>
        <pc:inkChg chg="add del">
          <ac:chgData name="Aggie Menezes" userId="74619c95fa3483c9" providerId="LiveId" clId="{D3128F82-6912-0F40-BAD3-A276DA5466DC}" dt="2021-03-18T09:35:16.206" v="3276"/>
          <ac:inkMkLst>
            <pc:docMk/>
            <pc:sldMk cId="2445306402" sldId="280"/>
            <ac:inkMk id="81" creationId="{D217DDCC-962A-F346-85B3-97E3DBB42528}"/>
          </ac:inkMkLst>
        </pc:inkChg>
        <pc:inkChg chg="add del topLvl">
          <ac:chgData name="Aggie Menezes" userId="74619c95fa3483c9" providerId="LiveId" clId="{D3128F82-6912-0F40-BAD3-A276DA5466DC}" dt="2021-03-18T09:35:16.457" v="3355"/>
          <ac:inkMkLst>
            <pc:docMk/>
            <pc:sldMk cId="2445306402" sldId="280"/>
            <ac:inkMk id="82" creationId="{1AC5DE5F-5DD1-9540-8D1C-84EC9F078C16}"/>
          </ac:inkMkLst>
        </pc:inkChg>
        <pc:inkChg chg="add del topLvl">
          <ac:chgData name="Aggie Menezes" userId="74619c95fa3483c9" providerId="LiveId" clId="{D3128F82-6912-0F40-BAD3-A276DA5466DC}" dt="2021-03-18T09:35:16.434" v="3348"/>
          <ac:inkMkLst>
            <pc:docMk/>
            <pc:sldMk cId="2445306402" sldId="280"/>
            <ac:inkMk id="83" creationId="{CBCA80C3-CE6A-4247-B1C3-12BDD379861F}"/>
          </ac:inkMkLst>
        </pc:inkChg>
        <pc:inkChg chg="add del">
          <ac:chgData name="Aggie Menezes" userId="74619c95fa3483c9" providerId="LiveId" clId="{D3128F82-6912-0F40-BAD3-A276DA5466DC}" dt="2021-03-18T09:35:16.518" v="3375"/>
          <ac:inkMkLst>
            <pc:docMk/>
            <pc:sldMk cId="2445306402" sldId="280"/>
            <ac:inkMk id="85" creationId="{2F268DDD-B229-B747-93A4-D360ADB1CB99}"/>
          </ac:inkMkLst>
        </pc:inkChg>
        <pc:inkChg chg="add del">
          <ac:chgData name="Aggie Menezes" userId="74619c95fa3483c9" providerId="LiveId" clId="{D3128F82-6912-0F40-BAD3-A276DA5466DC}" dt="2021-03-18T09:35:16.157" v="3260"/>
          <ac:inkMkLst>
            <pc:docMk/>
            <pc:sldMk cId="2445306402" sldId="280"/>
            <ac:inkMk id="86" creationId="{88261CE4-F5F6-3548-98C4-77F48795FE69}"/>
          </ac:inkMkLst>
        </pc:inkChg>
        <pc:inkChg chg="add del topLvl">
          <ac:chgData name="Aggie Menezes" userId="74619c95fa3483c9" providerId="LiveId" clId="{D3128F82-6912-0F40-BAD3-A276DA5466DC}" dt="2021-03-18T09:35:16.441" v="3350"/>
          <ac:inkMkLst>
            <pc:docMk/>
            <pc:sldMk cId="2445306402" sldId="280"/>
            <ac:inkMk id="87" creationId="{FC566D45-FCC7-DA4F-9E83-651E00E6B2B8}"/>
          </ac:inkMkLst>
        </pc:inkChg>
        <pc:inkChg chg="add del topLvl">
          <ac:chgData name="Aggie Menezes" userId="74619c95fa3483c9" providerId="LiveId" clId="{D3128F82-6912-0F40-BAD3-A276DA5466DC}" dt="2021-03-18T09:35:16.494" v="3367"/>
          <ac:inkMkLst>
            <pc:docMk/>
            <pc:sldMk cId="2445306402" sldId="280"/>
            <ac:inkMk id="88" creationId="{503CC30C-391D-2B47-A3E1-47317BE14E8C}"/>
          </ac:inkMkLst>
        </pc:inkChg>
        <pc:inkChg chg="add del topLvl">
          <ac:chgData name="Aggie Menezes" userId="74619c95fa3483c9" providerId="LiveId" clId="{D3128F82-6912-0F40-BAD3-A276DA5466DC}" dt="2021-03-18T09:35:16.193" v="3272"/>
          <ac:inkMkLst>
            <pc:docMk/>
            <pc:sldMk cId="2445306402" sldId="280"/>
            <ac:inkMk id="90" creationId="{FBEE16B2-3985-7D4C-B595-441B50E31B72}"/>
          </ac:inkMkLst>
        </pc:inkChg>
        <pc:inkChg chg="add del topLvl">
          <ac:chgData name="Aggie Menezes" userId="74619c95fa3483c9" providerId="LiveId" clId="{D3128F82-6912-0F40-BAD3-A276DA5466DC}" dt="2021-03-18T09:35:16.203" v="3275"/>
          <ac:inkMkLst>
            <pc:docMk/>
            <pc:sldMk cId="2445306402" sldId="280"/>
            <ac:inkMk id="91" creationId="{9886279C-DC0A-4C4A-BC7E-3976BF592E7B}"/>
          </ac:inkMkLst>
        </pc:inkChg>
        <pc:inkChg chg="add del topLvl">
          <ac:chgData name="Aggie Menezes" userId="74619c95fa3483c9" providerId="LiveId" clId="{D3128F82-6912-0F40-BAD3-A276DA5466DC}" dt="2021-03-18T09:35:16.460" v="3356"/>
          <ac:inkMkLst>
            <pc:docMk/>
            <pc:sldMk cId="2445306402" sldId="280"/>
            <ac:inkMk id="92" creationId="{E7C76470-1663-F646-9DDD-F9EB4BD3C70E}"/>
          </ac:inkMkLst>
        </pc:inkChg>
        <pc:inkChg chg="add del topLvl">
          <ac:chgData name="Aggie Menezes" userId="74619c95fa3483c9" providerId="LiveId" clId="{D3128F82-6912-0F40-BAD3-A276DA5466DC}" dt="2021-03-18T09:35:16.507" v="3371"/>
          <ac:inkMkLst>
            <pc:docMk/>
            <pc:sldMk cId="2445306402" sldId="280"/>
            <ac:inkMk id="93" creationId="{FB15EBFA-D2CE-A94C-B66C-2344549CCF7B}"/>
          </ac:inkMkLst>
        </pc:inkChg>
        <pc:inkChg chg="add del topLvl">
          <ac:chgData name="Aggie Menezes" userId="74619c95fa3483c9" providerId="LiveId" clId="{D3128F82-6912-0F40-BAD3-A276DA5466DC}" dt="2021-03-18T09:35:16.613" v="3408"/>
          <ac:inkMkLst>
            <pc:docMk/>
            <pc:sldMk cId="2445306402" sldId="280"/>
            <ac:inkMk id="96" creationId="{5C09BCB0-F0AF-4743-AD36-B0616E4FF6F9}"/>
          </ac:inkMkLst>
        </pc:inkChg>
        <pc:inkChg chg="add del topLvl">
          <ac:chgData name="Aggie Menezes" userId="74619c95fa3483c9" providerId="LiveId" clId="{D3128F82-6912-0F40-BAD3-A276DA5466DC}" dt="2021-03-18T09:35:16.677" v="3429"/>
          <ac:inkMkLst>
            <pc:docMk/>
            <pc:sldMk cId="2445306402" sldId="280"/>
            <ac:inkMk id="98" creationId="{F8561DA1-786E-1D4E-9E4B-3AB2D3963459}"/>
          </ac:inkMkLst>
        </pc:inkChg>
        <pc:inkChg chg="add del topLvl">
          <ac:chgData name="Aggie Menezes" userId="74619c95fa3483c9" providerId="LiveId" clId="{D3128F82-6912-0F40-BAD3-A276DA5466DC}" dt="2021-03-18T09:35:16.675" v="3428"/>
          <ac:inkMkLst>
            <pc:docMk/>
            <pc:sldMk cId="2445306402" sldId="280"/>
            <ac:inkMk id="100" creationId="{F86528AE-0D16-0849-834C-7CFFFAA0A8B7}"/>
          </ac:inkMkLst>
        </pc:inkChg>
        <pc:inkChg chg="add del">
          <ac:chgData name="Aggie Menezes" userId="74619c95fa3483c9" providerId="LiveId" clId="{D3128F82-6912-0F40-BAD3-A276DA5466DC}" dt="2021-03-18T09:35:16.308" v="3308"/>
          <ac:inkMkLst>
            <pc:docMk/>
            <pc:sldMk cId="2445306402" sldId="280"/>
            <ac:inkMk id="101" creationId="{C094C568-7944-A149-9F22-03C1CA7358A0}"/>
          </ac:inkMkLst>
        </pc:inkChg>
        <pc:inkChg chg="add del topLvl">
          <ac:chgData name="Aggie Menezes" userId="74619c95fa3483c9" providerId="LiveId" clId="{D3128F82-6912-0F40-BAD3-A276DA5466DC}" dt="2021-03-18T09:35:16.513" v="3373"/>
          <ac:inkMkLst>
            <pc:docMk/>
            <pc:sldMk cId="2445306402" sldId="280"/>
            <ac:inkMk id="102" creationId="{F617CC88-D629-6345-8D60-992C742E4FEF}"/>
          </ac:inkMkLst>
        </pc:inkChg>
        <pc:inkChg chg="add del">
          <ac:chgData name="Aggie Menezes" userId="74619c95fa3483c9" providerId="LiveId" clId="{D3128F82-6912-0F40-BAD3-A276DA5466DC}" dt="2021-03-18T09:35:16.353" v="3322"/>
          <ac:inkMkLst>
            <pc:docMk/>
            <pc:sldMk cId="2445306402" sldId="280"/>
            <ac:inkMk id="103" creationId="{DD301752-E87A-D544-A0F3-932BAEDCAB6B}"/>
          </ac:inkMkLst>
        </pc:inkChg>
        <pc:inkChg chg="add del topLvl">
          <ac:chgData name="Aggie Menezes" userId="74619c95fa3483c9" providerId="LiveId" clId="{D3128F82-6912-0F40-BAD3-A276DA5466DC}" dt="2021-03-18T09:35:16.567" v="3392"/>
          <ac:inkMkLst>
            <pc:docMk/>
            <pc:sldMk cId="2445306402" sldId="280"/>
            <ac:inkMk id="105" creationId="{B5D22598-9B47-1843-92C1-879F02735665}"/>
          </ac:inkMkLst>
        </pc:inkChg>
        <pc:inkChg chg="add del">
          <ac:chgData name="Aggie Menezes" userId="74619c95fa3483c9" providerId="LiveId" clId="{D3128F82-6912-0F40-BAD3-A276DA5466DC}" dt="2021-03-18T09:35:16.327" v="3314"/>
          <ac:inkMkLst>
            <pc:docMk/>
            <pc:sldMk cId="2445306402" sldId="280"/>
            <ac:inkMk id="106" creationId="{2903015B-3C9E-4048-8A09-BE3DBF4CF142}"/>
          </ac:inkMkLst>
        </pc:inkChg>
        <pc:inkChg chg="add del topLvl">
          <ac:chgData name="Aggie Menezes" userId="74619c95fa3483c9" providerId="LiveId" clId="{D3128F82-6912-0F40-BAD3-A276DA5466DC}" dt="2021-03-18T09:35:16.475" v="3361"/>
          <ac:inkMkLst>
            <pc:docMk/>
            <pc:sldMk cId="2445306402" sldId="280"/>
            <ac:inkMk id="107" creationId="{AC025B6D-E73D-5643-8062-D29ED8AE8B44}"/>
          </ac:inkMkLst>
        </pc:inkChg>
        <pc:inkChg chg="add del">
          <ac:chgData name="Aggie Menezes" userId="74619c95fa3483c9" providerId="LiveId" clId="{D3128F82-6912-0F40-BAD3-A276DA5466DC}" dt="2021-03-18T09:35:16.110" v="3247"/>
          <ac:inkMkLst>
            <pc:docMk/>
            <pc:sldMk cId="2445306402" sldId="280"/>
            <ac:inkMk id="109" creationId="{1C03A997-0C3A-BE45-B24C-572195B232B2}"/>
          </ac:inkMkLst>
        </pc:inkChg>
        <pc:inkChg chg="add del topLvl">
          <ac:chgData name="Aggie Menezes" userId="74619c95fa3483c9" providerId="LiveId" clId="{D3128F82-6912-0F40-BAD3-A276DA5466DC}" dt="2021-03-18T09:35:16.693" v="3434"/>
          <ac:inkMkLst>
            <pc:docMk/>
            <pc:sldMk cId="2445306402" sldId="280"/>
            <ac:inkMk id="110" creationId="{2A09DF72-148F-E242-AA99-E3E1FC231419}"/>
          </ac:inkMkLst>
        </pc:inkChg>
        <pc:inkChg chg="add del">
          <ac:chgData name="Aggie Menezes" userId="74619c95fa3483c9" providerId="LiveId" clId="{D3128F82-6912-0F40-BAD3-A276DA5466DC}" dt="2021-03-18T09:35:16.368" v="3327"/>
          <ac:inkMkLst>
            <pc:docMk/>
            <pc:sldMk cId="2445306402" sldId="280"/>
            <ac:inkMk id="111" creationId="{E7D4FA16-7037-FC45-854E-07100EED5406}"/>
          </ac:inkMkLst>
        </pc:inkChg>
        <pc:inkChg chg="add del">
          <ac:chgData name="Aggie Menezes" userId="74619c95fa3483c9" providerId="LiveId" clId="{D3128F82-6912-0F40-BAD3-A276DA5466DC}" dt="2021-03-18T09:35:16.425" v="3345"/>
          <ac:inkMkLst>
            <pc:docMk/>
            <pc:sldMk cId="2445306402" sldId="280"/>
            <ac:inkMk id="112" creationId="{2846DA8C-EC54-2643-AAB5-BDA9A7189E24}"/>
          </ac:inkMkLst>
        </pc:inkChg>
        <pc:inkChg chg="add del topLvl">
          <ac:chgData name="Aggie Menezes" userId="74619c95fa3483c9" providerId="LiveId" clId="{D3128F82-6912-0F40-BAD3-A276DA5466DC}" dt="2021-03-18T09:35:16.609" v="3407"/>
          <ac:inkMkLst>
            <pc:docMk/>
            <pc:sldMk cId="2445306402" sldId="280"/>
            <ac:inkMk id="113" creationId="{6AEAB7C8-B058-9348-9AEA-29766B9EB29A}"/>
          </ac:inkMkLst>
        </pc:inkChg>
        <pc:inkChg chg="add del topLvl">
          <ac:chgData name="Aggie Menezes" userId="74619c95fa3483c9" providerId="LiveId" clId="{D3128F82-6912-0F40-BAD3-A276DA5466DC}" dt="2021-03-18T09:35:16.380" v="3331"/>
          <ac:inkMkLst>
            <pc:docMk/>
            <pc:sldMk cId="2445306402" sldId="280"/>
            <ac:inkMk id="115" creationId="{9BD4674F-EE47-FD45-A623-F5267C7F1974}"/>
          </ac:inkMkLst>
        </pc:inkChg>
        <pc:inkChg chg="add del topLvl">
          <ac:chgData name="Aggie Menezes" userId="74619c95fa3483c9" providerId="LiveId" clId="{D3128F82-6912-0F40-BAD3-A276DA5466DC}" dt="2021-03-18T09:35:16.594" v="3402"/>
          <ac:inkMkLst>
            <pc:docMk/>
            <pc:sldMk cId="2445306402" sldId="280"/>
            <ac:inkMk id="116" creationId="{56604BC2-2C6E-A948-891A-99DFD536E61A}"/>
          </ac:inkMkLst>
        </pc:inkChg>
        <pc:inkChg chg="add del topLvl">
          <ac:chgData name="Aggie Menezes" userId="74619c95fa3483c9" providerId="LiveId" clId="{D3128F82-6912-0F40-BAD3-A276DA5466DC}" dt="2021-03-18T09:35:16.557" v="3388"/>
          <ac:inkMkLst>
            <pc:docMk/>
            <pc:sldMk cId="2445306402" sldId="280"/>
            <ac:inkMk id="118" creationId="{89357558-33F4-7F4C-A795-70EC7B64F834}"/>
          </ac:inkMkLst>
        </pc:inkChg>
        <pc:inkChg chg="add del topLvl">
          <ac:chgData name="Aggie Menezes" userId="74619c95fa3483c9" providerId="LiveId" clId="{D3128F82-6912-0F40-BAD3-A276DA5466DC}" dt="2021-03-18T09:35:16.302" v="3306"/>
          <ac:inkMkLst>
            <pc:docMk/>
            <pc:sldMk cId="2445306402" sldId="280"/>
            <ac:inkMk id="119" creationId="{F2D4D550-561A-3640-99CF-5375709BE4CF}"/>
          </ac:inkMkLst>
        </pc:inkChg>
        <pc:inkChg chg="add del topLvl">
          <ac:chgData name="Aggie Menezes" userId="74619c95fa3483c9" providerId="LiveId" clId="{D3128F82-6912-0F40-BAD3-A276DA5466DC}" dt="2021-03-18T09:35:16.632" v="3414"/>
          <ac:inkMkLst>
            <pc:docMk/>
            <pc:sldMk cId="2445306402" sldId="280"/>
            <ac:inkMk id="120" creationId="{F6EC768F-348E-FA42-9694-60A60F55E147}"/>
          </ac:inkMkLst>
        </pc:inkChg>
        <pc:inkChg chg="add del topLvl">
          <ac:chgData name="Aggie Menezes" userId="74619c95fa3483c9" providerId="LiveId" clId="{D3128F82-6912-0F40-BAD3-A276DA5466DC}" dt="2021-03-18T09:35:16.603" v="3405"/>
          <ac:inkMkLst>
            <pc:docMk/>
            <pc:sldMk cId="2445306402" sldId="280"/>
            <ac:inkMk id="121" creationId="{51C745FB-A854-EA47-9374-96B19252A582}"/>
          </ac:inkMkLst>
        </pc:inkChg>
        <pc:inkChg chg="add del topLvl">
          <ac:chgData name="Aggie Menezes" userId="74619c95fa3483c9" providerId="LiveId" clId="{D3128F82-6912-0F40-BAD3-A276DA5466DC}" dt="2021-03-18T09:35:16.523" v="3377"/>
          <ac:inkMkLst>
            <pc:docMk/>
            <pc:sldMk cId="2445306402" sldId="280"/>
            <ac:inkMk id="123" creationId="{AAF1F6C2-B128-3D4F-9F62-8615E85F2A62}"/>
          </ac:inkMkLst>
        </pc:inkChg>
        <pc:inkChg chg="add del topLvl">
          <ac:chgData name="Aggie Menezes" userId="74619c95fa3483c9" providerId="LiveId" clId="{D3128F82-6912-0F40-BAD3-A276DA5466DC}" dt="2021-03-18T09:35:16.151" v="3258"/>
          <ac:inkMkLst>
            <pc:docMk/>
            <pc:sldMk cId="2445306402" sldId="280"/>
            <ac:inkMk id="124" creationId="{697F1044-47DF-5140-958A-04B6A2B7FDB4}"/>
          </ac:inkMkLst>
        </pc:inkChg>
        <pc:inkChg chg="add del topLvl">
          <ac:chgData name="Aggie Menezes" userId="74619c95fa3483c9" providerId="LiveId" clId="{D3128F82-6912-0F40-BAD3-A276DA5466DC}" dt="2021-03-18T09:35:16.242" v="3287"/>
          <ac:inkMkLst>
            <pc:docMk/>
            <pc:sldMk cId="2445306402" sldId="280"/>
            <ac:inkMk id="125" creationId="{3DA37317-4AE8-6447-A636-E32DE62F2016}"/>
          </ac:inkMkLst>
        </pc:inkChg>
        <pc:inkChg chg="add del topLvl">
          <ac:chgData name="Aggie Menezes" userId="74619c95fa3483c9" providerId="LiveId" clId="{D3128F82-6912-0F40-BAD3-A276DA5466DC}" dt="2021-03-18T09:35:16.178" v="3267"/>
          <ac:inkMkLst>
            <pc:docMk/>
            <pc:sldMk cId="2445306402" sldId="280"/>
            <ac:inkMk id="126" creationId="{CB42079C-2DE4-834F-8ED5-5EE0CB8BD1B0}"/>
          </ac:inkMkLst>
        </pc:inkChg>
        <pc:inkChg chg="add del topLvl">
          <ac:chgData name="Aggie Menezes" userId="74619c95fa3483c9" providerId="LiveId" clId="{D3128F82-6912-0F40-BAD3-A276DA5466DC}" dt="2021-03-18T09:35:16.288" v="3302"/>
          <ac:inkMkLst>
            <pc:docMk/>
            <pc:sldMk cId="2445306402" sldId="280"/>
            <ac:inkMk id="127" creationId="{74D3B343-CE96-334A-A6A4-B1946C0F01C2}"/>
          </ac:inkMkLst>
        </pc:inkChg>
        <pc:inkChg chg="add del topLvl">
          <ac:chgData name="Aggie Menezes" userId="74619c95fa3483c9" providerId="LiveId" clId="{D3128F82-6912-0F40-BAD3-A276DA5466DC}" dt="2021-03-18T09:35:16.623" v="3411"/>
          <ac:inkMkLst>
            <pc:docMk/>
            <pc:sldMk cId="2445306402" sldId="280"/>
            <ac:inkMk id="129" creationId="{8B03E4F8-329E-1D41-BAA4-1BE0DB2F3DD0}"/>
          </ac:inkMkLst>
        </pc:inkChg>
        <pc:inkChg chg="add del">
          <ac:chgData name="Aggie Menezes" userId="74619c95fa3483c9" providerId="LiveId" clId="{D3128F82-6912-0F40-BAD3-A276DA5466DC}" dt="2021-03-18T09:35:16.311" v="3309"/>
          <ac:inkMkLst>
            <pc:docMk/>
            <pc:sldMk cId="2445306402" sldId="280"/>
            <ac:inkMk id="130" creationId="{C909D2C1-29FC-B843-893E-7B9259848917}"/>
          </ac:inkMkLst>
        </pc:inkChg>
        <pc:inkChg chg="add del">
          <ac:chgData name="Aggie Menezes" userId="74619c95fa3483c9" providerId="LiveId" clId="{D3128F82-6912-0F40-BAD3-A276DA5466DC}" dt="2021-03-18T09:35:16.188" v="3270"/>
          <ac:inkMkLst>
            <pc:docMk/>
            <pc:sldMk cId="2445306402" sldId="280"/>
            <ac:inkMk id="132" creationId="{3D05AECA-1920-BE43-A2A9-B303ED3B2CEE}"/>
          </ac:inkMkLst>
        </pc:inkChg>
        <pc:inkChg chg="add del topLvl">
          <ac:chgData name="Aggie Menezes" userId="74619c95fa3483c9" providerId="LiveId" clId="{D3128F82-6912-0F40-BAD3-A276DA5466DC}" dt="2021-03-18T09:35:16.377" v="3330"/>
          <ac:inkMkLst>
            <pc:docMk/>
            <pc:sldMk cId="2445306402" sldId="280"/>
            <ac:inkMk id="133" creationId="{D9B140DD-9AF1-6948-AC6E-C44BA1FFAB95}"/>
          </ac:inkMkLst>
        </pc:inkChg>
        <pc:inkChg chg="add del">
          <ac:chgData name="Aggie Menezes" userId="74619c95fa3483c9" providerId="LiveId" clId="{D3128F82-6912-0F40-BAD3-A276DA5466DC}" dt="2021-03-18T09:35:16.085" v="3240"/>
          <ac:inkMkLst>
            <pc:docMk/>
            <pc:sldMk cId="2445306402" sldId="280"/>
            <ac:inkMk id="134" creationId="{2D996CE7-0C61-494B-9C12-536DD73DCA26}"/>
          </ac:inkMkLst>
        </pc:inkChg>
        <pc:inkChg chg="add del">
          <ac:chgData name="Aggie Menezes" userId="74619c95fa3483c9" providerId="LiveId" clId="{D3128F82-6912-0F40-BAD3-A276DA5466DC}" dt="2021-03-18T09:35:16.175" v="3266"/>
          <ac:inkMkLst>
            <pc:docMk/>
            <pc:sldMk cId="2445306402" sldId="280"/>
            <ac:inkMk id="135" creationId="{E57D2E25-8D7B-4644-89E4-186D47D557D3}"/>
          </ac:inkMkLst>
        </pc:inkChg>
        <pc:inkChg chg="add del">
          <ac:chgData name="Aggie Menezes" userId="74619c95fa3483c9" providerId="LiveId" clId="{D3128F82-6912-0F40-BAD3-A276DA5466DC}" dt="2021-03-18T09:35:16.276" v="3298"/>
          <ac:inkMkLst>
            <pc:docMk/>
            <pc:sldMk cId="2445306402" sldId="280"/>
            <ac:inkMk id="136" creationId="{D54E69E0-619F-5C41-A7E9-8ECB7132DF9B}"/>
          </ac:inkMkLst>
        </pc:inkChg>
        <pc:inkChg chg="add del">
          <ac:chgData name="Aggie Menezes" userId="74619c95fa3483c9" providerId="LiveId" clId="{D3128F82-6912-0F40-BAD3-A276DA5466DC}" dt="2021-03-18T09:35:16.371" v="3328"/>
          <ac:inkMkLst>
            <pc:docMk/>
            <pc:sldMk cId="2445306402" sldId="280"/>
            <ac:inkMk id="137" creationId="{DF891DDC-DA22-B447-AE15-1FFE0A063DA5}"/>
          </ac:inkMkLst>
        </pc:inkChg>
        <pc:inkChg chg="add del topLvl">
          <ac:chgData name="Aggie Menezes" userId="74619c95fa3483c9" providerId="LiveId" clId="{D3128F82-6912-0F40-BAD3-A276DA5466DC}" dt="2021-03-18T09:35:16.451" v="3353"/>
          <ac:inkMkLst>
            <pc:docMk/>
            <pc:sldMk cId="2445306402" sldId="280"/>
            <ac:inkMk id="138" creationId="{25B8861C-29B9-7446-8FD3-371B8E6987E7}"/>
          </ac:inkMkLst>
        </pc:inkChg>
        <pc:inkChg chg="add del topLvl">
          <ac:chgData name="Aggie Menezes" userId="74619c95fa3483c9" providerId="LiveId" clId="{D3128F82-6912-0F40-BAD3-A276DA5466DC}" dt="2021-03-18T09:35:16.538" v="3382"/>
          <ac:inkMkLst>
            <pc:docMk/>
            <pc:sldMk cId="2445306402" sldId="280"/>
            <ac:inkMk id="140" creationId="{C9C7DF15-AEE6-4E4E-AE92-3D5FD993DCDE}"/>
          </ac:inkMkLst>
        </pc:inkChg>
        <pc:inkChg chg="add del topLvl">
          <ac:chgData name="Aggie Menezes" userId="74619c95fa3483c9" providerId="LiveId" clId="{D3128F82-6912-0F40-BAD3-A276DA5466DC}" dt="2021-03-18T09:35:16.627" v="3412"/>
          <ac:inkMkLst>
            <pc:docMk/>
            <pc:sldMk cId="2445306402" sldId="280"/>
            <ac:inkMk id="141" creationId="{0F6E00A9-805F-9B49-AE6A-975009B6D57A}"/>
          </ac:inkMkLst>
        </pc:inkChg>
        <pc:inkChg chg="add del">
          <ac:chgData name="Aggie Menezes" userId="74619c95fa3483c9" providerId="LiveId" clId="{D3128F82-6912-0F40-BAD3-A276DA5466DC}" dt="2021-03-18T09:35:16.347" v="3320"/>
          <ac:inkMkLst>
            <pc:docMk/>
            <pc:sldMk cId="2445306402" sldId="280"/>
            <ac:inkMk id="143" creationId="{C75571E5-6AED-5F45-9DB2-4B6C017755B0}"/>
          </ac:inkMkLst>
        </pc:inkChg>
        <pc:inkChg chg="add del topLvl">
          <ac:chgData name="Aggie Menezes" userId="74619c95fa3483c9" providerId="LiveId" clId="{D3128F82-6912-0F40-BAD3-A276DA5466DC}" dt="2021-03-18T09:35:16.076" v="3238"/>
          <ac:inkMkLst>
            <pc:docMk/>
            <pc:sldMk cId="2445306402" sldId="280"/>
            <ac:inkMk id="144" creationId="{F1C9E1E0-9187-D24A-9FD3-063A437433FE}"/>
          </ac:inkMkLst>
        </pc:inkChg>
        <pc:inkChg chg="add del topLvl">
          <ac:chgData name="Aggie Menezes" userId="74619c95fa3483c9" providerId="LiveId" clId="{D3128F82-6912-0F40-BAD3-A276DA5466DC}" dt="2021-03-18T09:35:16.169" v="3264"/>
          <ac:inkMkLst>
            <pc:docMk/>
            <pc:sldMk cId="2445306402" sldId="280"/>
            <ac:inkMk id="145" creationId="{DDFBBABB-6FAC-6742-8EA6-77AC68E6A73A}"/>
          </ac:inkMkLst>
        </pc:inkChg>
        <pc:inkChg chg="add del">
          <ac:chgData name="Aggie Menezes" userId="74619c95fa3483c9" providerId="LiveId" clId="{D3128F82-6912-0F40-BAD3-A276DA5466DC}" dt="2021-03-18T09:35:16.263" v="3294"/>
          <ac:inkMkLst>
            <pc:docMk/>
            <pc:sldMk cId="2445306402" sldId="280"/>
            <ac:inkMk id="147" creationId="{0F65AC94-D77C-BA43-BDC7-7ADEFF15C629}"/>
          </ac:inkMkLst>
        </pc:inkChg>
        <pc:inkChg chg="add del">
          <ac:chgData name="Aggie Menezes" userId="74619c95fa3483c9" providerId="LiveId" clId="{D3128F82-6912-0F40-BAD3-A276DA5466DC}" dt="2021-03-18T09:35:16.362" v="3325"/>
          <ac:inkMkLst>
            <pc:docMk/>
            <pc:sldMk cId="2445306402" sldId="280"/>
            <ac:inkMk id="148" creationId="{ECB733B7-A410-2542-AB4E-C559E6183D76}"/>
          </ac:inkMkLst>
        </pc:inkChg>
        <pc:inkChg chg="add del topLvl">
          <ac:chgData name="Aggie Menezes" userId="74619c95fa3483c9" providerId="LiveId" clId="{D3128F82-6912-0F40-BAD3-A276DA5466DC}" dt="2021-03-18T09:35:16.444" v="3351"/>
          <ac:inkMkLst>
            <pc:docMk/>
            <pc:sldMk cId="2445306402" sldId="280"/>
            <ac:inkMk id="149" creationId="{4C9B58C6-6759-2C41-9A64-6B98E5438AFB}"/>
          </ac:inkMkLst>
        </pc:inkChg>
        <pc:inkChg chg="add del topLvl">
          <ac:chgData name="Aggie Menezes" userId="74619c95fa3483c9" providerId="LiveId" clId="{D3128F82-6912-0F40-BAD3-A276DA5466DC}" dt="2021-03-18T09:35:16.527" v="3378"/>
          <ac:inkMkLst>
            <pc:docMk/>
            <pc:sldMk cId="2445306402" sldId="280"/>
            <ac:inkMk id="150" creationId="{3C4A0553-889C-C948-BCE4-E828A58B4616}"/>
          </ac:inkMkLst>
        </pc:inkChg>
        <pc:inkChg chg="add del">
          <ac:chgData name="Aggie Menezes" userId="74619c95fa3483c9" providerId="LiveId" clId="{D3128F82-6912-0F40-BAD3-A276DA5466DC}" dt="2021-03-18T09:35:16.190" v="3271"/>
          <ac:inkMkLst>
            <pc:docMk/>
            <pc:sldMk cId="2445306402" sldId="280"/>
            <ac:inkMk id="152" creationId="{8A8ECD0A-A11A-5547-A2F7-8DBFDF52DB24}"/>
          </ac:inkMkLst>
        </pc:inkChg>
        <pc:inkChg chg="add del">
          <ac:chgData name="Aggie Menezes" userId="74619c95fa3483c9" providerId="LiveId" clId="{D3128F82-6912-0F40-BAD3-A276DA5466DC}" dt="2021-03-18T09:35:16.256" v="3291"/>
          <ac:inkMkLst>
            <pc:docMk/>
            <pc:sldMk cId="2445306402" sldId="280"/>
            <ac:inkMk id="153" creationId="{23BD59A6-5F99-894B-9CA6-E052A2F78F29}"/>
          </ac:inkMkLst>
        </pc:inkChg>
        <pc:inkChg chg="add del topLvl">
          <ac:chgData name="Aggie Menezes" userId="74619c95fa3483c9" providerId="LiveId" clId="{D3128F82-6912-0F40-BAD3-A276DA5466DC}" dt="2021-03-18T09:35:16.647" v="3419"/>
          <ac:inkMkLst>
            <pc:docMk/>
            <pc:sldMk cId="2445306402" sldId="280"/>
            <ac:inkMk id="154" creationId="{E97DC5F8-C47E-9242-96E6-491F4DEC34AC}"/>
          </ac:inkMkLst>
        </pc:inkChg>
        <pc:inkChg chg="add del topLvl">
          <ac:chgData name="Aggie Menezes" userId="74619c95fa3483c9" providerId="LiveId" clId="{D3128F82-6912-0F40-BAD3-A276DA5466DC}" dt="2021-03-18T09:35:16.107" v="3246"/>
          <ac:inkMkLst>
            <pc:docMk/>
            <pc:sldMk cId="2445306402" sldId="280"/>
            <ac:inkMk id="155" creationId="{5A5505E7-94ED-904F-A60D-3B447A0F8E44}"/>
          </ac:inkMkLst>
        </pc:inkChg>
        <pc:inkChg chg="add del topLvl">
          <ac:chgData name="Aggie Menezes" userId="74619c95fa3483c9" providerId="LiveId" clId="{D3128F82-6912-0F40-BAD3-A276DA5466DC}" dt="2021-03-18T09:35:16.209" v="3277"/>
          <ac:inkMkLst>
            <pc:docMk/>
            <pc:sldMk cId="2445306402" sldId="280"/>
            <ac:inkMk id="157" creationId="{707E0464-D587-0E4B-BE3C-1665A6C8151F}"/>
          </ac:inkMkLst>
        </pc:inkChg>
        <pc:inkChg chg="add del topLvl">
          <ac:chgData name="Aggie Menezes" userId="74619c95fa3483c9" providerId="LiveId" clId="{D3128F82-6912-0F40-BAD3-A276DA5466DC}" dt="2021-03-18T09:35:16.291" v="3303"/>
          <ac:inkMkLst>
            <pc:docMk/>
            <pc:sldMk cId="2445306402" sldId="280"/>
            <ac:inkMk id="158" creationId="{D91C99E4-7E4D-B640-8F7E-E7471C8376A2}"/>
          </ac:inkMkLst>
        </pc:inkChg>
        <pc:inkChg chg="add del topLvl">
          <ac:chgData name="Aggie Menezes" userId="74619c95fa3483c9" providerId="LiveId" clId="{D3128F82-6912-0F40-BAD3-A276DA5466DC}" dt="2021-03-18T09:35:16.387" v="3333"/>
          <ac:inkMkLst>
            <pc:docMk/>
            <pc:sldMk cId="2445306402" sldId="280"/>
            <ac:inkMk id="159" creationId="{2BECF465-91F0-504D-A2A2-E0E035E6C172}"/>
          </ac:inkMkLst>
        </pc:inkChg>
        <pc:inkChg chg="add del topLvl">
          <ac:chgData name="Aggie Menezes" userId="74619c95fa3483c9" providerId="LiveId" clId="{D3128F82-6912-0F40-BAD3-A276DA5466DC}" dt="2021-03-18T09:35:16.466" v="3358"/>
          <ac:inkMkLst>
            <pc:docMk/>
            <pc:sldMk cId="2445306402" sldId="280"/>
            <ac:inkMk id="160" creationId="{7D4F46B9-D43E-4041-9A33-9DC705DB30CD}"/>
          </ac:inkMkLst>
        </pc:inkChg>
        <pc:inkChg chg="add del topLvl">
          <ac:chgData name="Aggie Menezes" userId="74619c95fa3483c9" providerId="LiveId" clId="{D3128F82-6912-0F40-BAD3-A276DA5466DC}" dt="2021-03-18T09:35:16.545" v="3384"/>
          <ac:inkMkLst>
            <pc:docMk/>
            <pc:sldMk cId="2445306402" sldId="280"/>
            <ac:inkMk id="162" creationId="{B3538F91-69C7-CA42-B154-7128CF8F6E77}"/>
          </ac:inkMkLst>
        </pc:inkChg>
        <pc:inkChg chg="add del topLvl">
          <ac:chgData name="Aggie Menezes" userId="74619c95fa3483c9" providerId="LiveId" clId="{D3128F82-6912-0F40-BAD3-A276DA5466DC}" dt="2021-03-18T09:35:16.638" v="3416"/>
          <ac:inkMkLst>
            <pc:docMk/>
            <pc:sldMk cId="2445306402" sldId="280"/>
            <ac:inkMk id="163" creationId="{60B0B7B1-328C-4F48-8D5B-19B2AE13D290}"/>
          </ac:inkMkLst>
        </pc:inkChg>
        <pc:inkChg chg="add del">
          <ac:chgData name="Aggie Menezes" userId="74619c95fa3483c9" providerId="LiveId" clId="{D3128F82-6912-0F40-BAD3-A276DA5466DC}" dt="2021-03-18T09:35:16.093" v="3242"/>
          <ac:inkMkLst>
            <pc:docMk/>
            <pc:sldMk cId="2445306402" sldId="280"/>
            <ac:inkMk id="165" creationId="{88162CAF-AD80-0542-B12F-EC2887AC8DC2}"/>
          </ac:inkMkLst>
        </pc:inkChg>
        <pc:inkChg chg="add del">
          <ac:chgData name="Aggie Menezes" userId="74619c95fa3483c9" providerId="LiveId" clId="{D3128F82-6912-0F40-BAD3-A276DA5466DC}" dt="2021-03-18T09:35:16.185" v="3269"/>
          <ac:inkMkLst>
            <pc:docMk/>
            <pc:sldMk cId="2445306402" sldId="280"/>
            <ac:inkMk id="166" creationId="{00BFC130-B2D0-0B41-866F-097CF457CBFE}"/>
          </ac:inkMkLst>
        </pc:inkChg>
        <pc:inkChg chg="add del">
          <ac:chgData name="Aggie Menezes" userId="74619c95fa3483c9" providerId="LiveId" clId="{D3128F82-6912-0F40-BAD3-A276DA5466DC}" dt="2021-03-18T09:35:16.283" v="3300"/>
          <ac:inkMkLst>
            <pc:docMk/>
            <pc:sldMk cId="2445306402" sldId="280"/>
            <ac:inkMk id="167" creationId="{99D58101-8CA6-8546-8344-4622CB45AFBD}"/>
          </ac:inkMkLst>
        </pc:inkChg>
        <pc:inkChg chg="add del">
          <ac:chgData name="Aggie Menezes" userId="74619c95fa3483c9" providerId="LiveId" clId="{D3128F82-6912-0F40-BAD3-A276DA5466DC}" dt="2021-03-18T09:35:16.374" v="3329"/>
          <ac:inkMkLst>
            <pc:docMk/>
            <pc:sldMk cId="2445306402" sldId="280"/>
            <ac:inkMk id="168" creationId="{1BC47BB7-E322-804B-8107-C6BBA78864B9}"/>
          </ac:inkMkLst>
        </pc:inkChg>
        <pc:inkChg chg="add del">
          <ac:chgData name="Aggie Menezes" userId="74619c95fa3483c9" providerId="LiveId" clId="{D3128F82-6912-0F40-BAD3-A276DA5466DC}" dt="2021-03-18T09:35:16.454" v="3354"/>
          <ac:inkMkLst>
            <pc:docMk/>
            <pc:sldMk cId="2445306402" sldId="280"/>
            <ac:inkMk id="169" creationId="{21EF96AD-22A0-2B40-A117-8B4BE338ED20}"/>
          </ac:inkMkLst>
        </pc:inkChg>
        <pc:inkChg chg="add del">
          <ac:chgData name="Aggie Menezes" userId="74619c95fa3483c9" providerId="LiveId" clId="{D3128F82-6912-0F40-BAD3-A276DA5466DC}" dt="2021-03-18T09:35:16.541" v="3383"/>
          <ac:inkMkLst>
            <pc:docMk/>
            <pc:sldMk cId="2445306402" sldId="280"/>
            <ac:inkMk id="170" creationId="{AA6E806B-78BB-CD42-A43E-F46B100FD558}"/>
          </ac:inkMkLst>
        </pc:inkChg>
        <pc:inkChg chg="add del topLvl">
          <ac:chgData name="Aggie Menezes" userId="74619c95fa3483c9" providerId="LiveId" clId="{D3128F82-6912-0F40-BAD3-A276DA5466DC}" dt="2021-03-18T09:35:16.629" v="3413"/>
          <ac:inkMkLst>
            <pc:docMk/>
            <pc:sldMk cId="2445306402" sldId="280"/>
            <ac:inkMk id="171" creationId="{0084F563-42CF-9F46-8AD2-6D7D32207CDC}"/>
          </ac:inkMkLst>
        </pc:inkChg>
        <pc:inkChg chg="add del">
          <ac:chgData name="Aggie Menezes" userId="74619c95fa3483c9" providerId="LiveId" clId="{D3128F82-6912-0F40-BAD3-A276DA5466DC}" dt="2021-03-18T09:35:16.082" v="3239"/>
          <ac:inkMkLst>
            <pc:docMk/>
            <pc:sldMk cId="2445306402" sldId="280"/>
            <ac:inkMk id="172" creationId="{D00E1100-8859-9549-AE36-13DED50C6A70}"/>
          </ac:inkMkLst>
        </pc:inkChg>
        <pc:inkChg chg="add del">
          <ac:chgData name="Aggie Menezes" userId="74619c95fa3483c9" providerId="LiveId" clId="{D3128F82-6912-0F40-BAD3-A276DA5466DC}" dt="2021-03-18T09:35:16.172" v="3265"/>
          <ac:inkMkLst>
            <pc:docMk/>
            <pc:sldMk cId="2445306402" sldId="280"/>
            <ac:inkMk id="173" creationId="{8E3EFC98-4BD1-264B-9739-389D6D39B452}"/>
          </ac:inkMkLst>
        </pc:inkChg>
        <pc:inkChg chg="add del">
          <ac:chgData name="Aggie Menezes" userId="74619c95fa3483c9" providerId="LiveId" clId="{D3128F82-6912-0F40-BAD3-A276DA5466DC}" dt="2021-03-18T09:35:16.266" v="3295"/>
          <ac:inkMkLst>
            <pc:docMk/>
            <pc:sldMk cId="2445306402" sldId="280"/>
            <ac:inkMk id="174" creationId="{4F78945C-C9CD-B542-A0F8-1BA85BF227A0}"/>
          </ac:inkMkLst>
        </pc:inkChg>
        <pc:inkChg chg="add del">
          <ac:chgData name="Aggie Menezes" userId="74619c95fa3483c9" providerId="LiveId" clId="{D3128F82-6912-0F40-BAD3-A276DA5466DC}" dt="2021-03-18T09:35:16.365" v="3326"/>
          <ac:inkMkLst>
            <pc:docMk/>
            <pc:sldMk cId="2445306402" sldId="280"/>
            <ac:inkMk id="175" creationId="{639D18A1-12F3-D943-AF80-901CA8956A6D}"/>
          </ac:inkMkLst>
        </pc:inkChg>
        <pc:inkChg chg="add del">
          <ac:chgData name="Aggie Menezes" userId="74619c95fa3483c9" providerId="LiveId" clId="{D3128F82-6912-0F40-BAD3-A276DA5466DC}" dt="2021-03-18T09:35:16.448" v="3352"/>
          <ac:inkMkLst>
            <pc:docMk/>
            <pc:sldMk cId="2445306402" sldId="280"/>
            <ac:inkMk id="176" creationId="{5D34C973-71D5-E642-BABC-DD44EC2BA39B}"/>
          </ac:inkMkLst>
        </pc:inkChg>
        <pc:inkChg chg="add del">
          <ac:chgData name="Aggie Menezes" userId="74619c95fa3483c9" providerId="LiveId" clId="{D3128F82-6912-0F40-BAD3-A276DA5466DC}" dt="2021-03-18T09:35:16.533" v="3380"/>
          <ac:inkMkLst>
            <pc:docMk/>
            <pc:sldMk cId="2445306402" sldId="280"/>
            <ac:inkMk id="177" creationId="{E3FFC993-BD56-BA4A-9456-61BBCF0FF8EE}"/>
          </ac:inkMkLst>
        </pc:inkChg>
        <pc:inkChg chg="add del topLvl">
          <ac:chgData name="Aggie Menezes" userId="74619c95fa3483c9" providerId="LiveId" clId="{D3128F82-6912-0F40-BAD3-A276DA5466DC}" dt="2021-03-18T09:35:16.617" v="3409"/>
          <ac:inkMkLst>
            <pc:docMk/>
            <pc:sldMk cId="2445306402" sldId="280"/>
            <ac:inkMk id="178" creationId="{E9A7FB91-830D-5F47-A5F7-6CE9525E5E2E}"/>
          </ac:inkMkLst>
        </pc:inkChg>
        <pc:inkChg chg="add del">
          <ac:chgData name="Aggie Menezes" userId="74619c95fa3483c9" providerId="LiveId" clId="{D3128F82-6912-0F40-BAD3-A276DA5466DC}" dt="2021-03-18T09:35:16.073" v="3237"/>
          <ac:inkMkLst>
            <pc:docMk/>
            <pc:sldMk cId="2445306402" sldId="280"/>
            <ac:inkMk id="179" creationId="{FAF898C3-3AE6-F047-8AD2-9B390DA52359}"/>
          </ac:inkMkLst>
        </pc:inkChg>
        <pc:inkChg chg="add del">
          <ac:chgData name="Aggie Menezes" userId="74619c95fa3483c9" providerId="LiveId" clId="{D3128F82-6912-0F40-BAD3-A276DA5466DC}" dt="2021-03-18T09:35:16.160" v="3261"/>
          <ac:inkMkLst>
            <pc:docMk/>
            <pc:sldMk cId="2445306402" sldId="280"/>
            <ac:inkMk id="180" creationId="{5D0B0F67-8348-CE48-9059-FE2C42EF0F8E}"/>
          </ac:inkMkLst>
        </pc:inkChg>
        <pc:inkChg chg="add del">
          <ac:chgData name="Aggie Menezes" userId="74619c95fa3483c9" providerId="LiveId" clId="{D3128F82-6912-0F40-BAD3-A276DA5466DC}" dt="2021-03-18T09:35:16.261" v="3293"/>
          <ac:inkMkLst>
            <pc:docMk/>
            <pc:sldMk cId="2445306402" sldId="280"/>
            <ac:inkMk id="181" creationId="{4BDDEAC6-A310-0E42-8805-A56D5078010B}"/>
          </ac:inkMkLst>
        </pc:inkChg>
        <pc:inkChg chg="add del">
          <ac:chgData name="Aggie Menezes" userId="74619c95fa3483c9" providerId="LiveId" clId="{D3128F82-6912-0F40-BAD3-A276DA5466DC}" dt="2021-03-18T09:35:16.356" v="3323"/>
          <ac:inkMkLst>
            <pc:docMk/>
            <pc:sldMk cId="2445306402" sldId="280"/>
            <ac:inkMk id="182" creationId="{3A173D97-B40B-EB4B-BD34-84439529B84F}"/>
          </ac:inkMkLst>
        </pc:inkChg>
        <pc:inkChg chg="add del">
          <ac:chgData name="Aggie Menezes" userId="74619c95fa3483c9" providerId="LiveId" clId="{D3128F82-6912-0F40-BAD3-A276DA5466DC}" dt="2021-03-18T09:35:16.437" v="3349"/>
          <ac:inkMkLst>
            <pc:docMk/>
            <pc:sldMk cId="2445306402" sldId="280"/>
            <ac:inkMk id="183" creationId="{4E88A0B7-638B-1C4C-96AF-3F4663BC6B3F}"/>
          </ac:inkMkLst>
        </pc:inkChg>
        <pc:inkChg chg="add del">
          <ac:chgData name="Aggie Menezes" userId="74619c95fa3483c9" providerId="LiveId" clId="{D3128F82-6912-0F40-BAD3-A276DA5466DC}" dt="2021-03-18T09:35:16.521" v="3376"/>
          <ac:inkMkLst>
            <pc:docMk/>
            <pc:sldMk cId="2445306402" sldId="280"/>
            <ac:inkMk id="184" creationId="{92F8F7E8-4C68-FC47-868B-16ABCCA00D6E}"/>
          </ac:inkMkLst>
        </pc:inkChg>
        <pc:inkChg chg="add del topLvl">
          <ac:chgData name="Aggie Menezes" userId="74619c95fa3483c9" providerId="LiveId" clId="{D3128F82-6912-0F40-BAD3-A276DA5466DC}" dt="2021-03-18T09:35:16.600" v="3404"/>
          <ac:inkMkLst>
            <pc:docMk/>
            <pc:sldMk cId="2445306402" sldId="280"/>
            <ac:inkMk id="185" creationId="{9A1E2CB9-E9E8-4F44-8A3E-4209231A62BF}"/>
          </ac:inkMkLst>
        </pc:inkChg>
        <pc:inkChg chg="add del topLvl">
          <ac:chgData name="Aggie Menezes" userId="74619c95fa3483c9" providerId="LiveId" clId="{D3128F82-6912-0F40-BAD3-A276DA5466DC}" dt="2021-03-18T09:35:16.695" v="3435"/>
          <ac:inkMkLst>
            <pc:docMk/>
            <pc:sldMk cId="2445306402" sldId="280"/>
            <ac:inkMk id="186" creationId="{1C6D218B-4873-B54D-8EAF-8C61AA72C5B3}"/>
          </ac:inkMkLst>
        </pc:inkChg>
        <pc:inkChg chg="add del topLvl">
          <ac:chgData name="Aggie Menezes" userId="74619c95fa3483c9" providerId="LiveId" clId="{D3128F82-6912-0F40-BAD3-A276DA5466DC}" dt="2021-03-18T09:35:16.154" v="3259"/>
          <ac:inkMkLst>
            <pc:docMk/>
            <pc:sldMk cId="2445306402" sldId="280"/>
            <ac:inkMk id="187" creationId="{19D5646C-1B33-0B48-91CD-6FC455D188DC}"/>
          </ac:inkMkLst>
        </pc:inkChg>
        <pc:inkChg chg="add del topLvl">
          <ac:chgData name="Aggie Menezes" userId="74619c95fa3483c9" providerId="LiveId" clId="{D3128F82-6912-0F40-BAD3-A276DA5466DC}" dt="2021-03-18T09:35:16.258" v="3292"/>
          <ac:inkMkLst>
            <pc:docMk/>
            <pc:sldMk cId="2445306402" sldId="280"/>
            <ac:inkMk id="188" creationId="{6291AB9F-5FCC-0341-B144-C141623F4D40}"/>
          </ac:inkMkLst>
        </pc:inkChg>
        <pc:inkChg chg="add del topLvl">
          <ac:chgData name="Aggie Menezes" userId="74619c95fa3483c9" providerId="LiveId" clId="{D3128F82-6912-0F40-BAD3-A276DA5466DC}" dt="2021-03-18T09:35:16.343" v="3319"/>
          <ac:inkMkLst>
            <pc:docMk/>
            <pc:sldMk cId="2445306402" sldId="280"/>
            <ac:inkMk id="192" creationId="{BA6E3184-EFAA-584C-B196-29D1EA7495CF}"/>
          </ac:inkMkLst>
        </pc:inkChg>
        <pc:inkChg chg="add del topLvl">
          <ac:chgData name="Aggie Menezes" userId="74619c95fa3483c9" providerId="LiveId" clId="{D3128F82-6912-0F40-BAD3-A276DA5466DC}" dt="2021-03-18T09:35:16.427" v="3346"/>
          <ac:inkMkLst>
            <pc:docMk/>
            <pc:sldMk cId="2445306402" sldId="280"/>
            <ac:inkMk id="193" creationId="{08F077E0-4269-9541-8364-35A8449FB7B1}"/>
          </ac:inkMkLst>
        </pc:inkChg>
        <pc:inkChg chg="add del">
          <ac:chgData name="Aggie Menezes" userId="74619c95fa3483c9" providerId="LiveId" clId="{D3128F82-6912-0F40-BAD3-A276DA5466DC}" dt="2021-03-18T09:35:16.510" v="3372"/>
          <ac:inkMkLst>
            <pc:docMk/>
            <pc:sldMk cId="2445306402" sldId="280"/>
            <ac:inkMk id="195" creationId="{3032ECE3-22BB-3646-B74B-B6B19B35FD9F}"/>
          </ac:inkMkLst>
        </pc:inkChg>
        <pc:inkChg chg="add del">
          <ac:chgData name="Aggie Menezes" userId="74619c95fa3483c9" providerId="LiveId" clId="{D3128F82-6912-0F40-BAD3-A276DA5466DC}" dt="2021-03-18T09:35:16.592" v="3401"/>
          <ac:inkMkLst>
            <pc:docMk/>
            <pc:sldMk cId="2445306402" sldId="280"/>
            <ac:inkMk id="196" creationId="{1549A0A0-305A-3F4E-BF0C-01BDD4971682}"/>
          </ac:inkMkLst>
        </pc:inkChg>
        <pc:inkChg chg="add del topLvl">
          <ac:chgData name="Aggie Menezes" userId="74619c95fa3483c9" providerId="LiveId" clId="{D3128F82-6912-0F40-BAD3-A276DA5466DC}" dt="2021-03-18T09:35:16.685" v="3432"/>
          <ac:inkMkLst>
            <pc:docMk/>
            <pc:sldMk cId="2445306402" sldId="280"/>
            <ac:inkMk id="197" creationId="{DED57D8E-EDFC-4D44-90DF-A628F6C2F828}"/>
          </ac:inkMkLst>
        </pc:inkChg>
        <pc:inkChg chg="add del">
          <ac:chgData name="Aggie Menezes" userId="74619c95fa3483c9" providerId="LiveId" clId="{D3128F82-6912-0F40-BAD3-A276DA5466DC}" dt="2021-03-18T09:35:16.147" v="3257"/>
          <ac:inkMkLst>
            <pc:docMk/>
            <pc:sldMk cId="2445306402" sldId="280"/>
            <ac:inkMk id="198" creationId="{A684C91F-ACF5-6A4E-8495-A001B571AB69}"/>
          </ac:inkMkLst>
        </pc:inkChg>
        <pc:inkChg chg="add del">
          <ac:chgData name="Aggie Menezes" userId="74619c95fa3483c9" providerId="LiveId" clId="{D3128F82-6912-0F40-BAD3-A276DA5466DC}" dt="2021-03-18T09:35:16.253" v="3290"/>
          <ac:inkMkLst>
            <pc:docMk/>
            <pc:sldMk cId="2445306402" sldId="280"/>
            <ac:inkMk id="199" creationId="{F9B1C53D-7A85-D04D-A31C-3AB93CF11654}"/>
          </ac:inkMkLst>
        </pc:inkChg>
        <pc:inkChg chg="add del">
          <ac:chgData name="Aggie Menezes" userId="74619c95fa3483c9" providerId="LiveId" clId="{D3128F82-6912-0F40-BAD3-A276DA5466DC}" dt="2021-03-18T09:35:16.340" v="3318"/>
          <ac:inkMkLst>
            <pc:docMk/>
            <pc:sldMk cId="2445306402" sldId="280"/>
            <ac:inkMk id="200" creationId="{A657A9F1-8F73-0343-A9F8-41107666BEB2}"/>
          </ac:inkMkLst>
        </pc:inkChg>
        <pc:inkChg chg="add del">
          <ac:chgData name="Aggie Menezes" userId="74619c95fa3483c9" providerId="LiveId" clId="{D3128F82-6912-0F40-BAD3-A276DA5466DC}" dt="2021-03-18T09:35:16.423" v="3344"/>
          <ac:inkMkLst>
            <pc:docMk/>
            <pc:sldMk cId="2445306402" sldId="280"/>
            <ac:inkMk id="201" creationId="{2E707C4F-BCB6-EC46-83CE-D72F674370C0}"/>
          </ac:inkMkLst>
        </pc:inkChg>
        <pc:inkChg chg="add del">
          <ac:chgData name="Aggie Menezes" userId="74619c95fa3483c9" providerId="LiveId" clId="{D3128F82-6912-0F40-BAD3-A276DA5466DC}" dt="2021-03-18T09:35:16.501" v="3369"/>
          <ac:inkMkLst>
            <pc:docMk/>
            <pc:sldMk cId="2445306402" sldId="280"/>
            <ac:inkMk id="202" creationId="{BE9E7D2E-C77D-9A42-A707-8EE83A6207DC}"/>
          </ac:inkMkLst>
        </pc:inkChg>
        <pc:inkChg chg="add del">
          <ac:chgData name="Aggie Menezes" userId="74619c95fa3483c9" providerId="LiveId" clId="{D3128F82-6912-0F40-BAD3-A276DA5466DC}" dt="2021-03-18T09:35:16.584" v="3398"/>
          <ac:inkMkLst>
            <pc:docMk/>
            <pc:sldMk cId="2445306402" sldId="280"/>
            <ac:inkMk id="203" creationId="{A87E0D61-4AB6-964A-9FC8-D63AC341AEE2}"/>
          </ac:inkMkLst>
        </pc:inkChg>
        <pc:inkChg chg="add del">
          <ac:chgData name="Aggie Menezes" userId="74619c95fa3483c9" providerId="LiveId" clId="{D3128F82-6912-0F40-BAD3-A276DA5466DC}" dt="2021-03-18T09:35:16.680" v="3430"/>
          <ac:inkMkLst>
            <pc:docMk/>
            <pc:sldMk cId="2445306402" sldId="280"/>
            <ac:inkMk id="204" creationId="{7CB14B35-2479-E949-A55F-802BCB75FAEB}"/>
          </ac:inkMkLst>
        </pc:inkChg>
        <pc:inkChg chg="add del">
          <ac:chgData name="Aggie Menezes" userId="74619c95fa3483c9" providerId="LiveId" clId="{D3128F82-6912-0F40-BAD3-A276DA5466DC}" dt="2021-03-18T09:35:16.132" v="3253"/>
          <ac:inkMkLst>
            <pc:docMk/>
            <pc:sldMk cId="2445306402" sldId="280"/>
            <ac:inkMk id="205" creationId="{987F1618-14AB-944D-BECF-6A1C9A5B60EE}"/>
          </ac:inkMkLst>
        </pc:inkChg>
        <pc:inkChg chg="add del">
          <ac:chgData name="Aggie Menezes" userId="74619c95fa3483c9" providerId="LiveId" clId="{D3128F82-6912-0F40-BAD3-A276DA5466DC}" dt="2021-03-18T09:35:16.236" v="3285"/>
          <ac:inkMkLst>
            <pc:docMk/>
            <pc:sldMk cId="2445306402" sldId="280"/>
            <ac:inkMk id="206" creationId="{2000850E-69A6-E541-8FE9-079675403ADE}"/>
          </ac:inkMkLst>
        </pc:inkChg>
        <pc:inkChg chg="add del">
          <ac:chgData name="Aggie Menezes" userId="74619c95fa3483c9" providerId="LiveId" clId="{D3128F82-6912-0F40-BAD3-A276DA5466DC}" dt="2021-03-18T09:35:16.324" v="3313"/>
          <ac:inkMkLst>
            <pc:docMk/>
            <pc:sldMk cId="2445306402" sldId="280"/>
            <ac:inkMk id="207" creationId="{362238FF-C415-674D-9531-479438E175C7}"/>
          </ac:inkMkLst>
        </pc:inkChg>
        <pc:inkChg chg="add del">
          <ac:chgData name="Aggie Menezes" userId="74619c95fa3483c9" providerId="LiveId" clId="{D3128F82-6912-0F40-BAD3-A276DA5466DC}" dt="2021-03-18T09:35:16.409" v="3340"/>
          <ac:inkMkLst>
            <pc:docMk/>
            <pc:sldMk cId="2445306402" sldId="280"/>
            <ac:inkMk id="208" creationId="{79CD5F42-2A82-6B49-984D-06B8FD2E77A2}"/>
          </ac:inkMkLst>
        </pc:inkChg>
        <pc:inkChg chg="add del">
          <ac:chgData name="Aggie Menezes" userId="74619c95fa3483c9" providerId="LiveId" clId="{D3128F82-6912-0F40-BAD3-A276DA5466DC}" dt="2021-03-18T09:35:16.491" v="3366"/>
          <ac:inkMkLst>
            <pc:docMk/>
            <pc:sldMk cId="2445306402" sldId="280"/>
            <ac:inkMk id="209" creationId="{89855EBB-7C33-964D-B765-76021AF9EE32}"/>
          </ac:inkMkLst>
        </pc:inkChg>
        <pc:inkChg chg="add del">
          <ac:chgData name="Aggie Menezes" userId="74619c95fa3483c9" providerId="LiveId" clId="{D3128F82-6912-0F40-BAD3-A276DA5466DC}" dt="2021-03-18T09:35:16.576" v="3395"/>
          <ac:inkMkLst>
            <pc:docMk/>
            <pc:sldMk cId="2445306402" sldId="280"/>
            <ac:inkMk id="210" creationId="{4A51C303-2054-4544-ACDC-AF071C939BA8}"/>
          </ac:inkMkLst>
        </pc:inkChg>
        <pc:inkChg chg="add del">
          <ac:chgData name="Aggie Menezes" userId="74619c95fa3483c9" providerId="LiveId" clId="{D3128F82-6912-0F40-BAD3-A276DA5466DC}" dt="2021-03-18T09:35:16.666" v="3425"/>
          <ac:inkMkLst>
            <pc:docMk/>
            <pc:sldMk cId="2445306402" sldId="280"/>
            <ac:inkMk id="211" creationId="{8A027DC9-931F-1D40-B32F-68CCF6F64E72}"/>
          </ac:inkMkLst>
        </pc:inkChg>
        <pc:inkChg chg="add del">
          <ac:chgData name="Aggie Menezes" userId="74619c95fa3483c9" providerId="LiveId" clId="{D3128F82-6912-0F40-BAD3-A276DA5466DC}" dt="2021-03-18T09:35:16.122" v="3250"/>
          <ac:inkMkLst>
            <pc:docMk/>
            <pc:sldMk cId="2445306402" sldId="280"/>
            <ac:inkMk id="212" creationId="{96B3DD76-2036-0B4C-818F-9AB06C59AC4E}"/>
          </ac:inkMkLst>
        </pc:inkChg>
        <pc:inkChg chg="add del">
          <ac:chgData name="Aggie Menezes" userId="74619c95fa3483c9" providerId="LiveId" clId="{D3128F82-6912-0F40-BAD3-A276DA5466DC}" dt="2021-03-18T09:35:16.229" v="3283"/>
          <ac:inkMkLst>
            <pc:docMk/>
            <pc:sldMk cId="2445306402" sldId="280"/>
            <ac:inkMk id="213" creationId="{52DDEE3B-2715-C141-8A67-45955DA5E2DB}"/>
          </ac:inkMkLst>
        </pc:inkChg>
        <pc:inkChg chg="add del">
          <ac:chgData name="Aggie Menezes" userId="74619c95fa3483c9" providerId="LiveId" clId="{D3128F82-6912-0F40-BAD3-A276DA5466DC}" dt="2021-03-18T09:35:16.315" v="3310"/>
          <ac:inkMkLst>
            <pc:docMk/>
            <pc:sldMk cId="2445306402" sldId="280"/>
            <ac:inkMk id="214" creationId="{DC27CB20-EF70-4F40-A18D-9D095454398B}"/>
          </ac:inkMkLst>
        </pc:inkChg>
        <pc:inkChg chg="add del">
          <ac:chgData name="Aggie Menezes" userId="74619c95fa3483c9" providerId="LiveId" clId="{D3128F82-6912-0F40-BAD3-A276DA5466DC}" dt="2021-03-18T09:35:16.396" v="3336"/>
          <ac:inkMkLst>
            <pc:docMk/>
            <pc:sldMk cId="2445306402" sldId="280"/>
            <ac:inkMk id="215" creationId="{504EC09E-885D-5743-802B-6B467D1C4173}"/>
          </ac:inkMkLst>
        </pc:inkChg>
        <pc:inkChg chg="add del">
          <ac:chgData name="Aggie Menezes" userId="74619c95fa3483c9" providerId="LiveId" clId="{D3128F82-6912-0F40-BAD3-A276DA5466DC}" dt="2021-03-18T09:35:16.478" v="3362"/>
          <ac:inkMkLst>
            <pc:docMk/>
            <pc:sldMk cId="2445306402" sldId="280"/>
            <ac:inkMk id="216" creationId="{B72225B7-D55F-2F41-9DED-04E38362DEA7}"/>
          </ac:inkMkLst>
        </pc:inkChg>
        <pc:inkChg chg="add del">
          <ac:chgData name="Aggie Menezes" userId="74619c95fa3483c9" providerId="LiveId" clId="{D3128F82-6912-0F40-BAD3-A276DA5466DC}" dt="2021-03-18T09:35:16.565" v="3391"/>
          <ac:inkMkLst>
            <pc:docMk/>
            <pc:sldMk cId="2445306402" sldId="280"/>
            <ac:inkMk id="217" creationId="{2EBA3EDB-BC61-1B46-B77D-8E7E9E5FC36B}"/>
          </ac:inkMkLst>
        </pc:inkChg>
        <pc:inkChg chg="add del">
          <ac:chgData name="Aggie Menezes" userId="74619c95fa3483c9" providerId="LiveId" clId="{D3128F82-6912-0F40-BAD3-A276DA5466DC}" dt="2021-03-18T09:35:16.656" v="3422"/>
          <ac:inkMkLst>
            <pc:docMk/>
            <pc:sldMk cId="2445306402" sldId="280"/>
            <ac:inkMk id="218" creationId="{4DCC596C-5397-F74F-ACB4-4E4CC8CAF091}"/>
          </ac:inkMkLst>
        </pc:inkChg>
        <pc:inkChg chg="add del">
          <ac:chgData name="Aggie Menezes" userId="74619c95fa3483c9" providerId="LiveId" clId="{D3128F82-6912-0F40-BAD3-A276DA5466DC}" dt="2021-03-18T09:35:16.114" v="3248"/>
          <ac:inkMkLst>
            <pc:docMk/>
            <pc:sldMk cId="2445306402" sldId="280"/>
            <ac:inkMk id="219" creationId="{9F7AFFA1-8CF4-0B4C-8F45-F6B43BD0D436}"/>
          </ac:inkMkLst>
        </pc:inkChg>
        <pc:inkChg chg="add del">
          <ac:chgData name="Aggie Menezes" userId="74619c95fa3483c9" providerId="LiveId" clId="{D3128F82-6912-0F40-BAD3-A276DA5466DC}" dt="2021-03-18T09:35:16.213" v="3278"/>
          <ac:inkMkLst>
            <pc:docMk/>
            <pc:sldMk cId="2445306402" sldId="280"/>
            <ac:inkMk id="220" creationId="{CD63BF0A-015A-144F-99E4-FA0BD710D521}"/>
          </ac:inkMkLst>
        </pc:inkChg>
        <pc:inkChg chg="add del">
          <ac:chgData name="Aggie Menezes" userId="74619c95fa3483c9" providerId="LiveId" clId="{D3128F82-6912-0F40-BAD3-A276DA5466DC}" dt="2021-03-18T09:35:16.300" v="3305"/>
          <ac:inkMkLst>
            <pc:docMk/>
            <pc:sldMk cId="2445306402" sldId="280"/>
            <ac:inkMk id="221" creationId="{70B5FF34-7272-4949-817A-F72FD5CDD26A}"/>
          </ac:inkMkLst>
        </pc:inkChg>
        <pc:inkChg chg="add del">
          <ac:chgData name="Aggie Menezes" userId="74619c95fa3483c9" providerId="LiveId" clId="{D3128F82-6912-0F40-BAD3-A276DA5466DC}" dt="2021-03-18T09:35:16.390" v="3334"/>
          <ac:inkMkLst>
            <pc:docMk/>
            <pc:sldMk cId="2445306402" sldId="280"/>
            <ac:inkMk id="222" creationId="{955B6421-F104-6D44-B7E8-9E541997F739}"/>
          </ac:inkMkLst>
        </pc:inkChg>
        <pc:inkChg chg="add del">
          <ac:chgData name="Aggie Menezes" userId="74619c95fa3483c9" providerId="LiveId" clId="{D3128F82-6912-0F40-BAD3-A276DA5466DC}" dt="2021-03-18T09:35:16.504" v="3370"/>
          <ac:inkMkLst>
            <pc:docMk/>
            <pc:sldMk cId="2445306402" sldId="280"/>
            <ac:inkMk id="223" creationId="{5B46A99E-88FE-FF44-A36D-3ED001E96EBC}"/>
          </ac:inkMkLst>
        </pc:inkChg>
        <pc:inkChg chg="add del">
          <ac:chgData name="Aggie Menezes" userId="74619c95fa3483c9" providerId="LiveId" clId="{D3128F82-6912-0F40-BAD3-A276DA5466DC}" dt="2021-03-18T09:35:16.587" v="3399"/>
          <ac:inkMkLst>
            <pc:docMk/>
            <pc:sldMk cId="2445306402" sldId="280"/>
            <ac:inkMk id="224" creationId="{50B7766E-AC07-9C42-BAC0-C37CF510D078}"/>
          </ac:inkMkLst>
        </pc:inkChg>
        <pc:inkChg chg="add del topLvl">
          <ac:chgData name="Aggie Menezes" userId="74619c95fa3483c9" providerId="LiveId" clId="{D3128F82-6912-0F40-BAD3-A276DA5466DC}" dt="2021-03-18T09:35:16.683" v="3431"/>
          <ac:inkMkLst>
            <pc:docMk/>
            <pc:sldMk cId="2445306402" sldId="280"/>
            <ac:inkMk id="225" creationId="{8CAE2CB6-46D3-8E40-92B6-CB610465AF5C}"/>
          </ac:inkMkLst>
        </pc:inkChg>
        <pc:inkChg chg="add del">
          <ac:chgData name="Aggie Menezes" userId="74619c95fa3483c9" providerId="LiveId" clId="{D3128F82-6912-0F40-BAD3-A276DA5466DC}" dt="2021-03-18T09:35:16.136" v="3254"/>
          <ac:inkMkLst>
            <pc:docMk/>
            <pc:sldMk cId="2445306402" sldId="280"/>
            <ac:inkMk id="226" creationId="{1737E080-E023-5D49-95AE-588883FF855E}"/>
          </ac:inkMkLst>
        </pc:inkChg>
        <pc:inkChg chg="add del">
          <ac:chgData name="Aggie Menezes" userId="74619c95fa3483c9" providerId="LiveId" clId="{D3128F82-6912-0F40-BAD3-A276DA5466DC}" dt="2021-03-18T09:35:16.249" v="3289"/>
          <ac:inkMkLst>
            <pc:docMk/>
            <pc:sldMk cId="2445306402" sldId="280"/>
            <ac:inkMk id="227" creationId="{7FB51101-3028-A94C-AD3E-2A53541D2033}"/>
          </ac:inkMkLst>
        </pc:inkChg>
        <pc:inkChg chg="add del">
          <ac:chgData name="Aggie Menezes" userId="74619c95fa3483c9" providerId="LiveId" clId="{D3128F82-6912-0F40-BAD3-A276DA5466DC}" dt="2021-03-18T09:35:16.333" v="3316"/>
          <ac:inkMkLst>
            <pc:docMk/>
            <pc:sldMk cId="2445306402" sldId="280"/>
            <ac:inkMk id="228" creationId="{9BAABC7A-A373-DA42-81FE-844FE98E31B3}"/>
          </ac:inkMkLst>
        </pc:inkChg>
        <pc:inkChg chg="add del topLvl">
          <ac:chgData name="Aggie Menezes" userId="74619c95fa3483c9" providerId="LiveId" clId="{D3128F82-6912-0F40-BAD3-A276DA5466DC}" dt="2021-03-18T09:35:16.578" v="3396"/>
          <ac:inkMkLst>
            <pc:docMk/>
            <pc:sldMk cId="2445306402" sldId="280"/>
            <ac:inkMk id="230" creationId="{7B0C2103-D1C2-2B46-87CD-6BC6FCF53214}"/>
          </ac:inkMkLst>
        </pc:inkChg>
        <pc:inkChg chg="add del topLvl">
          <ac:chgData name="Aggie Menezes" userId="74619c95fa3483c9" providerId="LiveId" clId="{D3128F82-6912-0F40-BAD3-A276DA5466DC}" dt="2021-03-18T09:35:16.669" v="3426"/>
          <ac:inkMkLst>
            <pc:docMk/>
            <pc:sldMk cId="2445306402" sldId="280"/>
            <ac:inkMk id="231" creationId="{E2497B0A-52A6-1141-AC05-95DBC71A0849}"/>
          </ac:inkMkLst>
        </pc:inkChg>
        <pc:inkChg chg="add del topLvl">
          <ac:chgData name="Aggie Menezes" userId="74619c95fa3483c9" providerId="LiveId" clId="{D3128F82-6912-0F40-BAD3-A276DA5466DC}" dt="2021-03-18T09:35:16.126" v="3251"/>
          <ac:inkMkLst>
            <pc:docMk/>
            <pc:sldMk cId="2445306402" sldId="280"/>
            <ac:inkMk id="232" creationId="{48863F01-4820-834B-A029-1C835A5AFF88}"/>
          </ac:inkMkLst>
        </pc:inkChg>
        <pc:inkChg chg="add del topLvl">
          <ac:chgData name="Aggie Menezes" userId="74619c95fa3483c9" providerId="LiveId" clId="{D3128F82-6912-0F40-BAD3-A276DA5466DC}" dt="2021-03-18T09:35:16.232" v="3284"/>
          <ac:inkMkLst>
            <pc:docMk/>
            <pc:sldMk cId="2445306402" sldId="280"/>
            <ac:inkMk id="233" creationId="{AB2732C5-F9A9-F345-AE24-E1B327FFC3D8}"/>
          </ac:inkMkLst>
        </pc:inkChg>
        <pc:inkChg chg="add del topLvl">
          <ac:chgData name="Aggie Menezes" userId="74619c95fa3483c9" providerId="LiveId" clId="{D3128F82-6912-0F40-BAD3-A276DA5466DC}" dt="2021-03-18T09:35:16.318" v="3311"/>
          <ac:inkMkLst>
            <pc:docMk/>
            <pc:sldMk cId="2445306402" sldId="280"/>
            <ac:inkMk id="234" creationId="{FB09C59A-DDE4-8746-A5A4-D7C6B7DDF61A}"/>
          </ac:inkMkLst>
        </pc:inkChg>
        <pc:inkChg chg="add del topLvl">
          <ac:chgData name="Aggie Menezes" userId="74619c95fa3483c9" providerId="LiveId" clId="{D3128F82-6912-0F40-BAD3-A276DA5466DC}" dt="2021-03-18T09:35:16.399" v="3337"/>
          <ac:inkMkLst>
            <pc:docMk/>
            <pc:sldMk cId="2445306402" sldId="280"/>
            <ac:inkMk id="235" creationId="{61CE1E51-16CA-114C-A73B-BA99BF53CF75}"/>
          </ac:inkMkLst>
        </pc:inkChg>
        <pc:inkChg chg="add del topLvl">
          <ac:chgData name="Aggie Menezes" userId="74619c95fa3483c9" providerId="LiveId" clId="{D3128F82-6912-0F40-BAD3-A276DA5466DC}" dt="2021-03-18T09:35:16.481" v="3363"/>
          <ac:inkMkLst>
            <pc:docMk/>
            <pc:sldMk cId="2445306402" sldId="280"/>
            <ac:inkMk id="236" creationId="{8EA07D5B-C198-B744-A2BD-2EB848E97A6A}"/>
          </ac:inkMkLst>
        </pc:inkChg>
        <pc:inkChg chg="add del topLvl">
          <ac:chgData name="Aggie Menezes" userId="74619c95fa3483c9" providerId="LiveId" clId="{D3128F82-6912-0F40-BAD3-A276DA5466DC}" dt="2021-03-18T09:35:16.570" v="3393"/>
          <ac:inkMkLst>
            <pc:docMk/>
            <pc:sldMk cId="2445306402" sldId="280"/>
            <ac:inkMk id="237" creationId="{0526AD3D-1A58-3047-A022-0A49AA09DC5C}"/>
          </ac:inkMkLst>
        </pc:inkChg>
        <pc:inkChg chg="add del topLvl">
          <ac:chgData name="Aggie Menezes" userId="74619c95fa3483c9" providerId="LiveId" clId="{D3128F82-6912-0F40-BAD3-A276DA5466DC}" dt="2021-03-18T09:35:16.659" v="3423"/>
          <ac:inkMkLst>
            <pc:docMk/>
            <pc:sldMk cId="2445306402" sldId="280"/>
            <ac:inkMk id="238" creationId="{79BE41BB-8DBC-1246-80A8-38FE1E2DE5D3}"/>
          </ac:inkMkLst>
        </pc:inkChg>
        <pc:inkChg chg="add del topLvl">
          <ac:chgData name="Aggie Menezes" userId="74619c95fa3483c9" providerId="LiveId" clId="{D3128F82-6912-0F40-BAD3-A276DA5466DC}" dt="2021-03-18T09:35:16.118" v="3249"/>
          <ac:inkMkLst>
            <pc:docMk/>
            <pc:sldMk cId="2445306402" sldId="280"/>
            <ac:inkMk id="239" creationId="{00DC8101-FC49-E24D-A4E4-5D67C584DE05}"/>
          </ac:inkMkLst>
        </pc:inkChg>
        <pc:inkChg chg="add del topLvl">
          <ac:chgData name="Aggie Menezes" userId="74619c95fa3483c9" providerId="LiveId" clId="{D3128F82-6912-0F40-BAD3-A276DA5466DC}" dt="2021-03-18T09:35:16.220" v="3280"/>
          <ac:inkMkLst>
            <pc:docMk/>
            <pc:sldMk cId="2445306402" sldId="280"/>
            <ac:inkMk id="240" creationId="{8A62EDBB-0C8B-BB41-BF2D-459A03D2EFEA}"/>
          </ac:inkMkLst>
        </pc:inkChg>
        <pc:inkChg chg="add del topLvl">
          <ac:chgData name="Aggie Menezes" userId="74619c95fa3483c9" providerId="LiveId" clId="{D3128F82-6912-0F40-BAD3-A276DA5466DC}" dt="2021-03-18T09:35:16.305" v="3307"/>
          <ac:inkMkLst>
            <pc:docMk/>
            <pc:sldMk cId="2445306402" sldId="280"/>
            <ac:inkMk id="241" creationId="{611EFFE6-30B7-5647-A1D3-8D6387BC36CA}"/>
          </ac:inkMkLst>
        </pc:inkChg>
        <pc:inkChg chg="add del topLvl">
          <ac:chgData name="Aggie Menezes" userId="74619c95fa3483c9" providerId="LiveId" clId="{D3128F82-6912-0F40-BAD3-A276DA5466DC}" dt="2021-03-18T09:35:16.393" v="3335"/>
          <ac:inkMkLst>
            <pc:docMk/>
            <pc:sldMk cId="2445306402" sldId="280"/>
            <ac:inkMk id="242" creationId="{77DDAA0E-8FF1-6948-A196-82FCF8D9C0F4}"/>
          </ac:inkMkLst>
        </pc:inkChg>
        <pc:inkChg chg="add del topLvl">
          <ac:chgData name="Aggie Menezes" userId="74619c95fa3483c9" providerId="LiveId" clId="{D3128F82-6912-0F40-BAD3-A276DA5466DC}" dt="2021-03-18T09:35:16.469" v="3359"/>
          <ac:inkMkLst>
            <pc:docMk/>
            <pc:sldMk cId="2445306402" sldId="280"/>
            <ac:inkMk id="243" creationId="{443E2990-3D82-7149-9A6C-D44104511C6D}"/>
          </ac:inkMkLst>
        </pc:inkChg>
        <pc:inkChg chg="add del topLvl">
          <ac:chgData name="Aggie Menezes" userId="74619c95fa3483c9" providerId="LiveId" clId="{D3128F82-6912-0F40-BAD3-A276DA5466DC}" dt="2021-03-18T09:35:16.555" v="3387"/>
          <ac:inkMkLst>
            <pc:docMk/>
            <pc:sldMk cId="2445306402" sldId="280"/>
            <ac:inkMk id="244" creationId="{AAB9DD53-ADC8-AF47-AB79-3BF49F5AC315}"/>
          </ac:inkMkLst>
        </pc:inkChg>
        <pc:inkChg chg="add del topLvl">
          <ac:chgData name="Aggie Menezes" userId="74619c95fa3483c9" providerId="LiveId" clId="{D3128F82-6912-0F40-BAD3-A276DA5466DC}" dt="2021-03-18T09:35:16.644" v="3418"/>
          <ac:inkMkLst>
            <pc:docMk/>
            <pc:sldMk cId="2445306402" sldId="280"/>
            <ac:inkMk id="245" creationId="{352483F7-5CA6-4F43-9B1F-C82506BB867D}"/>
          </ac:inkMkLst>
        </pc:inkChg>
        <pc:inkChg chg="add del topLvl">
          <ac:chgData name="Aggie Menezes" userId="74619c95fa3483c9" providerId="LiveId" clId="{D3128F82-6912-0F40-BAD3-A276DA5466DC}" dt="2021-03-18T09:35:16.104" v="3245"/>
          <ac:inkMkLst>
            <pc:docMk/>
            <pc:sldMk cId="2445306402" sldId="280"/>
            <ac:inkMk id="246" creationId="{D3A11B80-E2D3-C54C-A914-58C44B31A71E}"/>
          </ac:inkMkLst>
        </pc:inkChg>
        <pc:inkChg chg="add del topLvl">
          <ac:chgData name="Aggie Menezes" userId="74619c95fa3483c9" providerId="LiveId" clId="{D3128F82-6912-0F40-BAD3-A276DA5466DC}" dt="2021-03-18T09:35:16.201" v="3274"/>
          <ac:inkMkLst>
            <pc:docMk/>
            <pc:sldMk cId="2445306402" sldId="280"/>
            <ac:inkMk id="247" creationId="{0B3AC53E-3F45-3A45-8866-D71F0F187209}"/>
          </ac:inkMkLst>
        </pc:inkChg>
        <pc:inkChg chg="add del topLvl">
          <ac:chgData name="Aggie Menezes" userId="74619c95fa3483c9" providerId="LiveId" clId="{D3128F82-6912-0F40-BAD3-A276DA5466DC}" dt="2021-03-18T09:35:16.296" v="3304"/>
          <ac:inkMkLst>
            <pc:docMk/>
            <pc:sldMk cId="2445306402" sldId="280"/>
            <ac:inkMk id="248" creationId="{A3603736-AEE2-364E-B35A-20EF2D9D67ED}"/>
          </ac:inkMkLst>
        </pc:inkChg>
        <pc:inkChg chg="add del topLvl">
          <ac:chgData name="Aggie Menezes" userId="74619c95fa3483c9" providerId="LiveId" clId="{D3128F82-6912-0F40-BAD3-A276DA5466DC}" dt="2021-03-18T09:35:16.384" v="3332"/>
          <ac:inkMkLst>
            <pc:docMk/>
            <pc:sldMk cId="2445306402" sldId="280"/>
            <ac:inkMk id="249" creationId="{BCBFCAFD-4C62-AA44-AFF8-BBC7A630783F}"/>
          </ac:inkMkLst>
        </pc:inkChg>
        <pc:inkChg chg="add del topLvl">
          <ac:chgData name="Aggie Menezes" userId="74619c95fa3483c9" providerId="LiveId" clId="{D3128F82-6912-0F40-BAD3-A276DA5466DC}" dt="2021-03-18T09:35:16.463" v="3357"/>
          <ac:inkMkLst>
            <pc:docMk/>
            <pc:sldMk cId="2445306402" sldId="280"/>
            <ac:inkMk id="250" creationId="{32E67731-438A-7948-81A0-C2C12D4CCB98}"/>
          </ac:inkMkLst>
        </pc:inkChg>
        <pc:inkChg chg="add del topLvl">
          <ac:chgData name="Aggie Menezes" userId="74619c95fa3483c9" providerId="LiveId" clId="{D3128F82-6912-0F40-BAD3-A276DA5466DC}" dt="2021-03-18T09:35:16.548" v="3385"/>
          <ac:inkMkLst>
            <pc:docMk/>
            <pc:sldMk cId="2445306402" sldId="280"/>
            <ac:inkMk id="252" creationId="{EDE6026C-9CD9-0C40-934F-59B2DFA61F9D}"/>
          </ac:inkMkLst>
        </pc:inkChg>
        <pc:inkChg chg="add del topLvl">
          <ac:chgData name="Aggie Menezes" userId="74619c95fa3483c9" providerId="LiveId" clId="{D3128F82-6912-0F40-BAD3-A276DA5466DC}" dt="2021-03-18T09:35:16.636" v="3415"/>
          <ac:inkMkLst>
            <pc:docMk/>
            <pc:sldMk cId="2445306402" sldId="280"/>
            <ac:inkMk id="253" creationId="{8EBB9277-2DE4-8E42-B1CE-000FDA28DBB7}"/>
          </ac:inkMkLst>
        </pc:inkChg>
        <pc:inkChg chg="add del topLvl">
          <ac:chgData name="Aggie Menezes" userId="74619c95fa3483c9" providerId="LiveId" clId="{D3128F82-6912-0F40-BAD3-A276DA5466DC}" dt="2021-03-18T09:35:16.089" v="3241"/>
          <ac:inkMkLst>
            <pc:docMk/>
            <pc:sldMk cId="2445306402" sldId="280"/>
            <ac:inkMk id="254" creationId="{4E0648B0-118F-5D4A-A937-FE670786B06C}"/>
          </ac:inkMkLst>
        </pc:inkChg>
        <pc:inkChg chg="add del topLvl">
          <ac:chgData name="Aggie Menezes" userId="74619c95fa3483c9" providerId="LiveId" clId="{D3128F82-6912-0F40-BAD3-A276DA5466DC}" dt="2021-03-18T09:35:16.182" v="3268"/>
          <ac:inkMkLst>
            <pc:docMk/>
            <pc:sldMk cId="2445306402" sldId="280"/>
            <ac:inkMk id="255" creationId="{856B2F1F-7256-D14E-B381-56A97053708B}"/>
          </ac:inkMkLst>
        </pc:inkChg>
        <pc:inkChg chg="add del topLvl">
          <ac:chgData name="Aggie Menezes" userId="74619c95fa3483c9" providerId="LiveId" clId="{D3128F82-6912-0F40-BAD3-A276DA5466DC}" dt="2021-03-18T09:35:16.280" v="3299"/>
          <ac:inkMkLst>
            <pc:docMk/>
            <pc:sldMk cId="2445306402" sldId="280"/>
            <ac:inkMk id="256" creationId="{A490B46E-A18C-3F46-90FF-05E81F13017A}"/>
          </ac:inkMkLst>
        </pc:inkChg>
        <pc:inkChg chg="add del">
          <ac:chgData name="Aggie Menezes" userId="74619c95fa3483c9" providerId="LiveId" clId="{D3128F82-6912-0F40-BAD3-A276DA5466DC}" dt="2021-03-18T09:35:16.406" v="3339"/>
          <ac:inkMkLst>
            <pc:docMk/>
            <pc:sldMk cId="2445306402" sldId="280"/>
            <ac:inkMk id="258" creationId="{A0F4D09B-0D62-6F47-9B99-42598B58F92C}"/>
          </ac:inkMkLst>
        </pc:inkChg>
        <pc:inkChg chg="add del">
          <ac:chgData name="Aggie Menezes" userId="74619c95fa3483c9" providerId="LiveId" clId="{D3128F82-6912-0F40-BAD3-A276DA5466DC}" dt="2021-03-18T09:35:16.488" v="3365"/>
          <ac:inkMkLst>
            <pc:docMk/>
            <pc:sldMk cId="2445306402" sldId="280"/>
            <ac:inkMk id="259" creationId="{83FF643C-C950-8C44-A623-7F79AB79B328}"/>
          </ac:inkMkLst>
        </pc:inkChg>
        <pc:inkChg chg="add del">
          <ac:chgData name="Aggie Menezes" userId="74619c95fa3483c9" providerId="LiveId" clId="{D3128F82-6912-0F40-BAD3-A276DA5466DC}" dt="2021-03-18T09:35:16.573" v="3394"/>
          <ac:inkMkLst>
            <pc:docMk/>
            <pc:sldMk cId="2445306402" sldId="280"/>
            <ac:inkMk id="260" creationId="{D4B0E382-209C-2848-8E6B-9C8DD9AE25F5}"/>
          </ac:inkMkLst>
        </pc:inkChg>
      </pc:sldChg>
      <pc:sldChg chg="addSp delSp">
        <pc:chgData name="Aggie Menezes" userId="74619c95fa3483c9" providerId="LiveId" clId="{D3128F82-6912-0F40-BAD3-A276DA5466DC}" dt="2021-03-16T08:30:25.763" v="2038"/>
        <pc:sldMkLst>
          <pc:docMk/>
          <pc:sldMk cId="999311211" sldId="281"/>
        </pc:sldMkLst>
        <pc:grpChg chg="add del">
          <ac:chgData name="Aggie Menezes" userId="74619c95fa3483c9" providerId="LiveId" clId="{D3128F82-6912-0F40-BAD3-A276DA5466DC}" dt="2021-03-16T08:30:00.540" v="1990"/>
          <ac:grpSpMkLst>
            <pc:docMk/>
            <pc:sldMk cId="999311211" sldId="281"/>
            <ac:grpSpMk id="24" creationId="{22FE4B03-6237-DC44-884D-BC4EFFE50730}"/>
          </ac:grpSpMkLst>
        </pc:grpChg>
        <pc:grpChg chg="add del">
          <ac:chgData name="Aggie Menezes" userId="74619c95fa3483c9" providerId="LiveId" clId="{D3128F82-6912-0F40-BAD3-A276DA5466DC}" dt="2021-03-16T08:30:25.725" v="2026"/>
          <ac:grpSpMkLst>
            <pc:docMk/>
            <pc:sldMk cId="999311211" sldId="281"/>
            <ac:grpSpMk id="25" creationId="{24562DD2-6B49-5042-A851-5250BDCB98D7}"/>
          </ac:grpSpMkLst>
        </pc:grpChg>
        <pc:grpChg chg="add del">
          <ac:chgData name="Aggie Menezes" userId="74619c95fa3483c9" providerId="LiveId" clId="{D3128F82-6912-0F40-BAD3-A276DA5466DC}" dt="2021-03-16T08:30:25.751" v="2034"/>
          <ac:grpSpMkLst>
            <pc:docMk/>
            <pc:sldMk cId="999311211" sldId="281"/>
            <ac:grpSpMk id="27" creationId="{D9AF0F76-9B02-E745-ABEF-A13359202644}"/>
          </ac:grpSpMkLst>
        </pc:grpChg>
        <pc:grpChg chg="add del">
          <ac:chgData name="Aggie Menezes" userId="74619c95fa3483c9" providerId="LiveId" clId="{D3128F82-6912-0F40-BAD3-A276DA5466DC}" dt="2021-03-16T08:30:25.737" v="2030"/>
          <ac:grpSpMkLst>
            <pc:docMk/>
            <pc:sldMk cId="999311211" sldId="281"/>
            <ac:grpSpMk id="32" creationId="{03899155-F805-B349-B59A-4507C71B47EE}"/>
          </ac:grpSpMkLst>
        </pc:grpChg>
        <pc:grpChg chg="add del">
          <ac:chgData name="Aggie Menezes" userId="74619c95fa3483c9" providerId="LiveId" clId="{D3128F82-6912-0F40-BAD3-A276DA5466DC}" dt="2021-03-16T08:30:25.757" v="2036"/>
          <ac:grpSpMkLst>
            <pc:docMk/>
            <pc:sldMk cId="999311211" sldId="281"/>
            <ac:grpSpMk id="46" creationId="{8D6CDD09-E38A-C644-BD6E-6C4AD297263A}"/>
          </ac:grpSpMkLst>
        </pc:grpChg>
        <pc:inkChg chg="add del topLvl">
          <ac:chgData name="Aggie Menezes" userId="74619c95fa3483c9" providerId="LiveId" clId="{D3128F82-6912-0F40-BAD3-A276DA5466DC}" dt="2021-03-16T08:30:25.734" v="2029"/>
          <ac:inkMkLst>
            <pc:docMk/>
            <pc:sldMk cId="999311211" sldId="281"/>
            <ac:inkMk id="13" creationId="{C3F0AACC-03B3-074E-98A5-8357B351FA62}"/>
          </ac:inkMkLst>
        </pc:inkChg>
        <pc:inkChg chg="add del">
          <ac:chgData name="Aggie Menezes" userId="74619c95fa3483c9" providerId="LiveId" clId="{D3128F82-6912-0F40-BAD3-A276DA5466DC}" dt="2021-03-16T08:30:25.677" v="2012"/>
          <ac:inkMkLst>
            <pc:docMk/>
            <pc:sldMk cId="999311211" sldId="281"/>
            <ac:inkMk id="14" creationId="{8C743D7F-C646-F545-8E64-507F58EB1A3F}"/>
          </ac:inkMkLst>
        </pc:inkChg>
        <pc:inkChg chg="add del topLvl">
          <ac:chgData name="Aggie Menezes" userId="74619c95fa3483c9" providerId="LiveId" clId="{D3128F82-6912-0F40-BAD3-A276DA5466DC}" dt="2021-03-16T08:30:25.725" v="2026"/>
          <ac:inkMkLst>
            <pc:docMk/>
            <pc:sldMk cId="999311211" sldId="281"/>
            <ac:inkMk id="15" creationId="{C79F5703-A400-2548-B95B-0F8887384DBD}"/>
          </ac:inkMkLst>
        </pc:inkChg>
        <pc:inkChg chg="add del">
          <ac:chgData name="Aggie Menezes" userId="74619c95fa3483c9" providerId="LiveId" clId="{D3128F82-6912-0F40-BAD3-A276DA5466DC}" dt="2021-03-16T08:30:25.702" v="2019"/>
          <ac:inkMkLst>
            <pc:docMk/>
            <pc:sldMk cId="999311211" sldId="281"/>
            <ac:inkMk id="16" creationId="{34DF7B69-59EF-F64D-A7D4-94AA6B8A1618}"/>
          </ac:inkMkLst>
        </pc:inkChg>
        <pc:inkChg chg="add del topLvl">
          <ac:chgData name="Aggie Menezes" userId="74619c95fa3483c9" providerId="LiveId" clId="{D3128F82-6912-0F40-BAD3-A276DA5466DC}" dt="2021-03-16T08:30:25.744" v="2032"/>
          <ac:inkMkLst>
            <pc:docMk/>
            <pc:sldMk cId="999311211" sldId="281"/>
            <ac:inkMk id="17" creationId="{B3871D9F-F132-E344-8D0A-F1462AC89D64}"/>
          </ac:inkMkLst>
        </pc:inkChg>
        <pc:inkChg chg="add del topLvl">
          <ac:chgData name="Aggie Menezes" userId="74619c95fa3483c9" providerId="LiveId" clId="{D3128F82-6912-0F40-BAD3-A276DA5466DC}" dt="2021-03-16T08:30:25.763" v="2038"/>
          <ac:inkMkLst>
            <pc:docMk/>
            <pc:sldMk cId="999311211" sldId="281"/>
            <ac:inkMk id="18" creationId="{8DFFA75C-FC08-2F43-8A4D-63811C77FAE6}"/>
          </ac:inkMkLst>
        </pc:inkChg>
        <pc:inkChg chg="add del topLvl">
          <ac:chgData name="Aggie Menezes" userId="74619c95fa3483c9" providerId="LiveId" clId="{D3128F82-6912-0F40-BAD3-A276DA5466DC}" dt="2021-03-16T08:30:25.692" v="2016"/>
          <ac:inkMkLst>
            <pc:docMk/>
            <pc:sldMk cId="999311211" sldId="281"/>
            <ac:inkMk id="19" creationId="{2C45CA8B-554F-444A-A621-E225DC59F34C}"/>
          </ac:inkMkLst>
        </pc:inkChg>
        <pc:inkChg chg="add del topLvl">
          <ac:chgData name="Aggie Menezes" userId="74619c95fa3483c9" providerId="LiveId" clId="{D3128F82-6912-0F40-BAD3-A276DA5466DC}" dt="2021-03-16T08:30:25.747" v="2033"/>
          <ac:inkMkLst>
            <pc:docMk/>
            <pc:sldMk cId="999311211" sldId="281"/>
            <ac:inkMk id="20" creationId="{EEDF9058-32D9-9A46-9313-8447BCD5FBCF}"/>
          </ac:inkMkLst>
        </pc:inkChg>
        <pc:inkChg chg="add del topLvl">
          <ac:chgData name="Aggie Menezes" userId="74619c95fa3483c9" providerId="LiveId" clId="{D3128F82-6912-0F40-BAD3-A276DA5466DC}" dt="2021-03-16T08:30:25.705" v="2020"/>
          <ac:inkMkLst>
            <pc:docMk/>
            <pc:sldMk cId="999311211" sldId="281"/>
            <ac:inkMk id="21" creationId="{883A693F-CFE9-6840-B452-F740E184BA97}"/>
          </ac:inkMkLst>
        </pc:inkChg>
        <pc:inkChg chg="add del topLvl">
          <ac:chgData name="Aggie Menezes" userId="74619c95fa3483c9" providerId="LiveId" clId="{D3128F82-6912-0F40-BAD3-A276DA5466DC}" dt="2021-03-16T08:30:25.699" v="2018"/>
          <ac:inkMkLst>
            <pc:docMk/>
            <pc:sldMk cId="999311211" sldId="281"/>
            <ac:inkMk id="22" creationId="{79096E6A-0A9D-564B-A202-93B7BB63216B}"/>
          </ac:inkMkLst>
        </pc:inkChg>
        <pc:inkChg chg="add del topLvl">
          <ac:chgData name="Aggie Menezes" userId="74619c95fa3483c9" providerId="LiveId" clId="{D3128F82-6912-0F40-BAD3-A276DA5466DC}" dt="2021-03-16T08:30:25.717" v="2024"/>
          <ac:inkMkLst>
            <pc:docMk/>
            <pc:sldMk cId="999311211" sldId="281"/>
            <ac:inkMk id="23" creationId="{AF4666EB-8DAA-A843-9446-ED8354147C04}"/>
          </ac:inkMkLst>
        </pc:inkChg>
        <pc:inkChg chg="add del topLvl">
          <ac:chgData name="Aggie Menezes" userId="74619c95fa3483c9" providerId="LiveId" clId="{D3128F82-6912-0F40-BAD3-A276DA5466DC}" dt="2021-03-16T08:30:25.751" v="2034"/>
          <ac:inkMkLst>
            <pc:docMk/>
            <pc:sldMk cId="999311211" sldId="281"/>
            <ac:inkMk id="26" creationId="{CDBB1B28-3DAC-9C47-9A0E-43604864555C}"/>
          </ac:inkMkLst>
        </pc:inkChg>
        <pc:inkChg chg="add del topLvl">
          <ac:chgData name="Aggie Menezes" userId="74619c95fa3483c9" providerId="LiveId" clId="{D3128F82-6912-0F40-BAD3-A276DA5466DC}" dt="2021-03-16T08:30:25.737" v="2030"/>
          <ac:inkMkLst>
            <pc:docMk/>
            <pc:sldMk cId="999311211" sldId="281"/>
            <ac:inkMk id="28" creationId="{BD70F78E-567A-E545-9047-5DF0E6AF0DD9}"/>
          </ac:inkMkLst>
        </pc:inkChg>
        <pc:inkChg chg="add del">
          <ac:chgData name="Aggie Menezes" userId="74619c95fa3483c9" providerId="LiveId" clId="{D3128F82-6912-0F40-BAD3-A276DA5466DC}" dt="2021-03-16T08:30:25.684" v="2014"/>
          <ac:inkMkLst>
            <pc:docMk/>
            <pc:sldMk cId="999311211" sldId="281"/>
            <ac:inkMk id="29" creationId="{D29BE051-B644-D645-9153-C39E6F4DDEC5}"/>
          </ac:inkMkLst>
        </pc:inkChg>
        <pc:inkChg chg="add del">
          <ac:chgData name="Aggie Menezes" userId="74619c95fa3483c9" providerId="LiveId" clId="{D3128F82-6912-0F40-BAD3-A276DA5466DC}" dt="2021-03-16T08:30:25.721" v="2025"/>
          <ac:inkMkLst>
            <pc:docMk/>
            <pc:sldMk cId="999311211" sldId="281"/>
            <ac:inkMk id="30" creationId="{BF65A79A-CB0B-4846-AD97-75089D2AFB3B}"/>
          </ac:inkMkLst>
        </pc:inkChg>
        <pc:inkChg chg="add del topLvl">
          <ac:chgData name="Aggie Menezes" userId="74619c95fa3483c9" providerId="LiveId" clId="{D3128F82-6912-0F40-BAD3-A276DA5466DC}" dt="2021-03-16T08:30:25.753" v="2035"/>
          <ac:inkMkLst>
            <pc:docMk/>
            <pc:sldMk cId="999311211" sldId="281"/>
            <ac:inkMk id="31" creationId="{F87A8F51-61A9-5C4C-A291-12573C3F002C}"/>
          </ac:inkMkLst>
        </pc:inkChg>
        <pc:inkChg chg="add del topLvl">
          <ac:chgData name="Aggie Menezes" userId="74619c95fa3483c9" providerId="LiveId" clId="{D3128F82-6912-0F40-BAD3-A276DA5466DC}" dt="2021-03-16T08:30:25.757" v="2036"/>
          <ac:inkMkLst>
            <pc:docMk/>
            <pc:sldMk cId="999311211" sldId="281"/>
            <ac:inkMk id="33" creationId="{8D80744A-9D0F-D14A-9C37-8FDC8FD6E1A8}"/>
          </ac:inkMkLst>
        </pc:inkChg>
        <pc:inkChg chg="add del">
          <ac:chgData name="Aggie Menezes" userId="74619c95fa3483c9" providerId="LiveId" clId="{D3128F82-6912-0F40-BAD3-A276DA5466DC}" dt="2021-03-16T08:30:25.681" v="2013"/>
          <ac:inkMkLst>
            <pc:docMk/>
            <pc:sldMk cId="999311211" sldId="281"/>
            <ac:inkMk id="34" creationId="{62451B98-3894-D148-AFAA-36AF9641994A}"/>
          </ac:inkMkLst>
        </pc:inkChg>
        <pc:inkChg chg="add del">
          <ac:chgData name="Aggie Menezes" userId="74619c95fa3483c9" providerId="LiveId" clId="{D3128F82-6912-0F40-BAD3-A276DA5466DC}" dt="2021-03-16T08:30:25.714" v="2023"/>
          <ac:inkMkLst>
            <pc:docMk/>
            <pc:sldMk cId="999311211" sldId="281"/>
            <ac:inkMk id="35" creationId="{DE2258E8-E8E7-7340-BDCE-848145C9977F}"/>
          </ac:inkMkLst>
        </pc:inkChg>
        <pc:inkChg chg="add del">
          <ac:chgData name="Aggie Menezes" userId="74619c95fa3483c9" providerId="LiveId" clId="{D3128F82-6912-0F40-BAD3-A276DA5466DC}" dt="2021-03-16T08:30:25.669" v="2010"/>
          <ac:inkMkLst>
            <pc:docMk/>
            <pc:sldMk cId="999311211" sldId="281"/>
            <ac:inkMk id="36" creationId="{D805D456-2226-9D4D-9D18-3836738B3B81}"/>
          </ac:inkMkLst>
        </pc:inkChg>
        <pc:inkChg chg="add del">
          <ac:chgData name="Aggie Menezes" userId="74619c95fa3483c9" providerId="LiveId" clId="{D3128F82-6912-0F40-BAD3-A276DA5466DC}" dt="2021-03-16T08:30:25.728" v="2027"/>
          <ac:inkMkLst>
            <pc:docMk/>
            <pc:sldMk cId="999311211" sldId="281"/>
            <ac:inkMk id="37" creationId="{485DAF59-8163-D14B-AF6B-4FE7619CC43D}"/>
          </ac:inkMkLst>
        </pc:inkChg>
        <pc:inkChg chg="add del">
          <ac:chgData name="Aggie Menezes" userId="74619c95fa3483c9" providerId="LiveId" clId="{D3128F82-6912-0F40-BAD3-A276DA5466DC}" dt="2021-03-16T08:30:25.708" v="2021"/>
          <ac:inkMkLst>
            <pc:docMk/>
            <pc:sldMk cId="999311211" sldId="281"/>
            <ac:inkMk id="38" creationId="{B2222797-C5E1-1547-A756-96F404D1A666}"/>
          </ac:inkMkLst>
        </pc:inkChg>
        <pc:inkChg chg="add del">
          <ac:chgData name="Aggie Menezes" userId="74619c95fa3483c9" providerId="LiveId" clId="{D3128F82-6912-0F40-BAD3-A276DA5466DC}" dt="2021-03-16T08:30:25.732" v="2028"/>
          <ac:inkMkLst>
            <pc:docMk/>
            <pc:sldMk cId="999311211" sldId="281"/>
            <ac:inkMk id="39" creationId="{1769FA55-E7C8-D746-8150-B175DCA6B50F}"/>
          </ac:inkMkLst>
        </pc:inkChg>
        <pc:inkChg chg="add del topLvl">
          <ac:chgData name="Aggie Menezes" userId="74619c95fa3483c9" providerId="LiveId" clId="{D3128F82-6912-0F40-BAD3-A276DA5466DC}" dt="2021-03-16T08:30:25.760" v="2037"/>
          <ac:inkMkLst>
            <pc:docMk/>
            <pc:sldMk cId="999311211" sldId="281"/>
            <ac:inkMk id="40" creationId="{14121CAE-9E50-2740-83FB-32AD83371AA3}"/>
          </ac:inkMkLst>
        </pc:inkChg>
        <pc:inkChg chg="add del">
          <ac:chgData name="Aggie Menezes" userId="74619c95fa3483c9" providerId="LiveId" clId="{D3128F82-6912-0F40-BAD3-A276DA5466DC}" dt="2021-03-16T08:30:25.712" v="2022"/>
          <ac:inkMkLst>
            <pc:docMk/>
            <pc:sldMk cId="999311211" sldId="281"/>
            <ac:inkMk id="41" creationId="{2F21B76D-4442-7A42-A2E6-CA40AB1AC0D0}"/>
          </ac:inkMkLst>
        </pc:inkChg>
        <pc:inkChg chg="add del">
          <ac:chgData name="Aggie Menezes" userId="74619c95fa3483c9" providerId="LiveId" clId="{D3128F82-6912-0F40-BAD3-A276DA5466DC}" dt="2021-03-16T08:30:25.673" v="2011"/>
          <ac:inkMkLst>
            <pc:docMk/>
            <pc:sldMk cId="999311211" sldId="281"/>
            <ac:inkMk id="42" creationId="{D40D76A7-1E50-F549-9843-17C960A1A3EF}"/>
          </ac:inkMkLst>
        </pc:inkChg>
        <pc:inkChg chg="add del">
          <ac:chgData name="Aggie Menezes" userId="74619c95fa3483c9" providerId="LiveId" clId="{D3128F82-6912-0F40-BAD3-A276DA5466DC}" dt="2021-03-16T08:30:25.741" v="2031"/>
          <ac:inkMkLst>
            <pc:docMk/>
            <pc:sldMk cId="999311211" sldId="281"/>
            <ac:inkMk id="43" creationId="{2FB35BB6-6072-EB4C-87B8-EB31B03051E0}"/>
          </ac:inkMkLst>
        </pc:inkChg>
        <pc:inkChg chg="add del">
          <ac:chgData name="Aggie Menezes" userId="74619c95fa3483c9" providerId="LiveId" clId="{D3128F82-6912-0F40-BAD3-A276DA5466DC}" dt="2021-03-16T08:30:25.695" v="2017"/>
          <ac:inkMkLst>
            <pc:docMk/>
            <pc:sldMk cId="999311211" sldId="281"/>
            <ac:inkMk id="44" creationId="{9B355393-7A7C-9D48-B382-C5AE2B4E4658}"/>
          </ac:inkMkLst>
        </pc:inkChg>
        <pc:inkChg chg="add del">
          <ac:chgData name="Aggie Menezes" userId="74619c95fa3483c9" providerId="LiveId" clId="{D3128F82-6912-0F40-BAD3-A276DA5466DC}" dt="2021-03-16T08:30:25.688" v="2015"/>
          <ac:inkMkLst>
            <pc:docMk/>
            <pc:sldMk cId="999311211" sldId="281"/>
            <ac:inkMk id="45" creationId="{E014FB00-655D-EC46-8F0D-3D17D41E2B5B}"/>
          </ac:inkMkLst>
        </pc:inkChg>
      </pc:sldChg>
      <pc:sldChg chg="addSp delSp">
        <pc:chgData name="Aggie Menezes" userId="74619c95fa3483c9" providerId="LiveId" clId="{D3128F82-6912-0F40-BAD3-A276DA5466DC}" dt="2021-03-16T10:22:47.130" v="3235"/>
        <pc:sldMkLst>
          <pc:docMk/>
          <pc:sldMk cId="2586980047" sldId="290"/>
        </pc:sldMkLst>
        <pc:grpChg chg="add">
          <ac:chgData name="Aggie Menezes" userId="74619c95fa3483c9" providerId="LiveId" clId="{D3128F82-6912-0F40-BAD3-A276DA5466DC}" dt="2021-03-16T10:22:33.920" v="3217"/>
          <ac:grpSpMkLst>
            <pc:docMk/>
            <pc:sldMk cId="2586980047" sldId="290"/>
            <ac:grpSpMk id="11" creationId="{BF4EE6C9-D0A0-3A40-983B-BCF4E778E713}"/>
          </ac:grpSpMkLst>
        </pc:grpChg>
        <pc:grpChg chg="add del">
          <ac:chgData name="Aggie Menezes" userId="74619c95fa3483c9" providerId="LiveId" clId="{D3128F82-6912-0F40-BAD3-A276DA5466DC}" dt="2021-03-16T10:22:47.130" v="3235"/>
          <ac:grpSpMkLst>
            <pc:docMk/>
            <pc:sldMk cId="2586980047" sldId="290"/>
            <ac:grpSpMk id="33" creationId="{7B287273-F21A-6744-941A-02FF23EF6370}"/>
          </ac:grpSpMkLst>
        </pc:grpChg>
        <pc:grpChg chg="add">
          <ac:chgData name="Aggie Menezes" userId="74619c95fa3483c9" providerId="LiveId" clId="{D3128F82-6912-0F40-BAD3-A276DA5466DC}" dt="2021-03-16T10:22:47.130" v="3235"/>
          <ac:grpSpMkLst>
            <pc:docMk/>
            <pc:sldMk cId="2586980047" sldId="290"/>
            <ac:grpSpMk id="43" creationId="{80E699C5-8DE7-C040-87E1-E0E52E510160}"/>
          </ac:grpSpMkLst>
        </pc:grpChg>
        <pc:inkChg chg="add">
          <ac:chgData name="Aggie Menezes" userId="74619c95fa3483c9" providerId="LiveId" clId="{D3128F82-6912-0F40-BAD3-A276DA5466DC}" dt="2021-03-16T10:22:31.261" v="3211"/>
          <ac:inkMkLst>
            <pc:docMk/>
            <pc:sldMk cId="2586980047" sldId="290"/>
            <ac:inkMk id="4" creationId="{3B8FEB52-4DDC-6542-BBEE-0D0EC7E4BA33}"/>
          </ac:inkMkLst>
        </pc:inkChg>
        <pc:inkChg chg="add">
          <ac:chgData name="Aggie Menezes" userId="74619c95fa3483c9" providerId="LiveId" clId="{D3128F82-6912-0F40-BAD3-A276DA5466DC}" dt="2021-03-16T10:22:31.493" v="3212"/>
          <ac:inkMkLst>
            <pc:docMk/>
            <pc:sldMk cId="2586980047" sldId="290"/>
            <ac:inkMk id="5" creationId="{69B82387-2C69-7646-9024-D73CBDDF5ED8}"/>
          </ac:inkMkLst>
        </pc:inkChg>
        <pc:inkChg chg="add">
          <ac:chgData name="Aggie Menezes" userId="74619c95fa3483c9" providerId="LiveId" clId="{D3128F82-6912-0F40-BAD3-A276DA5466DC}" dt="2021-03-16T10:22:31.685" v="3213"/>
          <ac:inkMkLst>
            <pc:docMk/>
            <pc:sldMk cId="2586980047" sldId="290"/>
            <ac:inkMk id="6" creationId="{8DC72209-5526-0345-943C-6C8622BFCEF0}"/>
          </ac:inkMkLst>
        </pc:inkChg>
        <pc:inkChg chg="add">
          <ac:chgData name="Aggie Menezes" userId="74619c95fa3483c9" providerId="LiveId" clId="{D3128F82-6912-0F40-BAD3-A276DA5466DC}" dt="2021-03-16T10:22:31.989" v="3214"/>
          <ac:inkMkLst>
            <pc:docMk/>
            <pc:sldMk cId="2586980047" sldId="290"/>
            <ac:inkMk id="7" creationId="{6CFC42A3-9578-BE49-A2BF-BB23407D9AE0}"/>
          </ac:inkMkLst>
        </pc:inkChg>
        <pc:inkChg chg="add">
          <ac:chgData name="Aggie Menezes" userId="74619c95fa3483c9" providerId="LiveId" clId="{D3128F82-6912-0F40-BAD3-A276DA5466DC}" dt="2021-03-16T10:22:32.655" v="3215"/>
          <ac:inkMkLst>
            <pc:docMk/>
            <pc:sldMk cId="2586980047" sldId="290"/>
            <ac:inkMk id="8" creationId="{C20DA2D3-F7D4-7449-BDDB-20423403070D}"/>
          </ac:inkMkLst>
        </pc:inkChg>
        <pc:inkChg chg="add">
          <ac:chgData name="Aggie Menezes" userId="74619c95fa3483c9" providerId="LiveId" clId="{D3128F82-6912-0F40-BAD3-A276DA5466DC}" dt="2021-03-16T10:22:32.917" v="3216"/>
          <ac:inkMkLst>
            <pc:docMk/>
            <pc:sldMk cId="2586980047" sldId="290"/>
            <ac:inkMk id="9" creationId="{8A231C7D-F14A-5C4D-9EB1-4122F6D6F3F2}"/>
          </ac:inkMkLst>
        </pc:inkChg>
        <pc:inkChg chg="add topLvl">
          <ac:chgData name="Aggie Menezes" userId="74619c95fa3483c9" providerId="LiveId" clId="{D3128F82-6912-0F40-BAD3-A276DA5466DC}" dt="2021-03-16T10:22:47.130" v="3235"/>
          <ac:inkMkLst>
            <pc:docMk/>
            <pc:sldMk cId="2586980047" sldId="290"/>
            <ac:inkMk id="13" creationId="{918ADE41-E737-E843-8A98-C9A6C92E42DE}"/>
          </ac:inkMkLst>
        </pc:inkChg>
        <pc:inkChg chg="add topLvl">
          <ac:chgData name="Aggie Menezes" userId="74619c95fa3483c9" providerId="LiveId" clId="{D3128F82-6912-0F40-BAD3-A276DA5466DC}" dt="2021-03-16T10:22:47.130" v="3235"/>
          <ac:inkMkLst>
            <pc:docMk/>
            <pc:sldMk cId="2586980047" sldId="290"/>
            <ac:inkMk id="17" creationId="{3B5D1501-6CCC-D34F-A309-050310D6271E}"/>
          </ac:inkMkLst>
        </pc:inkChg>
        <pc:inkChg chg="add topLvl">
          <ac:chgData name="Aggie Menezes" userId="74619c95fa3483c9" providerId="LiveId" clId="{D3128F82-6912-0F40-BAD3-A276DA5466DC}" dt="2021-03-16T10:22:47.130" v="3235"/>
          <ac:inkMkLst>
            <pc:docMk/>
            <pc:sldMk cId="2586980047" sldId="290"/>
            <ac:inkMk id="20" creationId="{FAFE9ECC-4EEF-9A44-BD4A-4E18E132D3CF}"/>
          </ac:inkMkLst>
        </pc:inkChg>
        <pc:inkChg chg="add topLvl">
          <ac:chgData name="Aggie Menezes" userId="74619c95fa3483c9" providerId="LiveId" clId="{D3128F82-6912-0F40-BAD3-A276DA5466DC}" dt="2021-03-16T10:22:47.130" v="3235"/>
          <ac:inkMkLst>
            <pc:docMk/>
            <pc:sldMk cId="2586980047" sldId="290"/>
            <ac:inkMk id="22" creationId="{3322F13A-4BE5-284B-AECE-2F77689AEBC0}"/>
          </ac:inkMkLst>
        </pc:inkChg>
        <pc:inkChg chg="add topLvl">
          <ac:chgData name="Aggie Menezes" userId="74619c95fa3483c9" providerId="LiveId" clId="{D3128F82-6912-0F40-BAD3-A276DA5466DC}" dt="2021-03-16T10:22:47.130" v="3235"/>
          <ac:inkMkLst>
            <pc:docMk/>
            <pc:sldMk cId="2586980047" sldId="290"/>
            <ac:inkMk id="23" creationId="{A97E8ED8-BD7E-E646-9F90-B3539AAF5F53}"/>
          </ac:inkMkLst>
        </pc:inkChg>
        <pc:inkChg chg="add topLvl">
          <ac:chgData name="Aggie Menezes" userId="74619c95fa3483c9" providerId="LiveId" clId="{D3128F82-6912-0F40-BAD3-A276DA5466DC}" dt="2021-03-16T10:22:47.130" v="3235"/>
          <ac:inkMkLst>
            <pc:docMk/>
            <pc:sldMk cId="2586980047" sldId="290"/>
            <ac:inkMk id="31" creationId="{629506D7-F504-7E43-A290-25C0036ACF34}"/>
          </ac:inkMkLst>
        </pc:inkChg>
        <pc:inkChg chg="add topLvl">
          <ac:chgData name="Aggie Menezes" userId="74619c95fa3483c9" providerId="LiveId" clId="{D3128F82-6912-0F40-BAD3-A276DA5466DC}" dt="2021-03-16T10:22:47.130" v="3235"/>
          <ac:inkMkLst>
            <pc:docMk/>
            <pc:sldMk cId="2586980047" sldId="290"/>
            <ac:inkMk id="32" creationId="{E3914286-2014-6847-BECE-E6857E7E12B9}"/>
          </ac:inkMkLst>
        </pc:inkChg>
        <pc:inkChg chg="add">
          <ac:chgData name="Aggie Menezes" userId="74619c95fa3483c9" providerId="LiveId" clId="{D3128F82-6912-0F40-BAD3-A276DA5466DC}" dt="2021-03-16T10:22:43.327" v="3226"/>
          <ac:inkMkLst>
            <pc:docMk/>
            <pc:sldMk cId="2586980047" sldId="290"/>
            <ac:inkMk id="34" creationId="{F0AC5842-0F36-444A-AE0B-E4978855F0F3}"/>
          </ac:inkMkLst>
        </pc:inkChg>
        <pc:inkChg chg="add">
          <ac:chgData name="Aggie Menezes" userId="74619c95fa3483c9" providerId="LiveId" clId="{D3128F82-6912-0F40-BAD3-A276DA5466DC}" dt="2021-03-16T10:22:43.828" v="3227"/>
          <ac:inkMkLst>
            <pc:docMk/>
            <pc:sldMk cId="2586980047" sldId="290"/>
            <ac:inkMk id="35" creationId="{096993F1-78DB-554D-A6A9-E773E88FD6EA}"/>
          </ac:inkMkLst>
        </pc:inkChg>
        <pc:inkChg chg="add">
          <ac:chgData name="Aggie Menezes" userId="74619c95fa3483c9" providerId="LiveId" clId="{D3128F82-6912-0F40-BAD3-A276DA5466DC}" dt="2021-03-16T10:22:44.010" v="3228"/>
          <ac:inkMkLst>
            <pc:docMk/>
            <pc:sldMk cId="2586980047" sldId="290"/>
            <ac:inkMk id="36" creationId="{CA5EACA8-7CA0-2143-BDF7-ADD0AFB0F55F}"/>
          </ac:inkMkLst>
        </pc:inkChg>
        <pc:inkChg chg="add">
          <ac:chgData name="Aggie Menezes" userId="74619c95fa3483c9" providerId="LiveId" clId="{D3128F82-6912-0F40-BAD3-A276DA5466DC}" dt="2021-03-16T10:22:44.218" v="3229"/>
          <ac:inkMkLst>
            <pc:docMk/>
            <pc:sldMk cId="2586980047" sldId="290"/>
            <ac:inkMk id="37" creationId="{28493AF3-9D2A-424A-9312-072C1974573F}"/>
          </ac:inkMkLst>
        </pc:inkChg>
        <pc:inkChg chg="add">
          <ac:chgData name="Aggie Menezes" userId="74619c95fa3483c9" providerId="LiveId" clId="{D3128F82-6912-0F40-BAD3-A276DA5466DC}" dt="2021-03-16T10:22:44.823" v="3230"/>
          <ac:inkMkLst>
            <pc:docMk/>
            <pc:sldMk cId="2586980047" sldId="290"/>
            <ac:inkMk id="38" creationId="{47BEFFAA-FDB5-E04B-9887-BEDBF0BC74A9}"/>
          </ac:inkMkLst>
        </pc:inkChg>
        <pc:inkChg chg="add">
          <ac:chgData name="Aggie Menezes" userId="74619c95fa3483c9" providerId="LiveId" clId="{D3128F82-6912-0F40-BAD3-A276DA5466DC}" dt="2021-03-16T10:22:45.020" v="3231"/>
          <ac:inkMkLst>
            <pc:docMk/>
            <pc:sldMk cId="2586980047" sldId="290"/>
            <ac:inkMk id="39" creationId="{FC271560-B113-134C-AF36-AE9845D5F613}"/>
          </ac:inkMkLst>
        </pc:inkChg>
        <pc:inkChg chg="add">
          <ac:chgData name="Aggie Menezes" userId="74619c95fa3483c9" providerId="LiveId" clId="{D3128F82-6912-0F40-BAD3-A276DA5466DC}" dt="2021-03-16T10:22:45.629" v="3232"/>
          <ac:inkMkLst>
            <pc:docMk/>
            <pc:sldMk cId="2586980047" sldId="290"/>
            <ac:inkMk id="40" creationId="{E87B880E-E2EC-BE48-871C-CA4321A0C053}"/>
          </ac:inkMkLst>
        </pc:inkChg>
        <pc:inkChg chg="add">
          <ac:chgData name="Aggie Menezes" userId="74619c95fa3483c9" providerId="LiveId" clId="{D3128F82-6912-0F40-BAD3-A276DA5466DC}" dt="2021-03-16T10:22:46.275" v="3233"/>
          <ac:inkMkLst>
            <pc:docMk/>
            <pc:sldMk cId="2586980047" sldId="290"/>
            <ac:inkMk id="41" creationId="{D71D276B-5878-184A-B24B-B73EDFD3FFB2}"/>
          </ac:inkMkLst>
        </pc:inkChg>
        <pc:inkChg chg="add">
          <ac:chgData name="Aggie Menezes" userId="74619c95fa3483c9" providerId="LiveId" clId="{D3128F82-6912-0F40-BAD3-A276DA5466DC}" dt="2021-03-16T10:22:46.494" v="3234"/>
          <ac:inkMkLst>
            <pc:docMk/>
            <pc:sldMk cId="2586980047" sldId="290"/>
            <ac:inkMk id="42" creationId="{1643C1A0-2EE2-4E4F-B174-C987A82B4ACF}"/>
          </ac:inkMkLst>
        </pc:inkChg>
      </pc:sldChg>
      <pc:sldChg chg="addSp delSp modSp">
        <pc:chgData name="Aggie Menezes" userId="74619c95fa3483c9" providerId="LiveId" clId="{D3128F82-6912-0F40-BAD3-A276DA5466DC}" dt="2021-03-18T12:18:51.308" v="4351"/>
        <pc:sldMkLst>
          <pc:docMk/>
          <pc:sldMk cId="1298652483" sldId="292"/>
        </pc:sldMkLst>
        <pc:grpChg chg="mod">
          <ac:chgData name="Aggie Menezes" userId="74619c95fa3483c9" providerId="LiveId" clId="{D3128F82-6912-0F40-BAD3-A276DA5466DC}" dt="2021-03-16T09:28:44.740" v="2907" actId="1076"/>
          <ac:grpSpMkLst>
            <pc:docMk/>
            <pc:sldMk cId="1298652483" sldId="292"/>
            <ac:grpSpMk id="17" creationId="{D198C84D-6198-2540-B5F0-DC7753299ECF}"/>
          </ac:grpSpMkLst>
        </pc:grpChg>
        <pc:grpChg chg="add del">
          <ac:chgData name="Aggie Menezes" userId="74619c95fa3483c9" providerId="LiveId" clId="{D3128F82-6912-0F40-BAD3-A276DA5466DC}" dt="2021-01-30T03:15:36.867" v="11"/>
          <ac:grpSpMkLst>
            <pc:docMk/>
            <pc:sldMk cId="1298652483" sldId="292"/>
            <ac:grpSpMk id="22" creationId="{E41E090B-0E44-4443-8946-8A1D96260A5F}"/>
          </ac:grpSpMkLst>
        </pc:grpChg>
        <pc:grpChg chg="add del">
          <ac:chgData name="Aggie Menezes" userId="74619c95fa3483c9" providerId="LiveId" clId="{D3128F82-6912-0F40-BAD3-A276DA5466DC}" dt="2021-03-18T11:40:49.549" v="4182"/>
          <ac:grpSpMkLst>
            <pc:docMk/>
            <pc:sldMk cId="1298652483" sldId="292"/>
            <ac:grpSpMk id="23" creationId="{C52EAE79-5188-3145-B942-302B042B88EF}"/>
          </ac:grpSpMkLst>
        </pc:grpChg>
        <pc:grpChg chg="add del">
          <ac:chgData name="Aggie Menezes" userId="74619c95fa3483c9" providerId="LiveId" clId="{D3128F82-6912-0F40-BAD3-A276DA5466DC}" dt="2021-03-16T09:28:58.770" v="2949"/>
          <ac:grpSpMkLst>
            <pc:docMk/>
            <pc:sldMk cId="1298652483" sldId="292"/>
            <ac:grpSpMk id="38" creationId="{D51555AE-1B1A-BC43-A757-F9F4AF68A010}"/>
          </ac:grpSpMkLst>
        </pc:grpChg>
        <pc:grpChg chg="add del">
          <ac:chgData name="Aggie Menezes" userId="74619c95fa3483c9" providerId="LiveId" clId="{D3128F82-6912-0F40-BAD3-A276DA5466DC}" dt="2021-01-30T03:15:36.867" v="11"/>
          <ac:grpSpMkLst>
            <pc:docMk/>
            <pc:sldMk cId="1298652483" sldId="292"/>
            <ac:grpSpMk id="39" creationId="{39C91887-4296-B74D-9A06-BC3657E58460}"/>
          </ac:grpSpMkLst>
        </pc:grpChg>
        <pc:grpChg chg="add">
          <ac:chgData name="Aggie Menezes" userId="74619c95fa3483c9" providerId="LiveId" clId="{D3128F82-6912-0F40-BAD3-A276DA5466DC}" dt="2021-03-18T11:39:42.544" v="4178"/>
          <ac:grpSpMkLst>
            <pc:docMk/>
            <pc:sldMk cId="1298652483" sldId="292"/>
            <ac:grpSpMk id="41" creationId="{1F13272E-D069-384A-91B2-A2E77B787994}"/>
          </ac:grpSpMkLst>
        </pc:grpChg>
        <pc:grpChg chg="add del">
          <ac:chgData name="Aggie Menezes" userId="74619c95fa3483c9" providerId="LiveId" clId="{D3128F82-6912-0F40-BAD3-A276DA5466DC}" dt="2021-03-16T09:16:38.424" v="2727"/>
          <ac:grpSpMkLst>
            <pc:docMk/>
            <pc:sldMk cId="1298652483" sldId="292"/>
            <ac:grpSpMk id="41" creationId="{4053DFA3-6E17-A141-843E-913452A6B64F}"/>
          </ac:grpSpMkLst>
        </pc:grpChg>
        <pc:grpChg chg="add del">
          <ac:chgData name="Aggie Menezes" userId="74619c95fa3483c9" providerId="LiveId" clId="{D3128F82-6912-0F40-BAD3-A276DA5466DC}" dt="2021-01-30T03:15:38.308" v="13"/>
          <ac:grpSpMkLst>
            <pc:docMk/>
            <pc:sldMk cId="1298652483" sldId="292"/>
            <ac:grpSpMk id="41" creationId="{A19392C4-E058-E048-974F-1C538B920737}"/>
          </ac:grpSpMkLst>
        </pc:grpChg>
        <pc:grpChg chg="add del">
          <ac:chgData name="Aggie Menezes" userId="74619c95fa3483c9" providerId="LiveId" clId="{D3128F82-6912-0F40-BAD3-A276DA5466DC}" dt="2021-01-30T03:15:43.804" v="24"/>
          <ac:grpSpMkLst>
            <pc:docMk/>
            <pc:sldMk cId="1298652483" sldId="292"/>
            <ac:grpSpMk id="43" creationId="{272B983E-8D92-3947-AEA0-8E5C0F8F9347}"/>
          </ac:grpSpMkLst>
        </pc:grpChg>
        <pc:grpChg chg="add del">
          <ac:chgData name="Aggie Menezes" userId="74619c95fa3483c9" providerId="LiveId" clId="{D3128F82-6912-0F40-BAD3-A276DA5466DC}" dt="2021-03-18T11:40:50.423" v="4184"/>
          <ac:grpSpMkLst>
            <pc:docMk/>
            <pc:sldMk cId="1298652483" sldId="292"/>
            <ac:grpSpMk id="45" creationId="{4F377C21-C4C9-A94B-8440-E8A229015FDA}"/>
          </ac:grpSpMkLst>
        </pc:grpChg>
        <pc:grpChg chg="add del">
          <ac:chgData name="Aggie Menezes" userId="74619c95fa3483c9" providerId="LiveId" clId="{D3128F82-6912-0F40-BAD3-A276DA5466DC}" dt="2021-03-08T09:58:14.476" v="1228"/>
          <ac:grpSpMkLst>
            <pc:docMk/>
            <pc:sldMk cId="1298652483" sldId="292"/>
            <ac:grpSpMk id="47" creationId="{497F59E7-965B-604E-BAE3-A5467E8BE2E7}"/>
          </ac:grpSpMkLst>
        </pc:grpChg>
        <pc:grpChg chg="add del">
          <ac:chgData name="Aggie Menezes" userId="74619c95fa3483c9" providerId="LiveId" clId="{D3128F82-6912-0F40-BAD3-A276DA5466DC}" dt="2021-03-18T11:41:22.888" v="4186"/>
          <ac:grpSpMkLst>
            <pc:docMk/>
            <pc:sldMk cId="1298652483" sldId="292"/>
            <ac:grpSpMk id="47" creationId="{CFBACFAE-CEA0-0B44-B567-D7A2EBB9C067}"/>
          </ac:grpSpMkLst>
        </pc:grpChg>
        <pc:grpChg chg="add del">
          <ac:chgData name="Aggie Menezes" userId="74619c95fa3483c9" providerId="LiveId" clId="{D3128F82-6912-0F40-BAD3-A276DA5466DC}" dt="2021-03-01T05:40:40.656" v="363"/>
          <ac:grpSpMkLst>
            <pc:docMk/>
            <pc:sldMk cId="1298652483" sldId="292"/>
            <ac:grpSpMk id="48" creationId="{8B6C7FE9-2C62-924C-830A-C948D16375BC}"/>
          </ac:grpSpMkLst>
        </pc:grpChg>
        <pc:grpChg chg="add del">
          <ac:chgData name="Aggie Menezes" userId="74619c95fa3483c9" providerId="LiveId" clId="{D3128F82-6912-0F40-BAD3-A276DA5466DC}" dt="2021-03-18T11:41:26.896" v="4197"/>
          <ac:grpSpMkLst>
            <pc:docMk/>
            <pc:sldMk cId="1298652483" sldId="292"/>
            <ac:grpSpMk id="49" creationId="{1B9A908C-28EC-5248-AC1A-6FB77699549F}"/>
          </ac:grpSpMkLst>
        </pc:grpChg>
        <pc:grpChg chg="add del">
          <ac:chgData name="Aggie Menezes" userId="74619c95fa3483c9" providerId="LiveId" clId="{D3128F82-6912-0F40-BAD3-A276DA5466DC}" dt="2021-03-16T09:16:41.321" v="2730"/>
          <ac:grpSpMkLst>
            <pc:docMk/>
            <pc:sldMk cId="1298652483" sldId="292"/>
            <ac:grpSpMk id="49" creationId="{3F62AF9A-BCCC-2F43-9E8B-5BF1A162951F}"/>
          </ac:grpSpMkLst>
        </pc:grpChg>
        <pc:grpChg chg="add del">
          <ac:chgData name="Aggie Menezes" userId="74619c95fa3483c9" providerId="LiveId" clId="{D3128F82-6912-0F40-BAD3-A276DA5466DC}" dt="2021-03-01T05:41:29.510" v="383"/>
          <ac:grpSpMkLst>
            <pc:docMk/>
            <pc:sldMk cId="1298652483" sldId="292"/>
            <ac:grpSpMk id="50" creationId="{83290B4F-C2A1-BE4C-AF1D-4E1ACCD7BBD2}"/>
          </ac:grpSpMkLst>
        </pc:grpChg>
        <pc:grpChg chg="add del">
          <ac:chgData name="Aggie Menezes" userId="74619c95fa3483c9" providerId="LiveId" clId="{D3128F82-6912-0F40-BAD3-A276DA5466DC}" dt="2021-03-16T09:16:41.968" v="2732"/>
          <ac:grpSpMkLst>
            <pc:docMk/>
            <pc:sldMk cId="1298652483" sldId="292"/>
            <ac:grpSpMk id="52" creationId="{F4F3ED5F-C052-6849-BFA3-58E558591270}"/>
          </ac:grpSpMkLst>
        </pc:grpChg>
        <pc:grpChg chg="add del">
          <ac:chgData name="Aggie Menezes" userId="74619c95fa3483c9" providerId="LiveId" clId="{D3128F82-6912-0F40-BAD3-A276DA5466DC}" dt="2021-03-16T09:16:43.419" v="2734"/>
          <ac:grpSpMkLst>
            <pc:docMk/>
            <pc:sldMk cId="1298652483" sldId="292"/>
            <ac:grpSpMk id="54" creationId="{9880382D-21C5-2642-9781-3A74212171B4}"/>
          </ac:grpSpMkLst>
        </pc:grpChg>
        <pc:grpChg chg="add del">
          <ac:chgData name="Aggie Menezes" userId="74619c95fa3483c9" providerId="LiveId" clId="{D3128F82-6912-0F40-BAD3-A276DA5466DC}" dt="2021-02-01T17:36:15.826" v="36" actId="478"/>
          <ac:grpSpMkLst>
            <pc:docMk/>
            <pc:sldMk cId="1298652483" sldId="292"/>
            <ac:grpSpMk id="54" creationId="{EF171861-876A-AC46-80CA-4F490DA32E7F}"/>
          </ac:grpSpMkLst>
        </pc:grpChg>
        <pc:grpChg chg="add del">
          <ac:chgData name="Aggie Menezes" userId="74619c95fa3483c9" providerId="LiveId" clId="{D3128F82-6912-0F40-BAD3-A276DA5466DC}" dt="2021-03-01T05:41:29.510" v="383"/>
          <ac:grpSpMkLst>
            <pc:docMk/>
            <pc:sldMk cId="1298652483" sldId="292"/>
            <ac:grpSpMk id="55" creationId="{88DDCA38-2835-DB46-B5C9-FE01EF0566A3}"/>
          </ac:grpSpMkLst>
        </pc:grpChg>
        <pc:grpChg chg="add del">
          <ac:chgData name="Aggie Menezes" userId="74619c95fa3483c9" providerId="LiveId" clId="{D3128F82-6912-0F40-BAD3-A276DA5466DC}" dt="2021-03-16T09:17:21.888" v="2757"/>
          <ac:grpSpMkLst>
            <pc:docMk/>
            <pc:sldMk cId="1298652483" sldId="292"/>
            <ac:grpSpMk id="56" creationId="{64522B57-E078-DE43-9BA9-AE4985B73761}"/>
          </ac:grpSpMkLst>
        </pc:grpChg>
        <pc:grpChg chg="add del">
          <ac:chgData name="Aggie Menezes" userId="74619c95fa3483c9" providerId="LiveId" clId="{D3128F82-6912-0F40-BAD3-A276DA5466DC}" dt="2021-01-30T03:18:44.376" v="32"/>
          <ac:grpSpMkLst>
            <pc:docMk/>
            <pc:sldMk cId="1298652483" sldId="292"/>
            <ac:grpSpMk id="59" creationId="{C375D911-C2B1-824A-B208-FD519746F878}"/>
          </ac:grpSpMkLst>
        </pc:grpChg>
        <pc:grpChg chg="add del">
          <ac:chgData name="Aggie Menezes" userId="74619c95fa3483c9" providerId="LiveId" clId="{D3128F82-6912-0F40-BAD3-A276DA5466DC}" dt="2021-03-16T09:28:58.567" v="2909"/>
          <ac:grpSpMkLst>
            <pc:docMk/>
            <pc:sldMk cId="1298652483" sldId="292"/>
            <ac:grpSpMk id="60" creationId="{42CB0BDE-CE73-A245-8FA8-9DA5CAE5D2CB}"/>
          </ac:grpSpMkLst>
        </pc:grpChg>
        <pc:grpChg chg="add">
          <ac:chgData name="Aggie Menezes" userId="74619c95fa3483c9" providerId="LiveId" clId="{D3128F82-6912-0F40-BAD3-A276DA5466DC}" dt="2021-03-18T11:41:26.896" v="4197"/>
          <ac:grpSpMkLst>
            <pc:docMk/>
            <pc:sldMk cId="1298652483" sldId="292"/>
            <ac:grpSpMk id="60" creationId="{5311E69C-701C-7645-9907-358FEE9AE647}"/>
          </ac:grpSpMkLst>
        </pc:grpChg>
        <pc:grpChg chg="add del">
          <ac:chgData name="Aggie Menezes" userId="74619c95fa3483c9" providerId="LiveId" clId="{D3128F82-6912-0F40-BAD3-A276DA5466DC}" dt="2021-02-01T17:36:13.627" v="35" actId="478"/>
          <ac:grpSpMkLst>
            <pc:docMk/>
            <pc:sldMk cId="1298652483" sldId="292"/>
            <ac:grpSpMk id="62" creationId="{2B7B84EA-49A1-4B47-B3E5-AB49FE8ECFC8}"/>
          </ac:grpSpMkLst>
        </pc:grpChg>
        <pc:grpChg chg="add">
          <ac:chgData name="Aggie Menezes" userId="74619c95fa3483c9" providerId="LiveId" clId="{D3128F82-6912-0F40-BAD3-A276DA5466DC}" dt="2021-03-18T11:42:03.477" v="4205"/>
          <ac:grpSpMkLst>
            <pc:docMk/>
            <pc:sldMk cId="1298652483" sldId="292"/>
            <ac:grpSpMk id="69" creationId="{1A39F544-3E70-4446-8489-C54E76F46B30}"/>
          </ac:grpSpMkLst>
        </pc:grpChg>
        <pc:grpChg chg="add del">
          <ac:chgData name="Aggie Menezes" userId="74619c95fa3483c9" providerId="LiveId" clId="{D3128F82-6912-0F40-BAD3-A276DA5466DC}" dt="2021-03-16T09:28:58.684" v="2930"/>
          <ac:grpSpMkLst>
            <pc:docMk/>
            <pc:sldMk cId="1298652483" sldId="292"/>
            <ac:grpSpMk id="69" creationId="{354CEB2A-8D72-294A-9575-CA0092454D84}"/>
          </ac:grpSpMkLst>
        </pc:grpChg>
        <pc:grpChg chg="add del">
          <ac:chgData name="Aggie Menezes" userId="74619c95fa3483c9" providerId="LiveId" clId="{D3128F82-6912-0F40-BAD3-A276DA5466DC}" dt="2021-03-16T09:28:58.684" v="2930"/>
          <ac:grpSpMkLst>
            <pc:docMk/>
            <pc:sldMk cId="1298652483" sldId="292"/>
            <ac:grpSpMk id="70" creationId="{C5789C89-E3F7-9447-9DA3-0B8867BCE715}"/>
          </ac:grpSpMkLst>
        </pc:grpChg>
        <pc:grpChg chg="add del">
          <ac:chgData name="Aggie Menezes" userId="74619c95fa3483c9" providerId="LiveId" clId="{D3128F82-6912-0F40-BAD3-A276DA5466DC}" dt="2021-03-08T09:58:14.491" v="1231"/>
          <ac:grpSpMkLst>
            <pc:docMk/>
            <pc:sldMk cId="1298652483" sldId="292"/>
            <ac:grpSpMk id="71" creationId="{61921995-8CE4-8F45-B31F-A8CA834939C8}"/>
          </ac:grpSpMkLst>
        </pc:grpChg>
        <pc:grpChg chg="add del">
          <ac:chgData name="Aggie Menezes" userId="74619c95fa3483c9" providerId="LiveId" clId="{D3128F82-6912-0F40-BAD3-A276DA5466DC}" dt="2021-03-08T09:51:44.451" v="1105"/>
          <ac:grpSpMkLst>
            <pc:docMk/>
            <pc:sldMk cId="1298652483" sldId="292"/>
            <ac:grpSpMk id="72" creationId="{860DEC7D-C44F-4747-9C8D-3DB24C2BC361}"/>
          </ac:grpSpMkLst>
        </pc:grpChg>
        <pc:grpChg chg="add del">
          <ac:chgData name="Aggie Menezes" userId="74619c95fa3483c9" providerId="LiveId" clId="{D3128F82-6912-0F40-BAD3-A276DA5466DC}" dt="2021-03-18T11:43:47.602" v="4214"/>
          <ac:grpSpMkLst>
            <pc:docMk/>
            <pc:sldMk cId="1298652483" sldId="292"/>
            <ac:grpSpMk id="73" creationId="{BA44E5BF-F2AA-104C-B34B-3E362E0F78C3}"/>
          </ac:grpSpMkLst>
        </pc:grpChg>
        <pc:grpChg chg="add del">
          <ac:chgData name="Aggie Menezes" userId="74619c95fa3483c9" providerId="LiveId" clId="{D3128F82-6912-0F40-BAD3-A276DA5466DC}" dt="2021-03-16T09:28:58.658" v="2926"/>
          <ac:grpSpMkLst>
            <pc:docMk/>
            <pc:sldMk cId="1298652483" sldId="292"/>
            <ac:grpSpMk id="74" creationId="{6B76592D-F77A-9649-B80A-3917EB43660D}"/>
          </ac:grpSpMkLst>
        </pc:grpChg>
        <pc:grpChg chg="add del">
          <ac:chgData name="Aggie Menezes" userId="74619c95fa3483c9" providerId="LiveId" clId="{D3128F82-6912-0F40-BAD3-A276DA5466DC}" dt="2021-03-08T09:51:39.598" v="1095"/>
          <ac:grpSpMkLst>
            <pc:docMk/>
            <pc:sldMk cId="1298652483" sldId="292"/>
            <ac:grpSpMk id="75" creationId="{ADAD9CDE-7822-1D48-A613-D05D2D4D72FC}"/>
          </ac:grpSpMkLst>
        </pc:grpChg>
        <pc:grpChg chg="add del">
          <ac:chgData name="Aggie Menezes" userId="74619c95fa3483c9" providerId="LiveId" clId="{D3128F82-6912-0F40-BAD3-A276DA5466DC}" dt="2021-03-18T11:43:47.602" v="4214"/>
          <ac:grpSpMkLst>
            <pc:docMk/>
            <pc:sldMk cId="1298652483" sldId="292"/>
            <ac:grpSpMk id="76" creationId="{1211F934-0D84-AC49-8751-EF36FCC8450B}"/>
          </ac:grpSpMkLst>
        </pc:grpChg>
        <pc:grpChg chg="add del">
          <ac:chgData name="Aggie Menezes" userId="74619c95fa3483c9" providerId="LiveId" clId="{D3128F82-6912-0F40-BAD3-A276DA5466DC}" dt="2021-03-18T11:45:13.789" v="4223"/>
          <ac:grpSpMkLst>
            <pc:docMk/>
            <pc:sldMk cId="1298652483" sldId="292"/>
            <ac:grpSpMk id="78" creationId="{3746F7A3-29EC-CE42-944D-19C1B3FB87AE}"/>
          </ac:grpSpMkLst>
        </pc:grpChg>
        <pc:grpChg chg="add del">
          <ac:chgData name="Aggie Menezes" userId="74619c95fa3483c9" providerId="LiveId" clId="{D3128F82-6912-0F40-BAD3-A276DA5466DC}" dt="2021-03-08T09:51:44.451" v="1105"/>
          <ac:grpSpMkLst>
            <pc:docMk/>
            <pc:sldMk cId="1298652483" sldId="292"/>
            <ac:grpSpMk id="78" creationId="{7F31A78B-BD83-BD49-A4A7-1724A9F2DF25}"/>
          </ac:grpSpMkLst>
        </pc:grpChg>
        <pc:grpChg chg="add del">
          <ac:chgData name="Aggie Menezes" userId="74619c95fa3483c9" providerId="LiveId" clId="{D3128F82-6912-0F40-BAD3-A276DA5466DC}" dt="2021-03-16T09:28:58.792" v="2955"/>
          <ac:grpSpMkLst>
            <pc:docMk/>
            <pc:sldMk cId="1298652483" sldId="292"/>
            <ac:grpSpMk id="81" creationId="{485F021A-C9F8-344B-9A7D-F8506C91327B}"/>
          </ac:grpSpMkLst>
        </pc:grpChg>
        <pc:grpChg chg="add del">
          <ac:chgData name="Aggie Menezes" userId="74619c95fa3483c9" providerId="LiveId" clId="{D3128F82-6912-0F40-BAD3-A276DA5466DC}" dt="2021-03-18T11:44:01.857" v="4221"/>
          <ac:grpSpMkLst>
            <pc:docMk/>
            <pc:sldMk cId="1298652483" sldId="292"/>
            <ac:grpSpMk id="83" creationId="{78D3D58B-CB80-B048-A1DC-06BA9569194A}"/>
          </ac:grpSpMkLst>
        </pc:grpChg>
        <pc:grpChg chg="add">
          <ac:chgData name="Aggie Menezes" userId="74619c95fa3483c9" providerId="LiveId" clId="{D3128F82-6912-0F40-BAD3-A276DA5466DC}" dt="2021-03-18T11:44:01.857" v="4221"/>
          <ac:grpSpMkLst>
            <pc:docMk/>
            <pc:sldMk cId="1298652483" sldId="292"/>
            <ac:grpSpMk id="85" creationId="{E525110F-0DF3-5741-88E9-273A340BE86A}"/>
          </ac:grpSpMkLst>
        </pc:grpChg>
        <pc:grpChg chg="add">
          <ac:chgData name="Aggie Menezes" userId="74619c95fa3483c9" providerId="LiveId" clId="{D3128F82-6912-0F40-BAD3-A276DA5466DC}" dt="2021-03-18T11:45:13.789" v="4223"/>
          <ac:grpSpMkLst>
            <pc:docMk/>
            <pc:sldMk cId="1298652483" sldId="292"/>
            <ac:grpSpMk id="87" creationId="{380C681D-8743-2A47-B7A1-98BEFB4A2DD7}"/>
          </ac:grpSpMkLst>
        </pc:grpChg>
        <pc:grpChg chg="add del">
          <ac:chgData name="Aggie Menezes" userId="74619c95fa3483c9" providerId="LiveId" clId="{D3128F82-6912-0F40-BAD3-A276DA5466DC}" dt="2021-03-16T09:28:58.744" v="2943"/>
          <ac:grpSpMkLst>
            <pc:docMk/>
            <pc:sldMk cId="1298652483" sldId="292"/>
            <ac:grpSpMk id="87" creationId="{AEB9674D-5473-E248-977B-6DA67413BC4D}"/>
          </ac:grpSpMkLst>
        </pc:grpChg>
        <pc:grpChg chg="add del">
          <ac:chgData name="Aggie Menezes" userId="74619c95fa3483c9" providerId="LiveId" clId="{D3128F82-6912-0F40-BAD3-A276DA5466DC}" dt="2021-03-08T09:58:14.505" v="1234"/>
          <ac:grpSpMkLst>
            <pc:docMk/>
            <pc:sldMk cId="1298652483" sldId="292"/>
            <ac:grpSpMk id="88" creationId="{FCEA6F69-2F75-4042-93B3-60649FBF1123}"/>
          </ac:grpSpMkLst>
        </pc:grpChg>
        <pc:grpChg chg="add del">
          <ac:chgData name="Aggie Menezes" userId="74619c95fa3483c9" providerId="LiveId" clId="{D3128F82-6912-0F40-BAD3-A276DA5466DC}" dt="2021-03-16T09:17:38.253" v="2770"/>
          <ac:grpSpMkLst>
            <pc:docMk/>
            <pc:sldMk cId="1298652483" sldId="292"/>
            <ac:grpSpMk id="90" creationId="{930CDCC4-1538-B444-B205-E73396C3FB0B}"/>
          </ac:grpSpMkLst>
        </pc:grpChg>
        <pc:grpChg chg="add del">
          <ac:chgData name="Aggie Menezes" userId="74619c95fa3483c9" providerId="LiveId" clId="{D3128F82-6912-0F40-BAD3-A276DA5466DC}" dt="2021-03-08T09:53:12.888" v="1115"/>
          <ac:grpSpMkLst>
            <pc:docMk/>
            <pc:sldMk cId="1298652483" sldId="292"/>
            <ac:grpSpMk id="93" creationId="{655D1CA8-7157-AA43-9AC7-1AD7AFA0100F}"/>
          </ac:grpSpMkLst>
        </pc:grpChg>
        <pc:grpChg chg="add del">
          <ac:chgData name="Aggie Menezes" userId="74619c95fa3483c9" providerId="LiveId" clId="{D3128F82-6912-0F40-BAD3-A276DA5466DC}" dt="2021-03-16T09:28:58.709" v="2935"/>
          <ac:grpSpMkLst>
            <pc:docMk/>
            <pc:sldMk cId="1298652483" sldId="292"/>
            <ac:grpSpMk id="94" creationId="{19E66123-0ECD-0348-B1FC-EA6BDE895FDA}"/>
          </ac:grpSpMkLst>
        </pc:grpChg>
        <pc:grpChg chg="add">
          <ac:chgData name="Aggie Menezes" userId="74619c95fa3483c9" providerId="LiveId" clId="{D3128F82-6912-0F40-BAD3-A276DA5466DC}" dt="2021-03-18T11:51:08.276" v="4232"/>
          <ac:grpSpMkLst>
            <pc:docMk/>
            <pc:sldMk cId="1298652483" sldId="292"/>
            <ac:grpSpMk id="96" creationId="{845AFBB2-2EB8-D347-9C02-962D94A75978}"/>
          </ac:grpSpMkLst>
        </pc:grpChg>
        <pc:grpChg chg="add del">
          <ac:chgData name="Aggie Menezes" userId="74619c95fa3483c9" providerId="LiveId" clId="{D3128F82-6912-0F40-BAD3-A276DA5466DC}" dt="2021-03-08T09:53:37.987" v="1119"/>
          <ac:grpSpMkLst>
            <pc:docMk/>
            <pc:sldMk cId="1298652483" sldId="292"/>
            <ac:grpSpMk id="98" creationId="{CBDE30B8-86A9-6E47-BC31-3A1C7ABA45EE}"/>
          </ac:grpSpMkLst>
        </pc:grpChg>
        <pc:grpChg chg="add del">
          <ac:chgData name="Aggie Menezes" userId="74619c95fa3483c9" providerId="LiveId" clId="{D3128F82-6912-0F40-BAD3-A276DA5466DC}" dt="2021-03-18T12:04:39.147" v="4311"/>
          <ac:grpSpMkLst>
            <pc:docMk/>
            <pc:sldMk cId="1298652483" sldId="292"/>
            <ac:grpSpMk id="99" creationId="{C3811DC0-67BA-1147-8151-CB0557820481}"/>
          </ac:grpSpMkLst>
        </pc:grpChg>
        <pc:grpChg chg="add del">
          <ac:chgData name="Aggie Menezes" userId="74619c95fa3483c9" providerId="LiveId" clId="{D3128F82-6912-0F40-BAD3-A276DA5466DC}" dt="2021-03-18T10:50:07.661" v="3980"/>
          <ac:grpSpMkLst>
            <pc:docMk/>
            <pc:sldMk cId="1298652483" sldId="292"/>
            <ac:grpSpMk id="100" creationId="{2BB99148-72EE-794A-BAA9-E08CC4565419}"/>
          </ac:grpSpMkLst>
        </pc:grpChg>
        <pc:grpChg chg="add">
          <ac:chgData name="Aggie Menezes" userId="74619c95fa3483c9" providerId="LiveId" clId="{D3128F82-6912-0F40-BAD3-A276DA5466DC}" dt="2021-03-18T12:04:39.147" v="4311"/>
          <ac:grpSpMkLst>
            <pc:docMk/>
            <pc:sldMk cId="1298652483" sldId="292"/>
            <ac:grpSpMk id="101" creationId="{E6DEE8FB-1EBF-B844-AD3B-1473196A6F80}"/>
          </ac:grpSpMkLst>
        </pc:grpChg>
        <pc:grpChg chg="add del">
          <ac:chgData name="Aggie Menezes" userId="74619c95fa3483c9" providerId="LiveId" clId="{D3128F82-6912-0F40-BAD3-A276DA5466DC}" dt="2021-03-08T09:53:52.527" v="1121"/>
          <ac:grpSpMkLst>
            <pc:docMk/>
            <pc:sldMk cId="1298652483" sldId="292"/>
            <ac:grpSpMk id="102" creationId="{7A424736-FC2E-224E-9674-1F0FE58C191E}"/>
          </ac:grpSpMkLst>
        </pc:grpChg>
        <pc:grpChg chg="add del">
          <ac:chgData name="Aggie Menezes" userId="74619c95fa3483c9" providerId="LiveId" clId="{D3128F82-6912-0F40-BAD3-A276DA5466DC}" dt="2021-03-08T09:58:14.451" v="1223"/>
          <ac:grpSpMkLst>
            <pc:docMk/>
            <pc:sldMk cId="1298652483" sldId="292"/>
            <ac:grpSpMk id="104" creationId="{858E371E-9FC6-254D-9A59-23E90CC99408}"/>
          </ac:grpSpMkLst>
        </pc:grpChg>
        <pc:grpChg chg="add del">
          <ac:chgData name="Aggie Menezes" userId="74619c95fa3483c9" providerId="LiveId" clId="{D3128F82-6912-0F40-BAD3-A276DA5466DC}" dt="2021-03-18T12:07:43.736" v="4331"/>
          <ac:grpSpMkLst>
            <pc:docMk/>
            <pc:sldMk cId="1298652483" sldId="292"/>
            <ac:grpSpMk id="104" creationId="{A5446E64-C6AA-054F-A016-67DD847038E3}"/>
          </ac:grpSpMkLst>
        </pc:grpChg>
        <pc:grpChg chg="add del">
          <ac:chgData name="Aggie Menezes" userId="74619c95fa3483c9" providerId="LiveId" clId="{D3128F82-6912-0F40-BAD3-A276DA5466DC}" dt="2021-03-18T12:07:32.807" v="4322"/>
          <ac:grpSpMkLst>
            <pc:docMk/>
            <pc:sldMk cId="1298652483" sldId="292"/>
            <ac:grpSpMk id="109" creationId="{A3D96AF0-1535-0F48-BF38-AF0D394B0D83}"/>
          </ac:grpSpMkLst>
        </pc:grpChg>
        <pc:grpChg chg="add del">
          <ac:chgData name="Aggie Menezes" userId="74619c95fa3483c9" providerId="LiveId" clId="{D3128F82-6912-0F40-BAD3-A276DA5466DC}" dt="2021-03-08T09:54:51.358" v="1131"/>
          <ac:grpSpMkLst>
            <pc:docMk/>
            <pc:sldMk cId="1298652483" sldId="292"/>
            <ac:grpSpMk id="111" creationId="{B6321678-5624-5D40-A8E5-4CDD968EDCE6}"/>
          </ac:grpSpMkLst>
        </pc:grpChg>
        <pc:grpChg chg="add del">
          <ac:chgData name="Aggie Menezes" userId="74619c95fa3483c9" providerId="LiveId" clId="{D3128F82-6912-0F40-BAD3-A276DA5466DC}" dt="2021-03-08T09:58:14.345" v="1202"/>
          <ac:grpSpMkLst>
            <pc:docMk/>
            <pc:sldMk cId="1298652483" sldId="292"/>
            <ac:grpSpMk id="114" creationId="{8CBACFA2-AC18-F94C-BFBB-CB49A04C9231}"/>
          </ac:grpSpMkLst>
        </pc:grpChg>
        <pc:grpChg chg="add">
          <ac:chgData name="Aggie Menezes" userId="74619c95fa3483c9" providerId="LiveId" clId="{D3128F82-6912-0F40-BAD3-A276DA5466DC}" dt="2021-03-18T12:07:42.842" v="4329"/>
          <ac:grpSpMkLst>
            <pc:docMk/>
            <pc:sldMk cId="1298652483" sldId="292"/>
            <ac:grpSpMk id="115" creationId="{2361A0CC-066F-9D4D-A9D0-7B67A0AB7D09}"/>
          </ac:grpSpMkLst>
        </pc:grpChg>
        <pc:grpChg chg="add del">
          <ac:chgData name="Aggie Menezes" userId="74619c95fa3483c9" providerId="LiveId" clId="{D3128F82-6912-0F40-BAD3-A276DA5466DC}" dt="2021-03-16T10:16:51.691" v="3074"/>
          <ac:grpSpMkLst>
            <pc:docMk/>
            <pc:sldMk cId="1298652483" sldId="292"/>
            <ac:grpSpMk id="115" creationId="{AFDEEA41-E492-DC48-B6BD-52A9350D5EFC}"/>
          </ac:grpSpMkLst>
        </pc:grpChg>
        <pc:grpChg chg="add del">
          <ac:chgData name="Aggie Menezes" userId="74619c95fa3483c9" providerId="LiveId" clId="{D3128F82-6912-0F40-BAD3-A276DA5466DC}" dt="2021-03-18T12:07:45.094" v="4333"/>
          <ac:grpSpMkLst>
            <pc:docMk/>
            <pc:sldMk cId="1298652483" sldId="292"/>
            <ac:grpSpMk id="117" creationId="{E200D12D-4573-F74E-AA65-E00BB324BB06}"/>
          </ac:grpSpMkLst>
        </pc:grpChg>
        <pc:grpChg chg="add del">
          <ac:chgData name="Aggie Menezes" userId="74619c95fa3483c9" providerId="LiveId" clId="{D3128F82-6912-0F40-BAD3-A276DA5466DC}" dt="2021-03-08T09:56:01.945" v="1137"/>
          <ac:grpSpMkLst>
            <pc:docMk/>
            <pc:sldMk cId="1298652483" sldId="292"/>
            <ac:grpSpMk id="118" creationId="{53A409FA-0DEF-AA4B-A4AF-30ACA8449C10}"/>
          </ac:grpSpMkLst>
        </pc:grpChg>
        <pc:grpChg chg="add">
          <ac:chgData name="Aggie Menezes" userId="74619c95fa3483c9" providerId="LiveId" clId="{D3128F82-6912-0F40-BAD3-A276DA5466DC}" dt="2021-03-18T12:07:45.094" v="4333"/>
          <ac:grpSpMkLst>
            <pc:docMk/>
            <pc:sldMk cId="1298652483" sldId="292"/>
            <ac:grpSpMk id="119" creationId="{D5BC4050-13BE-874B-B52A-7C2742595D1C}"/>
          </ac:grpSpMkLst>
        </pc:grpChg>
        <pc:grpChg chg="add del">
          <ac:chgData name="Aggie Menezes" userId="74619c95fa3483c9" providerId="LiveId" clId="{D3128F82-6912-0F40-BAD3-A276DA5466DC}" dt="2021-03-08T09:56:05.405" v="1141"/>
          <ac:grpSpMkLst>
            <pc:docMk/>
            <pc:sldMk cId="1298652483" sldId="292"/>
            <ac:grpSpMk id="120" creationId="{D4093E32-83DF-3447-B2D0-491DBB5FCA41}"/>
          </ac:grpSpMkLst>
        </pc:grpChg>
        <pc:grpChg chg="add del">
          <ac:chgData name="Aggie Menezes" userId="74619c95fa3483c9" providerId="LiveId" clId="{D3128F82-6912-0F40-BAD3-A276DA5466DC}" dt="2021-03-16T10:16:51.691" v="3074"/>
          <ac:grpSpMkLst>
            <pc:docMk/>
            <pc:sldMk cId="1298652483" sldId="292"/>
            <ac:grpSpMk id="121" creationId="{848037A8-36C3-3142-B190-76D11A8DCAC5}"/>
          </ac:grpSpMkLst>
        </pc:grpChg>
        <pc:grpChg chg="add del">
          <ac:chgData name="Aggie Menezes" userId="74619c95fa3483c9" providerId="LiveId" clId="{D3128F82-6912-0F40-BAD3-A276DA5466DC}" dt="2021-03-08T09:58:14.435" v="1220"/>
          <ac:grpSpMkLst>
            <pc:docMk/>
            <pc:sldMk cId="1298652483" sldId="292"/>
            <ac:grpSpMk id="124" creationId="{77284614-BD22-AA4C-8DBD-A3EE491BB961}"/>
          </ac:grpSpMkLst>
        </pc:grpChg>
        <pc:grpChg chg="add del">
          <ac:chgData name="Aggie Menezes" userId="74619c95fa3483c9" providerId="LiveId" clId="{D3128F82-6912-0F40-BAD3-A276DA5466DC}" dt="2021-03-18T10:50:07.648" v="3977"/>
          <ac:grpSpMkLst>
            <pc:docMk/>
            <pc:sldMk cId="1298652483" sldId="292"/>
            <ac:grpSpMk id="125" creationId="{27CA1421-6356-F447-9E0C-16C1B7A933B4}"/>
          </ac:grpSpMkLst>
        </pc:grpChg>
        <pc:grpChg chg="add del">
          <ac:chgData name="Aggie Menezes" userId="74619c95fa3483c9" providerId="LiveId" clId="{D3128F82-6912-0F40-BAD3-A276DA5466DC}" dt="2021-03-18T12:18:48.605" v="4344"/>
          <ac:grpSpMkLst>
            <pc:docMk/>
            <pc:sldMk cId="1298652483" sldId="292"/>
            <ac:grpSpMk id="126" creationId="{02AA765E-2E04-924F-B809-F9CCC8B9FAAF}"/>
          </ac:grpSpMkLst>
        </pc:grpChg>
        <pc:grpChg chg="add del">
          <ac:chgData name="Aggie Menezes" userId="74619c95fa3483c9" providerId="LiveId" clId="{D3128F82-6912-0F40-BAD3-A276DA5466DC}" dt="2021-03-08T09:58:14.149" v="1169"/>
          <ac:grpSpMkLst>
            <pc:docMk/>
            <pc:sldMk cId="1298652483" sldId="292"/>
            <ac:grpSpMk id="128" creationId="{F4B92ACA-3C2A-604A-BAF1-DBDE59D3142C}"/>
          </ac:grpSpMkLst>
        </pc:grpChg>
        <pc:grpChg chg="add del">
          <ac:chgData name="Aggie Menezes" userId="74619c95fa3483c9" providerId="LiveId" clId="{D3128F82-6912-0F40-BAD3-A276DA5466DC}" dt="2021-03-18T10:50:07.706" v="3990"/>
          <ac:grpSpMkLst>
            <pc:docMk/>
            <pc:sldMk cId="1298652483" sldId="292"/>
            <ac:grpSpMk id="129" creationId="{A6BCFC21-C7BA-6C42-8494-BD4DA81A1EC4}"/>
          </ac:grpSpMkLst>
        </pc:grpChg>
        <pc:grpChg chg="add del">
          <ac:chgData name="Aggie Menezes" userId="74619c95fa3483c9" providerId="LiveId" clId="{D3128F82-6912-0F40-BAD3-A276DA5466DC}" dt="2021-03-18T12:18:51.308" v="4351"/>
          <ac:grpSpMkLst>
            <pc:docMk/>
            <pc:sldMk cId="1298652483" sldId="292"/>
            <ac:grpSpMk id="130" creationId="{4827778C-016A-2349-AAE9-5BBF2AD94D4A}"/>
          </ac:grpSpMkLst>
        </pc:grpChg>
        <pc:grpChg chg="add del">
          <ac:chgData name="Aggie Menezes" userId="74619c95fa3483c9" providerId="LiveId" clId="{D3128F82-6912-0F40-BAD3-A276DA5466DC}" dt="2021-03-08T09:58:14.429" v="1219"/>
          <ac:grpSpMkLst>
            <pc:docMk/>
            <pc:sldMk cId="1298652483" sldId="292"/>
            <ac:grpSpMk id="133" creationId="{CB0C2ECC-8B37-7543-929A-A5A4AC426F02}"/>
          </ac:grpSpMkLst>
        </pc:grpChg>
        <pc:grpChg chg="add del">
          <ac:chgData name="Aggie Menezes" userId="74619c95fa3483c9" providerId="LiveId" clId="{D3128F82-6912-0F40-BAD3-A276DA5466DC}" dt="2021-03-18T10:50:07.372" v="3924"/>
          <ac:grpSpMkLst>
            <pc:docMk/>
            <pc:sldMk cId="1298652483" sldId="292"/>
            <ac:grpSpMk id="135" creationId="{2558FD33-4B56-3342-8074-B0CBFD86DD56}"/>
          </ac:grpSpMkLst>
        </pc:grpChg>
        <pc:grpChg chg="add">
          <ac:chgData name="Aggie Menezes" userId="74619c95fa3483c9" providerId="LiveId" clId="{D3128F82-6912-0F40-BAD3-A276DA5466DC}" dt="2021-03-18T12:18:51.308" v="4351"/>
          <ac:grpSpMkLst>
            <pc:docMk/>
            <pc:sldMk cId="1298652483" sldId="292"/>
            <ac:grpSpMk id="137" creationId="{D703AFD7-B809-0943-A7D3-A6A3B3E4B42C}"/>
          </ac:grpSpMkLst>
        </pc:grpChg>
        <pc:grpChg chg="add del">
          <ac:chgData name="Aggie Menezes" userId="74619c95fa3483c9" providerId="LiveId" clId="{D3128F82-6912-0F40-BAD3-A276DA5466DC}" dt="2021-03-16T09:44:37.991" v="3008"/>
          <ac:grpSpMkLst>
            <pc:docMk/>
            <pc:sldMk cId="1298652483" sldId="292"/>
            <ac:grpSpMk id="138" creationId="{58B59E38-A564-354C-AC4D-4418F4C3EC96}"/>
          </ac:grpSpMkLst>
        </pc:grpChg>
        <pc:grpChg chg="add del">
          <ac:chgData name="Aggie Menezes" userId="74619c95fa3483c9" providerId="LiveId" clId="{D3128F82-6912-0F40-BAD3-A276DA5466DC}" dt="2021-03-16T09:44:55.004" v="3013"/>
          <ac:grpSpMkLst>
            <pc:docMk/>
            <pc:sldMk cId="1298652483" sldId="292"/>
            <ac:grpSpMk id="145" creationId="{17279FE7-09EE-DB4B-A672-D77430089C51}"/>
          </ac:grpSpMkLst>
        </pc:grpChg>
        <pc:grpChg chg="add del">
          <ac:chgData name="Aggie Menezes" userId="74619c95fa3483c9" providerId="LiveId" clId="{D3128F82-6912-0F40-BAD3-A276DA5466DC}" dt="2021-03-16T09:44:55.004" v="3013"/>
          <ac:grpSpMkLst>
            <pc:docMk/>
            <pc:sldMk cId="1298652483" sldId="292"/>
            <ac:grpSpMk id="148" creationId="{5D730D1B-8B79-FB40-AB63-E4AFFB2E9124}"/>
          </ac:grpSpMkLst>
        </pc:grpChg>
        <pc:grpChg chg="add del">
          <ac:chgData name="Aggie Menezes" userId="74619c95fa3483c9" providerId="LiveId" clId="{D3128F82-6912-0F40-BAD3-A276DA5466DC}" dt="2021-03-16T09:44:56.262" v="3015"/>
          <ac:grpSpMkLst>
            <pc:docMk/>
            <pc:sldMk cId="1298652483" sldId="292"/>
            <ac:grpSpMk id="150" creationId="{97662071-8F14-064D-BF70-FBB0752FD804}"/>
          </ac:grpSpMkLst>
        </pc:grpChg>
        <pc:grpChg chg="add del">
          <ac:chgData name="Aggie Menezes" userId="74619c95fa3483c9" providerId="LiveId" clId="{D3128F82-6912-0F40-BAD3-A276DA5466DC}" dt="2021-03-16T09:44:57.913" v="3018"/>
          <ac:grpSpMkLst>
            <pc:docMk/>
            <pc:sldMk cId="1298652483" sldId="292"/>
            <ac:grpSpMk id="152" creationId="{E566B9F7-B935-F348-B947-D3757B42883B}"/>
          </ac:grpSpMkLst>
        </pc:grpChg>
        <pc:grpChg chg="add del">
          <ac:chgData name="Aggie Menezes" userId="74619c95fa3483c9" providerId="LiveId" clId="{D3128F82-6912-0F40-BAD3-A276DA5466DC}" dt="2021-03-16T09:45:01.709" v="3021"/>
          <ac:grpSpMkLst>
            <pc:docMk/>
            <pc:sldMk cId="1298652483" sldId="292"/>
            <ac:grpSpMk id="155" creationId="{01437B56-F5BB-5B4A-B0FB-A9CF2CED5F76}"/>
          </ac:grpSpMkLst>
        </pc:grpChg>
        <pc:grpChg chg="add del">
          <ac:chgData name="Aggie Menezes" userId="74619c95fa3483c9" providerId="LiveId" clId="{D3128F82-6912-0F40-BAD3-A276DA5466DC}" dt="2021-03-18T10:50:07.764" v="4004"/>
          <ac:grpSpMkLst>
            <pc:docMk/>
            <pc:sldMk cId="1298652483" sldId="292"/>
            <ac:grpSpMk id="158" creationId="{E643BB34-9CBA-1C4F-8807-18CEAEEFF28A}"/>
          </ac:grpSpMkLst>
        </pc:grpChg>
        <pc:grpChg chg="add del">
          <ac:chgData name="Aggie Menezes" userId="74619c95fa3483c9" providerId="LiveId" clId="{D3128F82-6912-0F40-BAD3-A276DA5466DC}" dt="2021-03-16T09:46:18.380" v="3031"/>
          <ac:grpSpMkLst>
            <pc:docMk/>
            <pc:sldMk cId="1298652483" sldId="292"/>
            <ac:grpSpMk id="166" creationId="{CDA688FA-FB65-E644-A226-E70511E10114}"/>
          </ac:grpSpMkLst>
        </pc:grpChg>
        <pc:grpChg chg="add del">
          <ac:chgData name="Aggie Menezes" userId="74619c95fa3483c9" providerId="LiveId" clId="{D3128F82-6912-0F40-BAD3-A276DA5466DC}" dt="2021-03-18T10:50:07.716" v="3992"/>
          <ac:grpSpMkLst>
            <pc:docMk/>
            <pc:sldMk cId="1298652483" sldId="292"/>
            <ac:grpSpMk id="168" creationId="{E8CD6A02-ECA0-3E4A-A557-DDB823A7B60D}"/>
          </ac:grpSpMkLst>
        </pc:grpChg>
        <pc:grpChg chg="add del">
          <ac:chgData name="Aggie Menezes" userId="74619c95fa3483c9" providerId="LiveId" clId="{D3128F82-6912-0F40-BAD3-A276DA5466DC}" dt="2021-03-16T09:50:39.234" v="3049"/>
          <ac:grpSpMkLst>
            <pc:docMk/>
            <pc:sldMk cId="1298652483" sldId="292"/>
            <ac:grpSpMk id="179" creationId="{2E4828C8-03E0-B440-B915-161CA1EC769D}"/>
          </ac:grpSpMkLst>
        </pc:grpChg>
        <pc:grpChg chg="add del">
          <ac:chgData name="Aggie Menezes" userId="74619c95fa3483c9" providerId="LiveId" clId="{D3128F82-6912-0F40-BAD3-A276DA5466DC}" dt="2021-03-16T10:16:51.691" v="3074"/>
          <ac:grpSpMkLst>
            <pc:docMk/>
            <pc:sldMk cId="1298652483" sldId="292"/>
            <ac:grpSpMk id="186" creationId="{84A8ED91-F5F7-D54A-8B2A-424006865AC3}"/>
          </ac:grpSpMkLst>
        </pc:grpChg>
        <pc:grpChg chg="add del">
          <ac:chgData name="Aggie Menezes" userId="74619c95fa3483c9" providerId="LiveId" clId="{D3128F82-6912-0F40-BAD3-A276DA5466DC}" dt="2021-03-18T10:50:07.496" v="3945"/>
          <ac:grpSpMkLst>
            <pc:docMk/>
            <pc:sldMk cId="1298652483" sldId="292"/>
            <ac:grpSpMk id="194" creationId="{F3145CD3-A1C0-6846-B07F-FCBE7DE167E6}"/>
          </ac:grpSpMkLst>
        </pc:grpChg>
        <pc:grpChg chg="add del">
          <ac:chgData name="Aggie Menezes" userId="74619c95fa3483c9" providerId="LiveId" clId="{D3128F82-6912-0F40-BAD3-A276DA5466DC}" dt="2021-03-18T10:50:07.771" v="4006"/>
          <ac:grpSpMkLst>
            <pc:docMk/>
            <pc:sldMk cId="1298652483" sldId="292"/>
            <ac:grpSpMk id="195" creationId="{4110BE63-FDE2-7F4A-A29B-A5F5BFFEA299}"/>
          </ac:grpSpMkLst>
        </pc:grpChg>
        <pc:grpChg chg="add del">
          <ac:chgData name="Aggie Menezes" userId="74619c95fa3483c9" providerId="LiveId" clId="{D3128F82-6912-0F40-BAD3-A276DA5466DC}" dt="2021-03-16T10:12:18.357" v="3065"/>
          <ac:grpSpMkLst>
            <pc:docMk/>
            <pc:sldMk cId="1298652483" sldId="292"/>
            <ac:grpSpMk id="201" creationId="{E69873ED-27BE-4448-8D97-4C563E864FE1}"/>
          </ac:grpSpMkLst>
        </pc:grpChg>
        <pc:grpChg chg="add del">
          <ac:chgData name="Aggie Menezes" userId="74619c95fa3483c9" providerId="LiveId" clId="{D3128F82-6912-0F40-BAD3-A276DA5466DC}" dt="2021-03-18T10:50:07.652" v="3978"/>
          <ac:grpSpMkLst>
            <pc:docMk/>
            <pc:sldMk cId="1298652483" sldId="292"/>
            <ac:grpSpMk id="203" creationId="{EA9F0004-D687-B14F-A5FD-33DDA02DBE5B}"/>
          </ac:grpSpMkLst>
        </pc:grpChg>
        <pc:grpChg chg="add del">
          <ac:chgData name="Aggie Menezes" userId="74619c95fa3483c9" providerId="LiveId" clId="{D3128F82-6912-0F40-BAD3-A276DA5466DC}" dt="2021-03-18T10:50:07.462" v="3939"/>
          <ac:grpSpMkLst>
            <pc:docMk/>
            <pc:sldMk cId="1298652483" sldId="292"/>
            <ac:grpSpMk id="206" creationId="{089E4B83-6B09-2947-B75B-73BAA0B6F0F2}"/>
          </ac:grpSpMkLst>
        </pc:grpChg>
        <pc:grpChg chg="add del">
          <ac:chgData name="Aggie Menezes" userId="74619c95fa3483c9" providerId="LiveId" clId="{D3128F82-6912-0F40-BAD3-A276DA5466DC}" dt="2021-03-16T10:16:51.691" v="3074"/>
          <ac:grpSpMkLst>
            <pc:docMk/>
            <pc:sldMk cId="1298652483" sldId="292"/>
            <ac:grpSpMk id="209" creationId="{3F8CFABE-07DA-D24B-A413-BEB9F603C1E4}"/>
          </ac:grpSpMkLst>
        </pc:grpChg>
        <pc:grpChg chg="add del">
          <ac:chgData name="Aggie Menezes" userId="74619c95fa3483c9" providerId="LiveId" clId="{D3128F82-6912-0F40-BAD3-A276DA5466DC}" dt="2021-03-18T10:50:07.785" v="4010"/>
          <ac:grpSpMkLst>
            <pc:docMk/>
            <pc:sldMk cId="1298652483" sldId="292"/>
            <ac:grpSpMk id="212" creationId="{2E669ED5-5C7A-784B-9A3F-DFA8225F041F}"/>
          </ac:grpSpMkLst>
        </pc:grpChg>
        <pc:grpChg chg="add del">
          <ac:chgData name="Aggie Menezes" userId="74619c95fa3483c9" providerId="LiveId" clId="{D3128F82-6912-0F40-BAD3-A276DA5466DC}" dt="2021-03-18T10:50:07.741" v="3998"/>
          <ac:grpSpMkLst>
            <pc:docMk/>
            <pc:sldMk cId="1298652483" sldId="292"/>
            <ac:grpSpMk id="218" creationId="{319B49AD-AFF6-B644-BEAB-FBD2573B1DB6}"/>
          </ac:grpSpMkLst>
        </pc:grpChg>
        <pc:grpChg chg="add del">
          <ac:chgData name="Aggie Menezes" userId="74619c95fa3483c9" providerId="LiveId" clId="{D3128F82-6912-0F40-BAD3-A276DA5466DC}" dt="2021-03-18T10:50:07.670" v="3982"/>
          <ac:grpSpMkLst>
            <pc:docMk/>
            <pc:sldMk cId="1298652483" sldId="292"/>
            <ac:grpSpMk id="224" creationId="{BC402264-8901-B148-8758-792037B38428}"/>
          </ac:grpSpMkLst>
        </pc:grpChg>
        <pc:grpChg chg="add del">
          <ac:chgData name="Aggie Menezes" userId="74619c95fa3483c9" providerId="LiveId" clId="{D3128F82-6912-0F40-BAD3-A276DA5466DC}" dt="2021-03-18T10:50:07.612" v="3969"/>
          <ac:grpSpMkLst>
            <pc:docMk/>
            <pc:sldMk cId="1298652483" sldId="292"/>
            <ac:grpSpMk id="229" creationId="{ECD56519-4FC0-8B49-B292-6EF349CA48FE}"/>
          </ac:grpSpMkLst>
        </pc:grpChg>
        <pc:inkChg chg="add topLvl">
          <ac:chgData name="Aggie Menezes" userId="74619c95fa3483c9" providerId="LiveId" clId="{D3128F82-6912-0F40-BAD3-A276DA5466DC}" dt="2021-03-18T11:41:26.896" v="4197"/>
          <ac:inkMkLst>
            <pc:docMk/>
            <pc:sldMk cId="1298652483" sldId="292"/>
            <ac:inkMk id="6" creationId="{91B21FDA-6B18-344F-BECF-A8ADA94DD15A}"/>
          </ac:inkMkLst>
        </pc:inkChg>
        <pc:inkChg chg="add topLvl">
          <ac:chgData name="Aggie Menezes" userId="74619c95fa3483c9" providerId="LiveId" clId="{D3128F82-6912-0F40-BAD3-A276DA5466DC}" dt="2021-01-30T03:15:43.804" v="24"/>
          <ac:inkMkLst>
            <pc:docMk/>
            <pc:sldMk cId="1298652483" sldId="292"/>
            <ac:inkMk id="6" creationId="{929F0A84-F04A-F74B-ACB0-40BDF3CF9853}"/>
          </ac:inkMkLst>
        </pc:inkChg>
        <pc:inkChg chg="add del topLvl">
          <ac:chgData name="Aggie Menezes" userId="74619c95fa3483c9" providerId="LiveId" clId="{D3128F82-6912-0F40-BAD3-A276DA5466DC}" dt="2021-03-08T09:58:14.328" v="1199"/>
          <ac:inkMkLst>
            <pc:docMk/>
            <pc:sldMk cId="1298652483" sldId="292"/>
            <ac:inkMk id="6" creationId="{973C9EE8-E149-3D40-ADAB-334836A74DFC}"/>
          </ac:inkMkLst>
        </pc:inkChg>
        <pc:inkChg chg="add del">
          <ac:chgData name="Aggie Menezes" userId="74619c95fa3483c9" providerId="LiveId" clId="{D3128F82-6912-0F40-BAD3-A276DA5466DC}" dt="2021-03-16T09:28:58.694" v="2932"/>
          <ac:inkMkLst>
            <pc:docMk/>
            <pc:sldMk cId="1298652483" sldId="292"/>
            <ac:inkMk id="6" creationId="{F98C6B21-EA39-104D-BDC5-D1B90B120522}"/>
          </ac:inkMkLst>
        </pc:inkChg>
        <pc:inkChg chg="add topLvl">
          <ac:chgData name="Aggie Menezes" userId="74619c95fa3483c9" providerId="LiveId" clId="{D3128F82-6912-0F40-BAD3-A276DA5466DC}" dt="2021-03-18T11:41:26.896" v="4197"/>
          <ac:inkMkLst>
            <pc:docMk/>
            <pc:sldMk cId="1298652483" sldId="292"/>
            <ac:inkMk id="7" creationId="{74837A69-B978-E943-877A-4CA949E8769F}"/>
          </ac:inkMkLst>
        </pc:inkChg>
        <pc:inkChg chg="add del">
          <ac:chgData name="Aggie Menezes" userId="74619c95fa3483c9" providerId="LiveId" clId="{D3128F82-6912-0F40-BAD3-A276DA5466DC}" dt="2021-03-16T09:28:58.610" v="2917"/>
          <ac:inkMkLst>
            <pc:docMk/>
            <pc:sldMk cId="1298652483" sldId="292"/>
            <ac:inkMk id="7" creationId="{969402EB-5C94-2748-A53F-E71BAF6252D2}"/>
          </ac:inkMkLst>
        </pc:inkChg>
        <pc:inkChg chg="add del topLvl">
          <ac:chgData name="Aggie Menezes" userId="74619c95fa3483c9" providerId="LiveId" clId="{D3128F82-6912-0F40-BAD3-A276DA5466DC}" dt="2021-03-08T09:58:14.397" v="1212"/>
          <ac:inkMkLst>
            <pc:docMk/>
            <pc:sldMk cId="1298652483" sldId="292"/>
            <ac:inkMk id="7" creationId="{974FC143-092B-404E-BAA0-053AC21C8EFB}"/>
          </ac:inkMkLst>
        </pc:inkChg>
        <pc:inkChg chg="add topLvl">
          <ac:chgData name="Aggie Menezes" userId="74619c95fa3483c9" providerId="LiveId" clId="{D3128F82-6912-0F40-BAD3-A276DA5466DC}" dt="2021-01-30T03:15:43.804" v="24"/>
          <ac:inkMkLst>
            <pc:docMk/>
            <pc:sldMk cId="1298652483" sldId="292"/>
            <ac:inkMk id="7" creationId="{D3C6D38A-6832-7540-A68B-DE023353F7AE}"/>
          </ac:inkMkLst>
        </pc:inkChg>
        <pc:inkChg chg="add del topLvl">
          <ac:chgData name="Aggie Menezes" userId="74619c95fa3483c9" providerId="LiveId" clId="{D3128F82-6912-0F40-BAD3-A276DA5466DC}" dt="2021-03-16T09:28:58.781" v="2952"/>
          <ac:inkMkLst>
            <pc:docMk/>
            <pc:sldMk cId="1298652483" sldId="292"/>
            <ac:inkMk id="15" creationId="{07ADB369-00A4-BC4D-A164-28BA4298680C}"/>
          </ac:inkMkLst>
        </pc:inkChg>
        <pc:inkChg chg="add del topLvl">
          <ac:chgData name="Aggie Menezes" userId="74619c95fa3483c9" providerId="LiveId" clId="{D3128F82-6912-0F40-BAD3-A276DA5466DC}" dt="2021-03-08T09:58:14.063" v="1153"/>
          <ac:inkMkLst>
            <pc:docMk/>
            <pc:sldMk cId="1298652483" sldId="292"/>
            <ac:inkMk id="15" creationId="{723FFD90-ED7A-3048-B87A-4021FA84EC7B}"/>
          </ac:inkMkLst>
        </pc:inkChg>
        <pc:inkChg chg="add topLvl">
          <ac:chgData name="Aggie Menezes" userId="74619c95fa3483c9" providerId="LiveId" clId="{D3128F82-6912-0F40-BAD3-A276DA5466DC}" dt="2021-01-30T03:15:43.804" v="24"/>
          <ac:inkMkLst>
            <pc:docMk/>
            <pc:sldMk cId="1298652483" sldId="292"/>
            <ac:inkMk id="15" creationId="{CA7AB845-0ACC-8F4A-9093-F6B2D543419A}"/>
          </ac:inkMkLst>
        </pc:inkChg>
        <pc:inkChg chg="add topLvl">
          <ac:chgData name="Aggie Menezes" userId="74619c95fa3483c9" providerId="LiveId" clId="{D3128F82-6912-0F40-BAD3-A276DA5466DC}" dt="2021-03-18T11:41:26.896" v="4197"/>
          <ac:inkMkLst>
            <pc:docMk/>
            <pc:sldMk cId="1298652483" sldId="292"/>
            <ac:inkMk id="15" creationId="{F3DA4D9B-F601-BF48-916A-8AA890932168}"/>
          </ac:inkMkLst>
        </pc:inkChg>
        <pc:inkChg chg="add topLvl">
          <ac:chgData name="Aggie Menezes" userId="74619c95fa3483c9" providerId="LiveId" clId="{D3128F82-6912-0F40-BAD3-A276DA5466DC}" dt="2021-03-18T11:41:26.896" v="4197"/>
          <ac:inkMkLst>
            <pc:docMk/>
            <pc:sldMk cId="1298652483" sldId="292"/>
            <ac:inkMk id="22" creationId="{53C807B9-FBAC-0445-AFFF-9C57572A5128}"/>
          </ac:inkMkLst>
        </pc:inkChg>
        <pc:inkChg chg="add del topLvl">
          <ac:chgData name="Aggie Menezes" userId="74619c95fa3483c9" providerId="LiveId" clId="{D3128F82-6912-0F40-BAD3-A276DA5466DC}" dt="2021-03-08T09:58:14.226" v="1180"/>
          <ac:inkMkLst>
            <pc:docMk/>
            <pc:sldMk cId="1298652483" sldId="292"/>
            <ac:inkMk id="22" creationId="{8F83AC48-4AC7-1C4D-80CC-9DA4CA02FFF9}"/>
          </ac:inkMkLst>
        </pc:inkChg>
        <pc:inkChg chg="add del">
          <ac:chgData name="Aggie Menezes" userId="74619c95fa3483c9" providerId="LiveId" clId="{D3128F82-6912-0F40-BAD3-A276DA5466DC}" dt="2021-03-16T09:28:58.734" v="2941"/>
          <ac:inkMkLst>
            <pc:docMk/>
            <pc:sldMk cId="1298652483" sldId="292"/>
            <ac:inkMk id="22" creationId="{CF5FEC8B-CDE7-7248-B10C-CC03BDB3AFB9}"/>
          </ac:inkMkLst>
        </pc:inkChg>
        <pc:inkChg chg="add del">
          <ac:chgData name="Aggie Menezes" userId="74619c95fa3483c9" providerId="LiveId" clId="{D3128F82-6912-0F40-BAD3-A276DA5466DC}" dt="2021-03-16T09:28:58.663" v="2927"/>
          <ac:inkMkLst>
            <pc:docMk/>
            <pc:sldMk cId="1298652483" sldId="292"/>
            <ac:inkMk id="23" creationId="{14898572-5416-FE4E-8080-6FFC1981B7C4}"/>
          </ac:inkMkLst>
        </pc:inkChg>
        <pc:inkChg chg="add topLvl">
          <ac:chgData name="Aggie Menezes" userId="74619c95fa3483c9" providerId="LiveId" clId="{D3128F82-6912-0F40-BAD3-A276DA5466DC}" dt="2021-01-30T03:15:43.804" v="24"/>
          <ac:inkMkLst>
            <pc:docMk/>
            <pc:sldMk cId="1298652483" sldId="292"/>
            <ac:inkMk id="23" creationId="{35B9F73F-60D4-1B42-96EE-AD92ED471683}"/>
          </ac:inkMkLst>
        </pc:inkChg>
        <pc:inkChg chg="add del topLvl">
          <ac:chgData name="Aggie Menezes" userId="74619c95fa3483c9" providerId="LiveId" clId="{D3128F82-6912-0F40-BAD3-A276DA5466DC}" dt="2021-03-08T09:58:14.408" v="1214"/>
          <ac:inkMkLst>
            <pc:docMk/>
            <pc:sldMk cId="1298652483" sldId="292"/>
            <ac:inkMk id="23" creationId="{409CCC5F-DB0B-1D4A-A9AA-C96DAF897F40}"/>
          </ac:inkMkLst>
        </pc:inkChg>
        <pc:inkChg chg="add topLvl">
          <ac:chgData name="Aggie Menezes" userId="74619c95fa3483c9" providerId="LiveId" clId="{D3128F82-6912-0F40-BAD3-A276DA5466DC}" dt="2021-01-30T03:15:43.804" v="24"/>
          <ac:inkMkLst>
            <pc:docMk/>
            <pc:sldMk cId="1298652483" sldId="292"/>
            <ac:inkMk id="35" creationId="{2350B18F-EC46-A54C-B88D-67FEC51265A3}"/>
          </ac:inkMkLst>
        </pc:inkChg>
        <pc:inkChg chg="add del topLvl">
          <ac:chgData name="Aggie Menezes" userId="74619c95fa3483c9" providerId="LiveId" clId="{D3128F82-6912-0F40-BAD3-A276DA5466DC}" dt="2021-03-08T09:58:14.491" v="1231"/>
          <ac:inkMkLst>
            <pc:docMk/>
            <pc:sldMk cId="1298652483" sldId="292"/>
            <ac:inkMk id="35" creationId="{331D8504-3110-5D42-91C3-A25339B97777}"/>
          </ac:inkMkLst>
        </pc:inkChg>
        <pc:inkChg chg="add">
          <ac:chgData name="Aggie Menezes" userId="74619c95fa3483c9" providerId="LiveId" clId="{D3128F82-6912-0F40-BAD3-A276DA5466DC}" dt="2021-03-18T11:39:38.781" v="4172"/>
          <ac:inkMkLst>
            <pc:docMk/>
            <pc:sldMk cId="1298652483" sldId="292"/>
            <ac:inkMk id="35" creationId="{9A180EAD-E543-ED47-A1FF-83C11384C64B}"/>
          </ac:inkMkLst>
        </pc:inkChg>
        <pc:inkChg chg="add del">
          <ac:chgData name="Aggie Menezes" userId="74619c95fa3483c9" providerId="LiveId" clId="{D3128F82-6912-0F40-BAD3-A276DA5466DC}" dt="2021-03-16T09:28:58.586" v="2912"/>
          <ac:inkMkLst>
            <pc:docMk/>
            <pc:sldMk cId="1298652483" sldId="292"/>
            <ac:inkMk id="35" creationId="{B0911144-2114-9349-BED4-52FEF8A9B3B3}"/>
          </ac:inkMkLst>
        </pc:inkChg>
        <pc:inkChg chg="add">
          <ac:chgData name="Aggie Menezes" userId="74619c95fa3483c9" providerId="LiveId" clId="{D3128F82-6912-0F40-BAD3-A276DA5466DC}" dt="2021-03-18T11:39:39.469" v="4173"/>
          <ac:inkMkLst>
            <pc:docMk/>
            <pc:sldMk cId="1298652483" sldId="292"/>
            <ac:inkMk id="36" creationId="{20C87F1C-8774-0340-96E4-3D55F9D9957E}"/>
          </ac:inkMkLst>
        </pc:inkChg>
        <pc:inkChg chg="add topLvl">
          <ac:chgData name="Aggie Menezes" userId="74619c95fa3483c9" providerId="LiveId" clId="{D3128F82-6912-0F40-BAD3-A276DA5466DC}" dt="2021-01-30T03:15:43.804" v="24"/>
          <ac:inkMkLst>
            <pc:docMk/>
            <pc:sldMk cId="1298652483" sldId="292"/>
            <ac:inkMk id="36" creationId="{901D171E-EBFE-6542-B87D-60E6D00796C1}"/>
          </ac:inkMkLst>
        </pc:inkChg>
        <pc:inkChg chg="add del topLvl">
          <ac:chgData name="Aggie Menezes" userId="74619c95fa3483c9" providerId="LiveId" clId="{D3128F82-6912-0F40-BAD3-A276DA5466DC}" dt="2021-03-08T09:58:14.186" v="1174"/>
          <ac:inkMkLst>
            <pc:docMk/>
            <pc:sldMk cId="1298652483" sldId="292"/>
            <ac:inkMk id="36" creationId="{B393B686-C00D-7C49-96BE-6F113076F500}"/>
          </ac:inkMkLst>
        </pc:inkChg>
        <pc:inkChg chg="add del topLvl">
          <ac:chgData name="Aggie Menezes" userId="74619c95fa3483c9" providerId="LiveId" clId="{D3128F82-6912-0F40-BAD3-A276DA5466DC}" dt="2021-03-16T09:28:58.770" v="2949"/>
          <ac:inkMkLst>
            <pc:docMk/>
            <pc:sldMk cId="1298652483" sldId="292"/>
            <ac:inkMk id="36" creationId="{EB6D4C8C-F2F7-974C-902B-6E5597A8E1E0}"/>
          </ac:inkMkLst>
        </pc:inkChg>
        <pc:inkChg chg="add">
          <ac:chgData name="Aggie Menezes" userId="74619c95fa3483c9" providerId="LiveId" clId="{D3128F82-6912-0F40-BAD3-A276DA5466DC}" dt="2021-03-18T11:39:39.913" v="4174"/>
          <ac:inkMkLst>
            <pc:docMk/>
            <pc:sldMk cId="1298652483" sldId="292"/>
            <ac:inkMk id="37" creationId="{317BF572-66A3-9F49-83AE-8F3A59AB7692}"/>
          </ac:inkMkLst>
        </pc:inkChg>
        <pc:inkChg chg="add del">
          <ac:chgData name="Aggie Menezes" userId="74619c95fa3483c9" providerId="LiveId" clId="{D3128F82-6912-0F40-BAD3-A276DA5466DC}" dt="2021-03-16T09:28:58.720" v="2937"/>
          <ac:inkMkLst>
            <pc:docMk/>
            <pc:sldMk cId="1298652483" sldId="292"/>
            <ac:inkMk id="37" creationId="{68C7B4D6-81D4-FF44-B0F0-C8DD79909090}"/>
          </ac:inkMkLst>
        </pc:inkChg>
        <pc:inkChg chg="add topLvl">
          <ac:chgData name="Aggie Menezes" userId="74619c95fa3483c9" providerId="LiveId" clId="{D3128F82-6912-0F40-BAD3-A276DA5466DC}" dt="2021-01-30T03:15:43.804" v="24"/>
          <ac:inkMkLst>
            <pc:docMk/>
            <pc:sldMk cId="1298652483" sldId="292"/>
            <ac:inkMk id="37" creationId="{870CB83D-0A4E-9840-948B-1E6AEBC2E398}"/>
          </ac:inkMkLst>
        </pc:inkChg>
        <pc:inkChg chg="add del topLvl">
          <ac:chgData name="Aggie Menezes" userId="74619c95fa3483c9" providerId="LiveId" clId="{D3128F82-6912-0F40-BAD3-A276DA5466DC}" dt="2021-03-08T09:58:14.310" v="1196"/>
          <ac:inkMkLst>
            <pc:docMk/>
            <pc:sldMk cId="1298652483" sldId="292"/>
            <ac:inkMk id="37" creationId="{FCA35204-3492-4A44-80A3-1132F003BFC5}"/>
          </ac:inkMkLst>
        </pc:inkChg>
        <pc:inkChg chg="add del topLvl">
          <ac:chgData name="Aggie Menezes" userId="74619c95fa3483c9" providerId="LiveId" clId="{D3128F82-6912-0F40-BAD3-A276DA5466DC}" dt="2021-03-08T09:58:14.441" v="1221"/>
          <ac:inkMkLst>
            <pc:docMk/>
            <pc:sldMk cId="1298652483" sldId="292"/>
            <ac:inkMk id="38" creationId="{0B93C2F5-E996-544A-B2F8-BA2F12D59C9C}"/>
          </ac:inkMkLst>
        </pc:inkChg>
        <pc:inkChg chg="add topLvl">
          <ac:chgData name="Aggie Menezes" userId="74619c95fa3483c9" providerId="LiveId" clId="{D3128F82-6912-0F40-BAD3-A276DA5466DC}" dt="2021-01-30T03:15:43.804" v="24"/>
          <ac:inkMkLst>
            <pc:docMk/>
            <pc:sldMk cId="1298652483" sldId="292"/>
            <ac:inkMk id="38" creationId="{97573AB4-91F5-1242-B571-E2DEACF28BF4}"/>
          </ac:inkMkLst>
        </pc:inkChg>
        <pc:inkChg chg="add">
          <ac:chgData name="Aggie Menezes" userId="74619c95fa3483c9" providerId="LiveId" clId="{D3128F82-6912-0F40-BAD3-A276DA5466DC}" dt="2021-03-18T11:39:40.312" v="4175"/>
          <ac:inkMkLst>
            <pc:docMk/>
            <pc:sldMk cId="1298652483" sldId="292"/>
            <ac:inkMk id="38" creationId="{B4040ADB-3CC2-E341-A1C8-95853F8E7FD6}"/>
          </ac:inkMkLst>
        </pc:inkChg>
        <pc:inkChg chg="add del topLvl">
          <ac:chgData name="Aggie Menezes" userId="74619c95fa3483c9" providerId="LiveId" clId="{D3128F82-6912-0F40-BAD3-A276DA5466DC}" dt="2021-03-08T09:58:14.104" v="1160"/>
          <ac:inkMkLst>
            <pc:docMk/>
            <pc:sldMk cId="1298652483" sldId="292"/>
            <ac:inkMk id="39" creationId="{2C31C584-C91E-E148-ACF6-A6D3A9CDC284}"/>
          </ac:inkMkLst>
        </pc:inkChg>
        <pc:inkChg chg="add del topLvl">
          <ac:chgData name="Aggie Menezes" userId="74619c95fa3483c9" providerId="LiveId" clId="{D3128F82-6912-0F40-BAD3-A276DA5466DC}" dt="2021-03-16T09:28:58.765" v="2948"/>
          <ac:inkMkLst>
            <pc:docMk/>
            <pc:sldMk cId="1298652483" sldId="292"/>
            <ac:inkMk id="39" creationId="{75350FB2-B908-5445-B828-397A3C063793}"/>
          </ac:inkMkLst>
        </pc:inkChg>
        <pc:inkChg chg="add">
          <ac:chgData name="Aggie Menezes" userId="74619c95fa3483c9" providerId="LiveId" clId="{D3128F82-6912-0F40-BAD3-A276DA5466DC}" dt="2021-03-18T11:39:40.793" v="4176"/>
          <ac:inkMkLst>
            <pc:docMk/>
            <pc:sldMk cId="1298652483" sldId="292"/>
            <ac:inkMk id="39" creationId="{BDBE8642-47F9-4841-9176-3A38E4853D68}"/>
          </ac:inkMkLst>
        </pc:inkChg>
        <pc:inkChg chg="add topLvl">
          <ac:chgData name="Aggie Menezes" userId="74619c95fa3483c9" providerId="LiveId" clId="{D3128F82-6912-0F40-BAD3-A276DA5466DC}" dt="2021-01-30T03:15:43.804" v="24"/>
          <ac:inkMkLst>
            <pc:docMk/>
            <pc:sldMk cId="1298652483" sldId="292"/>
            <ac:inkMk id="40" creationId="{2464BC19-DE1D-AD47-B00A-BACD56927DC7}"/>
          </ac:inkMkLst>
        </pc:inkChg>
        <pc:inkChg chg="add del topLvl">
          <ac:chgData name="Aggie Menezes" userId="74619c95fa3483c9" providerId="LiveId" clId="{D3128F82-6912-0F40-BAD3-A276DA5466DC}" dt="2021-03-16T09:28:58.716" v="2936"/>
          <ac:inkMkLst>
            <pc:docMk/>
            <pc:sldMk cId="1298652483" sldId="292"/>
            <ac:inkMk id="40" creationId="{8968385E-B4CD-3F44-8488-AA388220E031}"/>
          </ac:inkMkLst>
        </pc:inkChg>
        <pc:inkChg chg="add">
          <ac:chgData name="Aggie Menezes" userId="74619c95fa3483c9" providerId="LiveId" clId="{D3128F82-6912-0F40-BAD3-A276DA5466DC}" dt="2021-03-18T11:39:41.684" v="4177"/>
          <ac:inkMkLst>
            <pc:docMk/>
            <pc:sldMk cId="1298652483" sldId="292"/>
            <ac:inkMk id="40" creationId="{CB255982-B73F-B245-80DB-15FB75FD81B8}"/>
          </ac:inkMkLst>
        </pc:inkChg>
        <pc:inkChg chg="add del topLvl">
          <ac:chgData name="Aggie Menezes" userId="74619c95fa3483c9" providerId="LiveId" clId="{D3128F82-6912-0F40-BAD3-A276DA5466DC}" dt="2021-03-08T09:58:14.249" v="1184"/>
          <ac:inkMkLst>
            <pc:docMk/>
            <pc:sldMk cId="1298652483" sldId="292"/>
            <ac:inkMk id="40" creationId="{FCD13437-30F4-B64A-9C77-D14F45782CD6}"/>
          </ac:inkMkLst>
        </pc:inkChg>
        <pc:inkChg chg="add del">
          <ac:chgData name="Aggie Menezes" userId="74619c95fa3483c9" providerId="LiveId" clId="{D3128F82-6912-0F40-BAD3-A276DA5466DC}" dt="2021-03-08T09:58:14.123" v="1164"/>
          <ac:inkMkLst>
            <pc:docMk/>
            <pc:sldMk cId="1298652483" sldId="292"/>
            <ac:inkMk id="41" creationId="{E355B627-D835-574E-BB65-429FD462ED28}"/>
          </ac:inkMkLst>
        </pc:inkChg>
        <pc:inkChg chg="add">
          <ac:chgData name="Aggie Menezes" userId="74619c95fa3483c9" providerId="LiveId" clId="{D3128F82-6912-0F40-BAD3-A276DA5466DC}" dt="2021-03-18T11:40:00.852" v="4179"/>
          <ac:inkMkLst>
            <pc:docMk/>
            <pc:sldMk cId="1298652483" sldId="292"/>
            <ac:inkMk id="42" creationId="{7419DB26-EF3C-5042-840F-6BBC90445231}"/>
          </ac:inkMkLst>
        </pc:inkChg>
        <pc:inkChg chg="add del topLvl">
          <ac:chgData name="Aggie Menezes" userId="74619c95fa3483c9" providerId="LiveId" clId="{D3128F82-6912-0F40-BAD3-A276DA5466DC}" dt="2021-03-16T09:28:58.641" v="2922"/>
          <ac:inkMkLst>
            <pc:docMk/>
            <pc:sldMk cId="1298652483" sldId="292"/>
            <ac:inkMk id="42" creationId="{B62780A4-5945-B746-B18B-4689E04CE215}"/>
          </ac:inkMkLst>
        </pc:inkChg>
        <pc:inkChg chg="add del topLvl">
          <ac:chgData name="Aggie Menezes" userId="74619c95fa3483c9" providerId="LiveId" clId="{D3128F82-6912-0F40-BAD3-A276DA5466DC}" dt="2021-03-08T09:58:14.509" v="1235"/>
          <ac:inkMkLst>
            <pc:docMk/>
            <pc:sldMk cId="1298652483" sldId="292"/>
            <ac:inkMk id="42" creationId="{D036C470-D8E1-E44B-9F2A-DCEF1EFC7B52}"/>
          </ac:inkMkLst>
        </pc:inkChg>
        <pc:inkChg chg="add topLvl">
          <ac:chgData name="Aggie Menezes" userId="74619c95fa3483c9" providerId="LiveId" clId="{D3128F82-6912-0F40-BAD3-A276DA5466DC}" dt="2021-01-30T03:15:43.804" v="24"/>
          <ac:inkMkLst>
            <pc:docMk/>
            <pc:sldMk cId="1298652483" sldId="292"/>
            <ac:inkMk id="42" creationId="{E808EC70-D6D1-A04E-9FD4-0CD7B1072D7D}"/>
          </ac:inkMkLst>
        </pc:inkChg>
        <pc:inkChg chg="add">
          <ac:chgData name="Aggie Menezes" userId="74619c95fa3483c9" providerId="LiveId" clId="{D3128F82-6912-0F40-BAD3-A276DA5466DC}" dt="2021-03-18T11:40:01.309" v="4180"/>
          <ac:inkMkLst>
            <pc:docMk/>
            <pc:sldMk cId="1298652483" sldId="292"/>
            <ac:inkMk id="43" creationId="{74B03987-A8B9-E042-A2F7-F43FF7A480E1}"/>
          </ac:inkMkLst>
        </pc:inkChg>
        <pc:inkChg chg="add del topLvl">
          <ac:chgData name="Aggie Menezes" userId="74619c95fa3483c9" providerId="LiveId" clId="{D3128F82-6912-0F40-BAD3-A276DA5466DC}" dt="2021-03-08T09:58:14.476" v="1228"/>
          <ac:inkMkLst>
            <pc:docMk/>
            <pc:sldMk cId="1298652483" sldId="292"/>
            <ac:inkMk id="43" creationId="{A7AB32BA-B384-F744-9BEF-81AA30BCC00A}"/>
          </ac:inkMkLst>
        </pc:inkChg>
        <pc:inkChg chg="add del topLvl">
          <ac:chgData name="Aggie Menezes" userId="74619c95fa3483c9" providerId="LiveId" clId="{D3128F82-6912-0F40-BAD3-A276DA5466DC}" dt="2021-03-16T09:28:58.562" v="2908"/>
          <ac:inkMkLst>
            <pc:docMk/>
            <pc:sldMk cId="1298652483" sldId="292"/>
            <ac:inkMk id="43" creationId="{E14CC501-39F0-4343-84FB-CEEB59D00FEE}"/>
          </ac:inkMkLst>
        </pc:inkChg>
        <pc:inkChg chg="add del topLvl">
          <ac:chgData name="Aggie Menezes" userId="74619c95fa3483c9" providerId="LiveId" clId="{D3128F82-6912-0F40-BAD3-A276DA5466DC}" dt="2021-03-16T09:28:58.749" v="2944"/>
          <ac:inkMkLst>
            <pc:docMk/>
            <pc:sldMk cId="1298652483" sldId="292"/>
            <ac:inkMk id="44" creationId="{4574A72B-C16B-D44C-A36C-0DD45CD8014B}"/>
          </ac:inkMkLst>
        </pc:inkChg>
        <pc:inkChg chg="add">
          <ac:chgData name="Aggie Menezes" userId="74619c95fa3483c9" providerId="LiveId" clId="{D3128F82-6912-0F40-BAD3-A276DA5466DC}" dt="2021-01-30T03:15:38.822" v="14"/>
          <ac:inkMkLst>
            <pc:docMk/>
            <pc:sldMk cId="1298652483" sldId="292"/>
            <ac:inkMk id="44" creationId="{64A3EA08-C8EA-DD4E-8D7A-79957390A3FF}"/>
          </ac:inkMkLst>
        </pc:inkChg>
        <pc:inkChg chg="add topLvl">
          <ac:chgData name="Aggie Menezes" userId="74619c95fa3483c9" providerId="LiveId" clId="{D3128F82-6912-0F40-BAD3-A276DA5466DC}" dt="2021-03-18T11:41:26.896" v="4197"/>
          <ac:inkMkLst>
            <pc:docMk/>
            <pc:sldMk cId="1298652483" sldId="292"/>
            <ac:inkMk id="44" creationId="{6809DAF4-C540-DA40-B27E-80D51C8455CE}"/>
          </ac:inkMkLst>
        </pc:inkChg>
        <pc:inkChg chg="add del">
          <ac:chgData name="Aggie Menezes" userId="74619c95fa3483c9" providerId="LiveId" clId="{D3128F82-6912-0F40-BAD3-A276DA5466DC}" dt="2021-03-08T09:58:14.157" v="1170"/>
          <ac:inkMkLst>
            <pc:docMk/>
            <pc:sldMk cId="1298652483" sldId="292"/>
            <ac:inkMk id="44" creationId="{7282D0E4-8585-AC42-B056-AFB53D8C4959}"/>
          </ac:inkMkLst>
        </pc:inkChg>
        <pc:inkChg chg="add del topLvl">
          <ac:chgData name="Aggie Menezes" userId="74619c95fa3483c9" providerId="LiveId" clId="{D3128F82-6912-0F40-BAD3-A276DA5466DC}" dt="2021-03-16T09:28:58.690" v="2931"/>
          <ac:inkMkLst>
            <pc:docMk/>
            <pc:sldMk cId="1298652483" sldId="292"/>
            <ac:inkMk id="45" creationId="{0418BF67-3E24-2048-B7E6-362B407C7091}"/>
          </ac:inkMkLst>
        </pc:inkChg>
        <pc:inkChg chg="add">
          <ac:chgData name="Aggie Menezes" userId="74619c95fa3483c9" providerId="LiveId" clId="{D3128F82-6912-0F40-BAD3-A276DA5466DC}" dt="2021-01-30T03:15:39.017" v="15"/>
          <ac:inkMkLst>
            <pc:docMk/>
            <pc:sldMk cId="1298652483" sldId="292"/>
            <ac:inkMk id="45" creationId="{6ACEF1E2-27F8-9642-B97D-74379EBF3770}"/>
          </ac:inkMkLst>
        </pc:inkChg>
        <pc:inkChg chg="add del">
          <ac:chgData name="Aggie Menezes" userId="74619c95fa3483c9" providerId="LiveId" clId="{D3128F82-6912-0F40-BAD3-A276DA5466DC}" dt="2021-03-08T09:58:14.298" v="1194"/>
          <ac:inkMkLst>
            <pc:docMk/>
            <pc:sldMk cId="1298652483" sldId="292"/>
            <ac:inkMk id="45" creationId="{9121FEF0-AD23-EC49-9FE6-059D5C244D49}"/>
          </ac:inkMkLst>
        </pc:inkChg>
        <pc:inkChg chg="add">
          <ac:chgData name="Aggie Menezes" userId="74619c95fa3483c9" providerId="LiveId" clId="{D3128F82-6912-0F40-BAD3-A276DA5466DC}" dt="2021-01-30T03:15:39.197" v="16"/>
          <ac:inkMkLst>
            <pc:docMk/>
            <pc:sldMk cId="1298652483" sldId="292"/>
            <ac:inkMk id="46" creationId="{5ABF43EB-7280-D541-AC8D-7C7F450BFDC5}"/>
          </ac:inkMkLst>
        </pc:inkChg>
        <pc:inkChg chg="add topLvl">
          <ac:chgData name="Aggie Menezes" userId="74619c95fa3483c9" providerId="LiveId" clId="{D3128F82-6912-0F40-BAD3-A276DA5466DC}" dt="2021-03-18T11:41:26.896" v="4197"/>
          <ac:inkMkLst>
            <pc:docMk/>
            <pc:sldMk cId="1298652483" sldId="292"/>
            <ac:inkMk id="46" creationId="{6C7A927B-61F6-BB4F-BB6E-A106BE3A075E}"/>
          </ac:inkMkLst>
        </pc:inkChg>
        <pc:inkChg chg="add del">
          <ac:chgData name="Aggie Menezes" userId="74619c95fa3483c9" providerId="LiveId" clId="{D3128F82-6912-0F40-BAD3-A276DA5466DC}" dt="2021-03-08T09:58:14.420" v="1217"/>
          <ac:inkMkLst>
            <pc:docMk/>
            <pc:sldMk cId="1298652483" sldId="292"/>
            <ac:inkMk id="46" creationId="{B0BEF2A3-2F4A-0946-B3B3-916FF3797E36}"/>
          </ac:inkMkLst>
        </pc:inkChg>
        <pc:inkChg chg="add del topLvl">
          <ac:chgData name="Aggie Menezes" userId="74619c95fa3483c9" providerId="LiveId" clId="{D3128F82-6912-0F40-BAD3-A276DA5466DC}" dt="2021-03-16T09:28:58.617" v="2918"/>
          <ac:inkMkLst>
            <pc:docMk/>
            <pc:sldMk cId="1298652483" sldId="292"/>
            <ac:inkMk id="46" creationId="{CAE48E3D-00AA-D346-B8D8-D0F6B135E23A}"/>
          </ac:inkMkLst>
        </pc:inkChg>
        <pc:inkChg chg="add del topLvl">
          <ac:chgData name="Aggie Menezes" userId="74619c95fa3483c9" providerId="LiveId" clId="{D3128F82-6912-0F40-BAD3-A276DA5466DC}" dt="2021-03-16T09:28:58.788" v="2954"/>
          <ac:inkMkLst>
            <pc:docMk/>
            <pc:sldMk cId="1298652483" sldId="292"/>
            <ac:inkMk id="47" creationId="{7B160024-9797-6E44-BF7E-6FAA7CB8C453}"/>
          </ac:inkMkLst>
        </pc:inkChg>
        <pc:inkChg chg="add">
          <ac:chgData name="Aggie Menezes" userId="74619c95fa3483c9" providerId="LiveId" clId="{D3128F82-6912-0F40-BAD3-A276DA5466DC}" dt="2021-01-30T03:15:39.399" v="17"/>
          <ac:inkMkLst>
            <pc:docMk/>
            <pc:sldMk cId="1298652483" sldId="292"/>
            <ac:inkMk id="47" creationId="{D97A1EBC-F749-C04A-B23E-42DDB4B0607E}"/>
          </ac:inkMkLst>
        </pc:inkChg>
        <pc:inkChg chg="add del topLvl">
          <ac:chgData name="Aggie Menezes" userId="74619c95fa3483c9" providerId="LiveId" clId="{D3128F82-6912-0F40-BAD3-A276DA5466DC}" dt="2021-03-08T09:58:14.481" v="1229"/>
          <ac:inkMkLst>
            <pc:docMk/>
            <pc:sldMk cId="1298652483" sldId="292"/>
            <ac:inkMk id="48" creationId="{2A5DEC6F-510D-674D-A210-F94FEEBBAD31}"/>
          </ac:inkMkLst>
        </pc:inkChg>
        <pc:inkChg chg="add">
          <ac:chgData name="Aggie Menezes" userId="74619c95fa3483c9" providerId="LiveId" clId="{D3128F82-6912-0F40-BAD3-A276DA5466DC}" dt="2021-01-30T03:15:40.584" v="18"/>
          <ac:inkMkLst>
            <pc:docMk/>
            <pc:sldMk cId="1298652483" sldId="292"/>
            <ac:inkMk id="48" creationId="{C587B3B3-2FCF-2B47-BA47-75026EE86274}"/>
          </ac:inkMkLst>
        </pc:inkChg>
        <pc:inkChg chg="add topLvl">
          <ac:chgData name="Aggie Menezes" userId="74619c95fa3483c9" providerId="LiveId" clId="{D3128F82-6912-0F40-BAD3-A276DA5466DC}" dt="2021-03-18T11:41:26.896" v="4197"/>
          <ac:inkMkLst>
            <pc:docMk/>
            <pc:sldMk cId="1298652483" sldId="292"/>
            <ac:inkMk id="48" creationId="{EA9D5042-C926-F747-9B3C-2E407FD0BBBA}"/>
          </ac:inkMkLst>
        </pc:inkChg>
        <pc:inkChg chg="add del topLvl">
          <ac:chgData name="Aggie Menezes" userId="74619c95fa3483c9" providerId="LiveId" clId="{D3128F82-6912-0F40-BAD3-A276DA5466DC}" dt="2021-03-16T09:28:58.758" v="2946"/>
          <ac:inkMkLst>
            <pc:docMk/>
            <pc:sldMk cId="1298652483" sldId="292"/>
            <ac:inkMk id="48" creationId="{F173497B-13E1-F740-AF5F-592536287FC6}"/>
          </ac:inkMkLst>
        </pc:inkChg>
        <pc:inkChg chg="add">
          <ac:chgData name="Aggie Menezes" userId="74619c95fa3483c9" providerId="LiveId" clId="{D3128F82-6912-0F40-BAD3-A276DA5466DC}" dt="2021-01-30T03:15:40.905" v="19"/>
          <ac:inkMkLst>
            <pc:docMk/>
            <pc:sldMk cId="1298652483" sldId="292"/>
            <ac:inkMk id="49" creationId="{300A6540-0789-2448-8C03-A6CB659BDBD0}"/>
          </ac:inkMkLst>
        </pc:inkChg>
        <pc:inkChg chg="add del topLvl">
          <ac:chgData name="Aggie Menezes" userId="74619c95fa3483c9" providerId="LiveId" clId="{D3128F82-6912-0F40-BAD3-A276DA5466DC}" dt="2021-03-08T09:58:14.392" v="1211"/>
          <ac:inkMkLst>
            <pc:docMk/>
            <pc:sldMk cId="1298652483" sldId="292"/>
            <ac:inkMk id="49" creationId="{36833828-B771-4943-AFB7-FF7B4BF32D87}"/>
          </ac:inkMkLst>
        </pc:inkChg>
        <pc:inkChg chg="add">
          <ac:chgData name="Aggie Menezes" userId="74619c95fa3483c9" providerId="LiveId" clId="{D3128F82-6912-0F40-BAD3-A276DA5466DC}" dt="2021-03-18T11:41:23.092" v="4187"/>
          <ac:inkMkLst>
            <pc:docMk/>
            <pc:sldMk cId="1298652483" sldId="292"/>
            <ac:inkMk id="50" creationId="{1D51280F-45CA-F340-AADA-FACBD047B02F}"/>
          </ac:inkMkLst>
        </pc:inkChg>
        <pc:inkChg chg="add">
          <ac:chgData name="Aggie Menezes" userId="74619c95fa3483c9" providerId="LiveId" clId="{D3128F82-6912-0F40-BAD3-A276DA5466DC}" dt="2021-01-30T03:15:41.163" v="20"/>
          <ac:inkMkLst>
            <pc:docMk/>
            <pc:sldMk cId="1298652483" sldId="292"/>
            <ac:inkMk id="50" creationId="{4AADCB48-F478-AF42-BD52-C1E4718F125E}"/>
          </ac:inkMkLst>
        </pc:inkChg>
        <pc:inkChg chg="add del topLvl">
          <ac:chgData name="Aggie Menezes" userId="74619c95fa3483c9" providerId="LiveId" clId="{D3128F82-6912-0F40-BAD3-A276DA5466DC}" dt="2021-03-08T09:58:14.333" v="1200"/>
          <ac:inkMkLst>
            <pc:docMk/>
            <pc:sldMk cId="1298652483" sldId="292"/>
            <ac:inkMk id="50" creationId="{7EC608C5-D42F-F24B-8B12-832AF8BB40E3}"/>
          </ac:inkMkLst>
        </pc:inkChg>
        <pc:inkChg chg="add del topLvl">
          <ac:chgData name="Aggie Menezes" userId="74619c95fa3483c9" providerId="LiveId" clId="{D3128F82-6912-0F40-BAD3-A276DA5466DC}" dt="2021-03-16T09:28:58.700" v="2933"/>
          <ac:inkMkLst>
            <pc:docMk/>
            <pc:sldMk cId="1298652483" sldId="292"/>
            <ac:inkMk id="50" creationId="{FB9E51F0-C02F-AB42-96DB-9BE8FA1B935D}"/>
          </ac:inkMkLst>
        </pc:inkChg>
        <pc:inkChg chg="add del topLvl">
          <ac:chgData name="Aggie Menezes" userId="74619c95fa3483c9" providerId="LiveId" clId="{D3128F82-6912-0F40-BAD3-A276DA5466DC}" dt="2021-03-08T09:58:14.383" v="1209"/>
          <ac:inkMkLst>
            <pc:docMk/>
            <pc:sldMk cId="1298652483" sldId="292"/>
            <ac:inkMk id="51" creationId="{30CC7F13-73C6-2F47-93B1-ED2B43F782C3}"/>
          </ac:inkMkLst>
        </pc:inkChg>
        <pc:inkChg chg="add">
          <ac:chgData name="Aggie Menezes" userId="74619c95fa3483c9" providerId="LiveId" clId="{D3128F82-6912-0F40-BAD3-A276DA5466DC}" dt="2021-01-30T03:15:42.238" v="21"/>
          <ac:inkMkLst>
            <pc:docMk/>
            <pc:sldMk cId="1298652483" sldId="292"/>
            <ac:inkMk id="51" creationId="{575719E2-9FDB-7F4F-942A-55D9E7C18E06}"/>
          </ac:inkMkLst>
        </pc:inkChg>
        <pc:inkChg chg="add del topLvl">
          <ac:chgData name="Aggie Menezes" userId="74619c95fa3483c9" providerId="LiveId" clId="{D3128F82-6912-0F40-BAD3-A276DA5466DC}" dt="2021-03-16T09:28:58.624" v="2919"/>
          <ac:inkMkLst>
            <pc:docMk/>
            <pc:sldMk cId="1298652483" sldId="292"/>
            <ac:inkMk id="51" creationId="{75C996E7-90B5-4042-9246-A1AA197A3A03}"/>
          </ac:inkMkLst>
        </pc:inkChg>
        <pc:inkChg chg="add">
          <ac:chgData name="Aggie Menezes" userId="74619c95fa3483c9" providerId="LiveId" clId="{D3128F82-6912-0F40-BAD3-A276DA5466DC}" dt="2021-03-18T11:41:23.301" v="4188"/>
          <ac:inkMkLst>
            <pc:docMk/>
            <pc:sldMk cId="1298652483" sldId="292"/>
            <ac:inkMk id="51" creationId="{DDDCF059-078A-7E41-B814-A61714545C8F}"/>
          </ac:inkMkLst>
        </pc:inkChg>
        <pc:inkChg chg="add">
          <ac:chgData name="Aggie Menezes" userId="74619c95fa3483c9" providerId="LiveId" clId="{D3128F82-6912-0F40-BAD3-A276DA5466DC}" dt="2021-01-30T03:15:42.840" v="22"/>
          <ac:inkMkLst>
            <pc:docMk/>
            <pc:sldMk cId="1298652483" sldId="292"/>
            <ac:inkMk id="52" creationId="{1EE2E9F7-E709-BE40-827B-8E29F75C4151}"/>
          </ac:inkMkLst>
        </pc:inkChg>
        <pc:inkChg chg="add del topLvl">
          <ac:chgData name="Aggie Menezes" userId="74619c95fa3483c9" providerId="LiveId" clId="{D3128F82-6912-0F40-BAD3-A276DA5466DC}" dt="2021-03-08T09:58:14.047" v="1151"/>
          <ac:inkMkLst>
            <pc:docMk/>
            <pc:sldMk cId="1298652483" sldId="292"/>
            <ac:inkMk id="52" creationId="{28F6739D-1178-CD4C-A2D0-FB9F5A3F0AC9}"/>
          </ac:inkMkLst>
        </pc:inkChg>
        <pc:inkChg chg="add">
          <ac:chgData name="Aggie Menezes" userId="74619c95fa3483c9" providerId="LiveId" clId="{D3128F82-6912-0F40-BAD3-A276DA5466DC}" dt="2021-03-18T11:41:23.709" v="4189"/>
          <ac:inkMkLst>
            <pc:docMk/>
            <pc:sldMk cId="1298652483" sldId="292"/>
            <ac:inkMk id="52" creationId="{B2D99ABF-4532-D04F-AD1D-48732710BF2A}"/>
          </ac:inkMkLst>
        </pc:inkChg>
        <pc:inkChg chg="add del topLvl">
          <ac:chgData name="Aggie Menezes" userId="74619c95fa3483c9" providerId="LiveId" clId="{D3128F82-6912-0F40-BAD3-A276DA5466DC}" dt="2021-03-08T09:58:14.197" v="1176"/>
          <ac:inkMkLst>
            <pc:docMk/>
            <pc:sldMk cId="1298652483" sldId="292"/>
            <ac:inkMk id="53" creationId="{30B11678-42E6-D24C-8243-065C44E0B319}"/>
          </ac:inkMkLst>
        </pc:inkChg>
        <pc:inkChg chg="add">
          <ac:chgData name="Aggie Menezes" userId="74619c95fa3483c9" providerId="LiveId" clId="{D3128F82-6912-0F40-BAD3-A276DA5466DC}" dt="2021-03-18T11:41:24.019" v="4190"/>
          <ac:inkMkLst>
            <pc:docMk/>
            <pc:sldMk cId="1298652483" sldId="292"/>
            <ac:inkMk id="53" creationId="{54468831-3358-824C-9DB8-EC25319C14AB}"/>
          </ac:inkMkLst>
        </pc:inkChg>
        <pc:inkChg chg="add del topLvl">
          <ac:chgData name="Aggie Menezes" userId="74619c95fa3483c9" providerId="LiveId" clId="{D3128F82-6912-0F40-BAD3-A276DA5466DC}" dt="2021-03-16T09:28:58.798" v="2957"/>
          <ac:inkMkLst>
            <pc:docMk/>
            <pc:sldMk cId="1298652483" sldId="292"/>
            <ac:inkMk id="53" creationId="{7CFF2E94-6AC6-A04C-97CF-EAE52E15C2B8}"/>
          </ac:inkMkLst>
        </pc:inkChg>
        <pc:inkChg chg="add">
          <ac:chgData name="Aggie Menezes" userId="74619c95fa3483c9" providerId="LiveId" clId="{D3128F82-6912-0F40-BAD3-A276DA5466DC}" dt="2021-01-30T03:15:42.946" v="23"/>
          <ac:inkMkLst>
            <pc:docMk/>
            <pc:sldMk cId="1298652483" sldId="292"/>
            <ac:inkMk id="53" creationId="{FFF1CFD6-85A1-FA48-BB6A-172C0B9E8F50}"/>
          </ac:inkMkLst>
        </pc:inkChg>
        <pc:inkChg chg="add del topLvl">
          <ac:chgData name="Aggie Menezes" userId="74619c95fa3483c9" providerId="LiveId" clId="{D3128F82-6912-0F40-BAD3-A276DA5466DC}" dt="2021-03-08T09:58:14.322" v="1198"/>
          <ac:inkMkLst>
            <pc:docMk/>
            <pc:sldMk cId="1298652483" sldId="292"/>
            <ac:inkMk id="54" creationId="{69D7ED98-4CC4-6140-BBDC-C4BB5143F102}"/>
          </ac:inkMkLst>
        </pc:inkChg>
        <pc:inkChg chg="add">
          <ac:chgData name="Aggie Menezes" userId="74619c95fa3483c9" providerId="LiveId" clId="{D3128F82-6912-0F40-BAD3-A276DA5466DC}" dt="2021-03-18T11:41:24.530" v="4191"/>
          <ac:inkMkLst>
            <pc:docMk/>
            <pc:sldMk cId="1298652483" sldId="292"/>
            <ac:inkMk id="54" creationId="{8661A239-0D22-4C42-AB47-8C51A7117094}"/>
          </ac:inkMkLst>
        </pc:inkChg>
        <pc:inkChg chg="add topLvl">
          <ac:chgData name="Aggie Menezes" userId="74619c95fa3483c9" providerId="LiveId" clId="{D3128F82-6912-0F40-BAD3-A276DA5466DC}" dt="2021-01-30T03:18:44.376" v="32"/>
          <ac:inkMkLst>
            <pc:docMk/>
            <pc:sldMk cId="1298652483" sldId="292"/>
            <ac:inkMk id="55" creationId="{3A4834F5-FE7F-2345-A2D7-0A2FF4FDEDB2}"/>
          </ac:inkMkLst>
        </pc:inkChg>
        <pc:inkChg chg="add">
          <ac:chgData name="Aggie Menezes" userId="74619c95fa3483c9" providerId="LiveId" clId="{D3128F82-6912-0F40-BAD3-A276DA5466DC}" dt="2021-03-18T11:41:24.809" v="4192"/>
          <ac:inkMkLst>
            <pc:docMk/>
            <pc:sldMk cId="1298652483" sldId="292"/>
            <ac:inkMk id="55" creationId="{6C0E1DE1-98A7-7046-B9A6-272E45644A53}"/>
          </ac:inkMkLst>
        </pc:inkChg>
        <pc:inkChg chg="add del topLvl">
          <ac:chgData name="Aggie Menezes" userId="74619c95fa3483c9" providerId="LiveId" clId="{D3128F82-6912-0F40-BAD3-A276DA5466DC}" dt="2021-03-08T09:58:14.466" v="1226"/>
          <ac:inkMkLst>
            <pc:docMk/>
            <pc:sldMk cId="1298652483" sldId="292"/>
            <ac:inkMk id="55" creationId="{75A99987-1B78-AC4C-A6D0-BA2F8623A587}"/>
          </ac:inkMkLst>
        </pc:inkChg>
        <pc:inkChg chg="add del topLvl">
          <ac:chgData name="Aggie Menezes" userId="74619c95fa3483c9" providerId="LiveId" clId="{D3128F82-6912-0F40-BAD3-A276DA5466DC}" dt="2021-03-16T09:28:58.739" v="2942"/>
          <ac:inkMkLst>
            <pc:docMk/>
            <pc:sldMk cId="1298652483" sldId="292"/>
            <ac:inkMk id="55" creationId="{B003C0E4-6F27-EE4D-9A33-3909A61E1489}"/>
          </ac:inkMkLst>
        </pc:inkChg>
        <pc:inkChg chg="add">
          <ac:chgData name="Aggie Menezes" userId="74619c95fa3483c9" providerId="LiveId" clId="{D3128F82-6912-0F40-BAD3-A276DA5466DC}" dt="2021-03-18T11:41:25.054" v="4193"/>
          <ac:inkMkLst>
            <pc:docMk/>
            <pc:sldMk cId="1298652483" sldId="292"/>
            <ac:inkMk id="56" creationId="{0AB7A9C2-86B8-1D4C-ADAB-09B447459779}"/>
          </ac:inkMkLst>
        </pc:inkChg>
        <pc:inkChg chg="add topLvl">
          <ac:chgData name="Aggie Menezes" userId="74619c95fa3483c9" providerId="LiveId" clId="{D3128F82-6912-0F40-BAD3-A276DA5466DC}" dt="2021-01-30T03:18:44.376" v="32"/>
          <ac:inkMkLst>
            <pc:docMk/>
            <pc:sldMk cId="1298652483" sldId="292"/>
            <ac:inkMk id="56" creationId="{47B80605-E77A-0E48-B023-EC4FDCBB56EE}"/>
          </ac:inkMkLst>
        </pc:inkChg>
        <pc:inkChg chg="add del">
          <ac:chgData name="Aggie Menezes" userId="74619c95fa3483c9" providerId="LiveId" clId="{D3128F82-6912-0F40-BAD3-A276DA5466DC}" dt="2021-03-08T09:58:14.461" v="1225"/>
          <ac:inkMkLst>
            <pc:docMk/>
            <pc:sldMk cId="1298652483" sldId="292"/>
            <ac:inkMk id="56" creationId="{ADA5C544-4159-7F4C-AF35-E7D9D9B1BAD4}"/>
          </ac:inkMkLst>
        </pc:inkChg>
        <pc:inkChg chg="add del">
          <ac:chgData name="Aggie Menezes" userId="74619c95fa3483c9" providerId="LiveId" clId="{D3128F82-6912-0F40-BAD3-A276DA5466DC}" dt="2021-03-08T09:58:14.112" v="1161"/>
          <ac:inkMkLst>
            <pc:docMk/>
            <pc:sldMk cId="1298652483" sldId="292"/>
            <ac:inkMk id="57" creationId="{5023D283-4788-8249-9DEB-62740AA933D9}"/>
          </ac:inkMkLst>
        </pc:inkChg>
        <pc:inkChg chg="add">
          <ac:chgData name="Aggie Menezes" userId="74619c95fa3483c9" providerId="LiveId" clId="{D3128F82-6912-0F40-BAD3-A276DA5466DC}" dt="2021-03-18T11:41:25.426" v="4194"/>
          <ac:inkMkLst>
            <pc:docMk/>
            <pc:sldMk cId="1298652483" sldId="292"/>
            <ac:inkMk id="57" creationId="{520BF880-A14D-5745-B7F1-97D608AFDCB8}"/>
          </ac:inkMkLst>
        </pc:inkChg>
        <pc:inkChg chg="add topLvl">
          <ac:chgData name="Aggie Menezes" userId="74619c95fa3483c9" providerId="LiveId" clId="{D3128F82-6912-0F40-BAD3-A276DA5466DC}" dt="2021-01-30T03:18:44.376" v="32"/>
          <ac:inkMkLst>
            <pc:docMk/>
            <pc:sldMk cId="1298652483" sldId="292"/>
            <ac:inkMk id="57" creationId="{921590BF-7A0C-DF49-B8F5-ABAF0AE123C2}"/>
          </ac:inkMkLst>
        </pc:inkChg>
        <pc:inkChg chg="add del topLvl">
          <ac:chgData name="Aggie Menezes" userId="74619c95fa3483c9" providerId="LiveId" clId="{D3128F82-6912-0F40-BAD3-A276DA5466DC}" dt="2021-03-16T09:28:58.643" v="2923"/>
          <ac:inkMkLst>
            <pc:docMk/>
            <pc:sldMk cId="1298652483" sldId="292"/>
            <ac:inkMk id="57" creationId="{C4D23BB7-D5DB-2343-B4B8-1530E4299B2A}"/>
          </ac:inkMkLst>
        </pc:inkChg>
        <pc:inkChg chg="add del topLvl">
          <ac:chgData name="Aggie Menezes" userId="74619c95fa3483c9" providerId="LiveId" clId="{D3128F82-6912-0F40-BAD3-A276DA5466DC}" dt="2021-03-16T09:28:58.567" v="2909"/>
          <ac:inkMkLst>
            <pc:docMk/>
            <pc:sldMk cId="1298652483" sldId="292"/>
            <ac:inkMk id="58" creationId="{1D614E5A-C329-F540-8319-3793AB07140B}"/>
          </ac:inkMkLst>
        </pc:inkChg>
        <pc:inkChg chg="add del">
          <ac:chgData name="Aggie Menezes" userId="74619c95fa3483c9" providerId="LiveId" clId="{D3128F82-6912-0F40-BAD3-A276DA5466DC}" dt="2021-03-08T09:58:14.210" v="1178"/>
          <ac:inkMkLst>
            <pc:docMk/>
            <pc:sldMk cId="1298652483" sldId="292"/>
            <ac:inkMk id="58" creationId="{543C5225-6903-3640-92F8-A0C4B12659FF}"/>
          </ac:inkMkLst>
        </pc:inkChg>
        <pc:inkChg chg="add">
          <ac:chgData name="Aggie Menezes" userId="74619c95fa3483c9" providerId="LiveId" clId="{D3128F82-6912-0F40-BAD3-A276DA5466DC}" dt="2021-03-18T11:41:25.638" v="4195"/>
          <ac:inkMkLst>
            <pc:docMk/>
            <pc:sldMk cId="1298652483" sldId="292"/>
            <ac:inkMk id="58" creationId="{B7955518-0DEA-CE48-AE2A-21D5E366A7EB}"/>
          </ac:inkMkLst>
        </pc:inkChg>
        <pc:inkChg chg="add topLvl">
          <ac:chgData name="Aggie Menezes" userId="74619c95fa3483c9" providerId="LiveId" clId="{D3128F82-6912-0F40-BAD3-A276DA5466DC}" dt="2021-01-30T03:18:44.376" v="32"/>
          <ac:inkMkLst>
            <pc:docMk/>
            <pc:sldMk cId="1298652483" sldId="292"/>
            <ac:inkMk id="58" creationId="{BD2E4096-9969-8444-9FEE-BBEDB3AC604D}"/>
          </ac:inkMkLst>
        </pc:inkChg>
        <pc:inkChg chg="add del">
          <ac:chgData name="Aggie Menezes" userId="74619c95fa3483c9" providerId="LiveId" clId="{D3128F82-6912-0F40-BAD3-A276DA5466DC}" dt="2021-03-08T09:58:14.340" v="1201"/>
          <ac:inkMkLst>
            <pc:docMk/>
            <pc:sldMk cId="1298652483" sldId="292"/>
            <ac:inkMk id="59" creationId="{3DD3A648-C73C-424B-802C-573EC8B19501}"/>
          </ac:inkMkLst>
        </pc:inkChg>
        <pc:inkChg chg="add">
          <ac:chgData name="Aggie Menezes" userId="74619c95fa3483c9" providerId="LiveId" clId="{D3128F82-6912-0F40-BAD3-A276DA5466DC}" dt="2021-03-18T11:41:26.142" v="4196"/>
          <ac:inkMkLst>
            <pc:docMk/>
            <pc:sldMk cId="1298652483" sldId="292"/>
            <ac:inkMk id="59" creationId="{4BDB6D24-35D2-2640-A2F1-B3D3F077064A}"/>
          </ac:inkMkLst>
        </pc:inkChg>
        <pc:inkChg chg="add del">
          <ac:chgData name="Aggie Menezes" userId="74619c95fa3483c9" providerId="LiveId" clId="{D3128F82-6912-0F40-BAD3-A276DA5466DC}" dt="2021-03-16T09:28:58.795" v="2956"/>
          <ac:inkMkLst>
            <pc:docMk/>
            <pc:sldMk cId="1298652483" sldId="292"/>
            <ac:inkMk id="59" creationId="{81DBF70D-2113-3B48-8F89-B991E14DF8E2}"/>
          </ac:inkMkLst>
        </pc:inkChg>
        <pc:inkChg chg="add del">
          <ac:chgData name="Aggie Menezes" userId="74619c95fa3483c9" providerId="LiveId" clId="{D3128F82-6912-0F40-BAD3-A276DA5466DC}" dt="2021-03-08T09:58:14.470" v="1227"/>
          <ac:inkMkLst>
            <pc:docMk/>
            <pc:sldMk cId="1298652483" sldId="292"/>
            <ac:inkMk id="60" creationId="{8C3F5B7A-03F1-D148-83C9-EB1C0FE7CFD8}"/>
          </ac:inkMkLst>
        </pc:inkChg>
        <pc:inkChg chg="add">
          <ac:chgData name="Aggie Menezes" userId="74619c95fa3483c9" providerId="LiveId" clId="{D3128F82-6912-0F40-BAD3-A276DA5466DC}" dt="2021-01-30T03:18:43.296" v="30"/>
          <ac:inkMkLst>
            <pc:docMk/>
            <pc:sldMk cId="1298652483" sldId="292"/>
            <ac:inkMk id="60" creationId="{D587F6F7-EC3C-A04B-A9D4-819052423FFF}"/>
          </ac:inkMkLst>
        </pc:inkChg>
        <pc:inkChg chg="add del">
          <ac:chgData name="Aggie Menezes" userId="74619c95fa3483c9" providerId="LiveId" clId="{D3128F82-6912-0F40-BAD3-A276DA5466DC}" dt="2021-03-08T09:58:14.137" v="1166"/>
          <ac:inkMkLst>
            <pc:docMk/>
            <pc:sldMk cId="1298652483" sldId="292"/>
            <ac:inkMk id="61" creationId="{522EF69C-F222-8F4C-8DD1-89F28D432515}"/>
          </ac:inkMkLst>
        </pc:inkChg>
        <pc:inkChg chg="add">
          <ac:chgData name="Aggie Menezes" userId="74619c95fa3483c9" providerId="LiveId" clId="{D3128F82-6912-0F40-BAD3-A276DA5466DC}" dt="2021-01-30T03:18:43.642" v="31"/>
          <ac:inkMkLst>
            <pc:docMk/>
            <pc:sldMk cId="1298652483" sldId="292"/>
            <ac:inkMk id="61" creationId="{9D00F209-171F-434C-A8E8-2EFF7C6FB9DF}"/>
          </ac:inkMkLst>
        </pc:inkChg>
        <pc:inkChg chg="add">
          <ac:chgData name="Aggie Menezes" userId="74619c95fa3483c9" providerId="LiveId" clId="{D3128F82-6912-0F40-BAD3-A276DA5466DC}" dt="2021-03-18T11:41:58.866" v="4198"/>
          <ac:inkMkLst>
            <pc:docMk/>
            <pc:sldMk cId="1298652483" sldId="292"/>
            <ac:inkMk id="61" creationId="{D5AC01FD-FCF2-604E-9B31-59A785CC859A}"/>
          </ac:inkMkLst>
        </pc:inkChg>
        <pc:inkChg chg="add del">
          <ac:chgData name="Aggie Menezes" userId="74619c95fa3483c9" providerId="LiveId" clId="{D3128F82-6912-0F40-BAD3-A276DA5466DC}" dt="2021-03-16T09:28:58.670" v="2928"/>
          <ac:inkMkLst>
            <pc:docMk/>
            <pc:sldMk cId="1298652483" sldId="292"/>
            <ac:inkMk id="61" creationId="{E4B89451-CE7C-0149-BBB7-0EABF77BC113}"/>
          </ac:inkMkLst>
        </pc:inkChg>
        <pc:inkChg chg="add del topLvl">
          <ac:chgData name="Aggie Menezes" userId="74619c95fa3483c9" providerId="LiveId" clId="{D3128F82-6912-0F40-BAD3-A276DA5466DC}" dt="2021-03-16T09:28:58.684" v="2930"/>
          <ac:inkMkLst>
            <pc:docMk/>
            <pc:sldMk cId="1298652483" sldId="292"/>
            <ac:inkMk id="62" creationId="{189AC019-3058-2945-9BD0-9E0C9E7325BD}"/>
          </ac:inkMkLst>
        </pc:inkChg>
        <pc:inkChg chg="add">
          <ac:chgData name="Aggie Menezes" userId="74619c95fa3483c9" providerId="LiveId" clId="{D3128F82-6912-0F40-BAD3-A276DA5466DC}" dt="2021-03-18T11:42:00.167" v="4199"/>
          <ac:inkMkLst>
            <pc:docMk/>
            <pc:sldMk cId="1298652483" sldId="292"/>
            <ac:inkMk id="62" creationId="{636C77DB-ADA5-1C46-B082-00A2FE22AF51}"/>
          </ac:inkMkLst>
        </pc:inkChg>
        <pc:inkChg chg="add del">
          <ac:chgData name="Aggie Menezes" userId="74619c95fa3483c9" providerId="LiveId" clId="{D3128F82-6912-0F40-BAD3-A276DA5466DC}" dt="2021-03-08T09:58:14.293" v="1193"/>
          <ac:inkMkLst>
            <pc:docMk/>
            <pc:sldMk cId="1298652483" sldId="292"/>
            <ac:inkMk id="62" creationId="{8259ED77-7658-CA4D-9E5A-06FEA3750ADE}"/>
          </ac:inkMkLst>
        </pc:inkChg>
        <pc:inkChg chg="add del">
          <ac:chgData name="Aggie Menezes" userId="74619c95fa3483c9" providerId="LiveId" clId="{D3128F82-6912-0F40-BAD3-A276DA5466DC}" dt="2021-02-01T17:36:10.617" v="34" actId="478"/>
          <ac:inkMkLst>
            <pc:docMk/>
            <pc:sldMk cId="1298652483" sldId="292"/>
            <ac:inkMk id="64" creationId="{500D69C3-9FB9-B948-9FAD-95B32638376B}"/>
          </ac:inkMkLst>
        </pc:inkChg>
        <pc:inkChg chg="add">
          <ac:chgData name="Aggie Menezes" userId="74619c95fa3483c9" providerId="LiveId" clId="{D3128F82-6912-0F40-BAD3-A276DA5466DC}" dt="2021-03-18T11:42:00.676" v="4200"/>
          <ac:inkMkLst>
            <pc:docMk/>
            <pc:sldMk cId="1298652483" sldId="292"/>
            <ac:inkMk id="64" creationId="{C0E52902-B214-2949-B688-61667ADDD0AC}"/>
          </ac:inkMkLst>
        </pc:inkChg>
        <pc:inkChg chg="add del">
          <ac:chgData name="Aggie Menezes" userId="74619c95fa3483c9" providerId="LiveId" clId="{D3128F82-6912-0F40-BAD3-A276DA5466DC}" dt="2021-03-16T09:28:58.601" v="2915"/>
          <ac:inkMkLst>
            <pc:docMk/>
            <pc:sldMk cId="1298652483" sldId="292"/>
            <ac:inkMk id="64" creationId="{DBE1D2D8-D36C-6245-B580-F160854EC75B}"/>
          </ac:inkMkLst>
        </pc:inkChg>
        <pc:inkChg chg="add del">
          <ac:chgData name="Aggie Menezes" userId="74619c95fa3483c9" providerId="LiveId" clId="{D3128F82-6912-0F40-BAD3-A276DA5466DC}" dt="2021-03-08T09:58:14.412" v="1215"/>
          <ac:inkMkLst>
            <pc:docMk/>
            <pc:sldMk cId="1298652483" sldId="292"/>
            <ac:inkMk id="64" creationId="{EE58B39A-1B75-3345-9F70-27E8259A7DB4}"/>
          </ac:inkMkLst>
        </pc:inkChg>
        <pc:inkChg chg="add">
          <ac:chgData name="Aggie Menezes" userId="74619c95fa3483c9" providerId="LiveId" clId="{D3128F82-6912-0F40-BAD3-A276DA5466DC}" dt="2021-03-18T11:42:01.517" v="4201"/>
          <ac:inkMkLst>
            <pc:docMk/>
            <pc:sldMk cId="1298652483" sldId="292"/>
            <ac:inkMk id="65" creationId="{5789827C-0431-0948-B5E3-C244A5C10767}"/>
          </ac:inkMkLst>
        </pc:inkChg>
        <pc:inkChg chg="add del">
          <ac:chgData name="Aggie Menezes" userId="74619c95fa3483c9" providerId="LiveId" clId="{D3128F82-6912-0F40-BAD3-A276DA5466DC}" dt="2021-03-16T09:28:58.774" v="2950"/>
          <ac:inkMkLst>
            <pc:docMk/>
            <pc:sldMk cId="1298652483" sldId="292"/>
            <ac:inkMk id="65" creationId="{7BE4D970-BEBA-9D4F-96B8-AE35C372F53A}"/>
          </ac:inkMkLst>
        </pc:inkChg>
        <pc:inkChg chg="add del">
          <ac:chgData name="Aggie Menezes" userId="74619c95fa3483c9" providerId="LiveId" clId="{D3128F82-6912-0F40-BAD3-A276DA5466DC}" dt="2021-03-08T09:58:14.077" v="1155"/>
          <ac:inkMkLst>
            <pc:docMk/>
            <pc:sldMk cId="1298652483" sldId="292"/>
            <ac:inkMk id="65" creationId="{AE2195A1-1870-564B-8EB3-4AA730B44127}"/>
          </ac:inkMkLst>
        </pc:inkChg>
        <pc:inkChg chg="add del">
          <ac:chgData name="Aggie Menezes" userId="74619c95fa3483c9" providerId="LiveId" clId="{D3128F82-6912-0F40-BAD3-A276DA5466DC}" dt="2021-03-16T09:28:58.725" v="2938"/>
          <ac:inkMkLst>
            <pc:docMk/>
            <pc:sldMk cId="1298652483" sldId="292"/>
            <ac:inkMk id="66" creationId="{2CF3D340-A0EC-9545-B4D7-996524BCA77E}"/>
          </ac:inkMkLst>
        </pc:inkChg>
        <pc:inkChg chg="add del">
          <ac:chgData name="Aggie Menezes" userId="74619c95fa3483c9" providerId="LiveId" clId="{D3128F82-6912-0F40-BAD3-A276DA5466DC}" dt="2021-03-08T09:58:14.239" v="1182"/>
          <ac:inkMkLst>
            <pc:docMk/>
            <pc:sldMk cId="1298652483" sldId="292"/>
            <ac:inkMk id="66" creationId="{6FECBA71-8D8B-2441-8F97-4ED990365D1B}"/>
          </ac:inkMkLst>
        </pc:inkChg>
        <pc:inkChg chg="add">
          <ac:chgData name="Aggie Menezes" userId="74619c95fa3483c9" providerId="LiveId" clId="{D3128F82-6912-0F40-BAD3-A276DA5466DC}" dt="2021-03-18T11:42:01.820" v="4202"/>
          <ac:inkMkLst>
            <pc:docMk/>
            <pc:sldMk cId="1298652483" sldId="292"/>
            <ac:inkMk id="66" creationId="{DF69540B-6931-2C4E-807D-687B282F8E34}"/>
          </ac:inkMkLst>
        </pc:inkChg>
        <pc:inkChg chg="add del">
          <ac:chgData name="Aggie Menezes" userId="74619c95fa3483c9" providerId="LiveId" clId="{D3128F82-6912-0F40-BAD3-A276DA5466DC}" dt="2021-03-08T09:58:14.373" v="1207"/>
          <ac:inkMkLst>
            <pc:docMk/>
            <pc:sldMk cId="1298652483" sldId="292"/>
            <ac:inkMk id="67" creationId="{95CEBB82-B2C0-E042-94EB-5538132AF26E}"/>
          </ac:inkMkLst>
        </pc:inkChg>
        <pc:inkChg chg="add">
          <ac:chgData name="Aggie Menezes" userId="74619c95fa3483c9" providerId="LiveId" clId="{D3128F82-6912-0F40-BAD3-A276DA5466DC}" dt="2021-03-18T11:42:02.280" v="4203"/>
          <ac:inkMkLst>
            <pc:docMk/>
            <pc:sldMk cId="1298652483" sldId="292"/>
            <ac:inkMk id="67" creationId="{D8F32CE5-51E6-AD4C-8B8E-18FF393EE157}"/>
          </ac:inkMkLst>
        </pc:inkChg>
        <pc:inkChg chg="add del">
          <ac:chgData name="Aggie Menezes" userId="74619c95fa3483c9" providerId="LiveId" clId="{D3128F82-6912-0F40-BAD3-A276DA5466DC}" dt="2021-03-16T09:28:58.606" v="2916"/>
          <ac:inkMkLst>
            <pc:docMk/>
            <pc:sldMk cId="1298652483" sldId="292"/>
            <ac:inkMk id="67" creationId="{F2C562CC-CE31-194E-B2EE-C3AF31D5C09B}"/>
          </ac:inkMkLst>
        </pc:inkChg>
        <pc:inkChg chg="add del topLvl">
          <ac:chgData name="Aggie Menezes" userId="74619c95fa3483c9" providerId="LiveId" clId="{D3128F82-6912-0F40-BAD3-A276DA5466DC}" dt="2021-03-16T09:28:58.784" v="2953"/>
          <ac:inkMkLst>
            <pc:docMk/>
            <pc:sldMk cId="1298652483" sldId="292"/>
            <ac:inkMk id="68" creationId="{197BA2D2-2FD7-1C41-9AC1-CE9711A534EF}"/>
          </ac:inkMkLst>
        </pc:inkChg>
        <pc:inkChg chg="add">
          <ac:chgData name="Aggie Menezes" userId="74619c95fa3483c9" providerId="LiveId" clId="{D3128F82-6912-0F40-BAD3-A276DA5466DC}" dt="2021-03-18T11:42:02.759" v="4204"/>
          <ac:inkMkLst>
            <pc:docMk/>
            <pc:sldMk cId="1298652483" sldId="292"/>
            <ac:inkMk id="68" creationId="{75D858C6-3105-4D4F-8675-60916773DE1A}"/>
          </ac:inkMkLst>
        </pc:inkChg>
        <pc:inkChg chg="add del topLvl">
          <ac:chgData name="Aggie Menezes" userId="74619c95fa3483c9" providerId="LiveId" clId="{D3128F82-6912-0F40-BAD3-A276DA5466DC}" dt="2021-03-08T09:58:14.499" v="1233"/>
          <ac:inkMkLst>
            <pc:docMk/>
            <pc:sldMk cId="1298652483" sldId="292"/>
            <ac:inkMk id="68" creationId="{7A200DE7-2E4F-7144-A15A-DABA800FBC6D}"/>
          </ac:inkMkLst>
        </pc:inkChg>
        <pc:inkChg chg="add del">
          <ac:chgData name="Aggie Menezes" userId="74619c95fa3483c9" providerId="LiveId" clId="{D3128F82-6912-0F40-BAD3-A276DA5466DC}" dt="2021-03-08T09:58:14.172" v="1172"/>
          <ac:inkMkLst>
            <pc:docMk/>
            <pc:sldMk cId="1298652483" sldId="292"/>
            <ac:inkMk id="69" creationId="{741C9430-F52B-964F-8E3E-1D28CBBF7873}"/>
          </ac:inkMkLst>
        </pc:inkChg>
        <pc:inkChg chg="add del">
          <ac:chgData name="Aggie Menezes" userId="74619c95fa3483c9" providerId="LiveId" clId="{D3128F82-6912-0F40-BAD3-A276DA5466DC}" dt="2021-03-08T09:58:14.363" v="1205"/>
          <ac:inkMkLst>
            <pc:docMk/>
            <pc:sldMk cId="1298652483" sldId="292"/>
            <ac:inkMk id="70" creationId="{7C2EE019-004B-4841-ABA2-96FDBB6B7366}"/>
          </ac:inkMkLst>
        </pc:inkChg>
        <pc:inkChg chg="add topLvl">
          <ac:chgData name="Aggie Menezes" userId="74619c95fa3483c9" providerId="LiveId" clId="{D3128F82-6912-0F40-BAD3-A276DA5466DC}" dt="2021-03-18T11:45:13.789" v="4223"/>
          <ac:inkMkLst>
            <pc:docMk/>
            <pc:sldMk cId="1298652483" sldId="292"/>
            <ac:inkMk id="70" creationId="{85226DAF-1C2A-7C4F-806F-8C290BAEB9B0}"/>
          </ac:inkMkLst>
        </pc:inkChg>
        <pc:inkChg chg="add topLvl">
          <ac:chgData name="Aggie Menezes" userId="74619c95fa3483c9" providerId="LiveId" clId="{D3128F82-6912-0F40-BAD3-A276DA5466DC}" dt="2021-03-18T11:45:13.789" v="4223"/>
          <ac:inkMkLst>
            <pc:docMk/>
            <pc:sldMk cId="1298652483" sldId="292"/>
            <ac:inkMk id="71" creationId="{215D1E36-7713-2E42-A45B-465D8DFFC295}"/>
          </ac:inkMkLst>
        </pc:inkChg>
        <pc:inkChg chg="add del topLvl">
          <ac:chgData name="Aggie Menezes" userId="74619c95fa3483c9" providerId="LiveId" clId="{D3128F82-6912-0F40-BAD3-A276DA5466DC}" dt="2021-03-16T09:28:58.731" v="2940"/>
          <ac:inkMkLst>
            <pc:docMk/>
            <pc:sldMk cId="1298652483" sldId="292"/>
            <ac:inkMk id="71" creationId="{F34DF325-7654-BD4E-A732-B2DD4A8F7697}"/>
          </ac:inkMkLst>
        </pc:inkChg>
        <pc:inkChg chg="add del topLvl">
          <ac:chgData name="Aggie Menezes" userId="74619c95fa3483c9" providerId="LiveId" clId="{D3128F82-6912-0F40-BAD3-A276DA5466DC}" dt="2021-03-16T09:28:58.658" v="2926"/>
          <ac:inkMkLst>
            <pc:docMk/>
            <pc:sldMk cId="1298652483" sldId="292"/>
            <ac:inkMk id="72" creationId="{3171445B-CFE2-C34C-8E5E-362BA45552EC}"/>
          </ac:inkMkLst>
        </pc:inkChg>
        <pc:inkChg chg="add topLvl">
          <ac:chgData name="Aggie Menezes" userId="74619c95fa3483c9" providerId="LiveId" clId="{D3128F82-6912-0F40-BAD3-A276DA5466DC}" dt="2021-03-18T11:45:13.789" v="4223"/>
          <ac:inkMkLst>
            <pc:docMk/>
            <pc:sldMk cId="1298652483" sldId="292"/>
            <ac:inkMk id="72" creationId="{426BC269-3410-6C48-932B-40A80889D107}"/>
          </ac:inkMkLst>
        </pc:inkChg>
        <pc:inkChg chg="add del">
          <ac:chgData name="Aggie Menezes" userId="74619c95fa3483c9" providerId="LiveId" clId="{D3128F82-6912-0F40-BAD3-A276DA5466DC}" dt="2021-03-16T09:28:58.590" v="2913"/>
          <ac:inkMkLst>
            <pc:docMk/>
            <pc:sldMk cId="1298652483" sldId="292"/>
            <ac:inkMk id="73" creationId="{38179101-E741-6847-9B9C-72A4B40CB476}"/>
          </ac:inkMkLst>
        </pc:inkChg>
        <pc:inkChg chg="add del topLvl">
          <ac:chgData name="Aggie Menezes" userId="74619c95fa3483c9" providerId="LiveId" clId="{D3128F82-6912-0F40-BAD3-A276DA5466DC}" dt="2021-03-08T09:58:15.112" v="1236"/>
          <ac:inkMkLst>
            <pc:docMk/>
            <pc:sldMk cId="1298652483" sldId="292"/>
            <ac:inkMk id="73" creationId="{C10FA2F3-DFFC-E042-A9B0-31BF628FD9EB}"/>
          </ac:inkMkLst>
        </pc:inkChg>
        <pc:inkChg chg="add del topLvl">
          <ac:chgData name="Aggie Menezes" userId="74619c95fa3483c9" providerId="LiveId" clId="{D3128F82-6912-0F40-BAD3-A276DA5466DC}" dt="2021-03-08T09:58:14.287" v="1192"/>
          <ac:inkMkLst>
            <pc:docMk/>
            <pc:sldMk cId="1298652483" sldId="292"/>
            <ac:inkMk id="74" creationId="{4E1EDD63-129A-724F-9E77-2C21EA04DB5D}"/>
          </ac:inkMkLst>
        </pc:inkChg>
        <pc:inkChg chg="add topLvl">
          <ac:chgData name="Aggie Menezes" userId="74619c95fa3483c9" providerId="LiveId" clId="{D3128F82-6912-0F40-BAD3-A276DA5466DC}" dt="2021-03-18T11:45:13.789" v="4223"/>
          <ac:inkMkLst>
            <pc:docMk/>
            <pc:sldMk cId="1298652483" sldId="292"/>
            <ac:inkMk id="74" creationId="{9C78ED23-1E88-2542-A0C1-456030102FC4}"/>
          </ac:inkMkLst>
        </pc:inkChg>
        <pc:inkChg chg="add del">
          <ac:chgData name="Aggie Menezes" userId="74619c95fa3483c9" providerId="LiveId" clId="{D3128F82-6912-0F40-BAD3-A276DA5466DC}" dt="2021-03-16T09:28:58.650" v="2924"/>
          <ac:inkMkLst>
            <pc:docMk/>
            <pc:sldMk cId="1298652483" sldId="292"/>
            <ac:inkMk id="75" creationId="{76D1F1C8-DBEE-5444-85AE-A581293B5F58}"/>
          </ac:inkMkLst>
        </pc:inkChg>
        <pc:inkChg chg="add topLvl">
          <ac:chgData name="Aggie Menezes" userId="74619c95fa3483c9" providerId="LiveId" clId="{D3128F82-6912-0F40-BAD3-A276DA5466DC}" dt="2021-03-18T11:45:13.789" v="4223"/>
          <ac:inkMkLst>
            <pc:docMk/>
            <pc:sldMk cId="1298652483" sldId="292"/>
            <ac:inkMk id="75" creationId="{AD0F7BB3-6C75-6643-9CC1-863D7D74826D}"/>
          </ac:inkMkLst>
        </pc:inkChg>
        <pc:inkChg chg="add del topLvl">
          <ac:chgData name="Aggie Menezes" userId="74619c95fa3483c9" providerId="LiveId" clId="{D3128F82-6912-0F40-BAD3-A276DA5466DC}" dt="2021-03-08T09:58:14.402" v="1213"/>
          <ac:inkMkLst>
            <pc:docMk/>
            <pc:sldMk cId="1298652483" sldId="292"/>
            <ac:inkMk id="76" creationId="{19AAFBF1-D631-3644-ADE8-A1A4F3CD5DAA}"/>
          </ac:inkMkLst>
        </pc:inkChg>
        <pc:inkChg chg="add del">
          <ac:chgData name="Aggie Menezes" userId="74619c95fa3483c9" providerId="LiveId" clId="{D3128F82-6912-0F40-BAD3-A276DA5466DC}" dt="2021-03-16T09:28:58.576" v="2910"/>
          <ac:inkMkLst>
            <pc:docMk/>
            <pc:sldMk cId="1298652483" sldId="292"/>
            <ac:inkMk id="76" creationId="{D3512EB9-0345-0149-9E1E-27796D0D3629}"/>
          </ac:inkMkLst>
        </pc:inkChg>
        <pc:inkChg chg="add topLvl">
          <ac:chgData name="Aggie Menezes" userId="74619c95fa3483c9" providerId="LiveId" clId="{D3128F82-6912-0F40-BAD3-A276DA5466DC}" dt="2021-03-18T11:45:13.789" v="4223"/>
          <ac:inkMkLst>
            <pc:docMk/>
            <pc:sldMk cId="1298652483" sldId="292"/>
            <ac:inkMk id="77" creationId="{025929E7-098E-2747-B3C0-F77EBD21C518}"/>
          </ac:inkMkLst>
        </pc:inkChg>
        <pc:inkChg chg="add del topLvl">
          <ac:chgData name="Aggie Menezes" userId="74619c95fa3483c9" providerId="LiveId" clId="{D3128F82-6912-0F40-BAD3-A276DA5466DC}" dt="2021-03-08T09:58:14.069" v="1154"/>
          <ac:inkMkLst>
            <pc:docMk/>
            <pc:sldMk cId="1298652483" sldId="292"/>
            <ac:inkMk id="77" creationId="{20993222-D2E7-624F-93E8-36563E4E37B0}"/>
          </ac:inkMkLst>
        </pc:inkChg>
        <pc:inkChg chg="add del">
          <ac:chgData name="Aggie Menezes" userId="74619c95fa3483c9" providerId="LiveId" clId="{D3128F82-6912-0F40-BAD3-A276DA5466DC}" dt="2021-03-16T09:28:58.753" v="2945"/>
          <ac:inkMkLst>
            <pc:docMk/>
            <pc:sldMk cId="1298652483" sldId="292"/>
            <ac:inkMk id="77" creationId="{A504BCF8-178E-D847-8EB5-6B3314BF2702}"/>
          </ac:inkMkLst>
        </pc:inkChg>
        <pc:inkChg chg="add del">
          <ac:chgData name="Aggie Menezes" userId="74619c95fa3483c9" providerId="LiveId" clId="{D3128F82-6912-0F40-BAD3-A276DA5466DC}" dt="2021-03-16T09:28:58.705" v="2934"/>
          <ac:inkMkLst>
            <pc:docMk/>
            <pc:sldMk cId="1298652483" sldId="292"/>
            <ac:inkMk id="78" creationId="{C5FB375B-401F-2A49-B52C-059E498BE387}"/>
          </ac:inkMkLst>
        </pc:inkChg>
        <pc:inkChg chg="add del">
          <ac:chgData name="Aggie Menezes" userId="74619c95fa3483c9" providerId="LiveId" clId="{D3128F82-6912-0F40-BAD3-A276DA5466DC}" dt="2021-03-16T09:28:58.630" v="2920"/>
          <ac:inkMkLst>
            <pc:docMk/>
            <pc:sldMk cId="1298652483" sldId="292"/>
            <ac:inkMk id="79" creationId="{51566630-9DA7-954A-BDF2-9DA5EF608138}"/>
          </ac:inkMkLst>
        </pc:inkChg>
        <pc:inkChg chg="add topLvl">
          <ac:chgData name="Aggie Menezes" userId="74619c95fa3483c9" providerId="LiveId" clId="{D3128F82-6912-0F40-BAD3-A276DA5466DC}" dt="2021-03-18T11:44:01.857" v="4221"/>
          <ac:inkMkLst>
            <pc:docMk/>
            <pc:sldMk cId="1298652483" sldId="292"/>
            <ac:inkMk id="79" creationId="{FCF57EBB-F194-8B44-BD22-514F4F771B60}"/>
          </ac:inkMkLst>
        </pc:inkChg>
        <pc:inkChg chg="add del">
          <ac:chgData name="Aggie Menezes" userId="74619c95fa3483c9" providerId="LiveId" clId="{D3128F82-6912-0F40-BAD3-A276DA5466DC}" dt="2021-03-08T09:58:14.232" v="1181"/>
          <ac:inkMkLst>
            <pc:docMk/>
            <pc:sldMk cId="1298652483" sldId="292"/>
            <ac:inkMk id="79" creationId="{FDAA8ACC-C2E0-6D4A-8D02-6DFE3096D92C}"/>
          </ac:inkMkLst>
        </pc:inkChg>
        <pc:inkChg chg="add topLvl">
          <ac:chgData name="Aggie Menezes" userId="74619c95fa3483c9" providerId="LiveId" clId="{D3128F82-6912-0F40-BAD3-A276DA5466DC}" dt="2021-03-18T11:44:01.857" v="4221"/>
          <ac:inkMkLst>
            <pc:docMk/>
            <pc:sldMk cId="1298652483" sldId="292"/>
            <ac:inkMk id="80" creationId="{6BBBEDD0-26F8-C84A-AEC1-4C2E622AF1B8}"/>
          </ac:inkMkLst>
        </pc:inkChg>
        <pc:inkChg chg="add del">
          <ac:chgData name="Aggie Menezes" userId="74619c95fa3483c9" providerId="LiveId" clId="{D3128F82-6912-0F40-BAD3-A276DA5466DC}" dt="2021-03-08T09:58:14.357" v="1204"/>
          <ac:inkMkLst>
            <pc:docMk/>
            <pc:sldMk cId="1298652483" sldId="292"/>
            <ac:inkMk id="80" creationId="{B6DB5BCA-AE4D-8A44-8B4F-1F2E83A005F6}"/>
          </ac:inkMkLst>
        </pc:inkChg>
        <pc:inkChg chg="add del topLvl">
          <ac:chgData name="Aggie Menezes" userId="74619c95fa3483c9" providerId="LiveId" clId="{D3128F82-6912-0F40-BAD3-A276DA5466DC}" dt="2021-03-16T09:28:58.792" v="2955"/>
          <ac:inkMkLst>
            <pc:docMk/>
            <pc:sldMk cId="1298652483" sldId="292"/>
            <ac:inkMk id="80" creationId="{FE0C2454-91AD-7D41-B410-74DBCE7E1ACA}"/>
          </ac:inkMkLst>
        </pc:inkChg>
        <pc:inkChg chg="add topLvl">
          <ac:chgData name="Aggie Menezes" userId="74619c95fa3483c9" providerId="LiveId" clId="{D3128F82-6912-0F40-BAD3-A276DA5466DC}" dt="2021-03-18T11:44:01.857" v="4221"/>
          <ac:inkMkLst>
            <pc:docMk/>
            <pc:sldMk cId="1298652483" sldId="292"/>
            <ac:inkMk id="81" creationId="{9071098F-22BC-6043-9AAF-B83DAAD464DE}"/>
          </ac:inkMkLst>
        </pc:inkChg>
        <pc:inkChg chg="add del topLvl">
          <ac:chgData name="Aggie Menezes" userId="74619c95fa3483c9" providerId="LiveId" clId="{D3128F82-6912-0F40-BAD3-A276DA5466DC}" dt="2021-03-08T09:58:14.505" v="1234"/>
          <ac:inkMkLst>
            <pc:docMk/>
            <pc:sldMk cId="1298652483" sldId="292"/>
            <ac:inkMk id="81" creationId="{EF5F3931-23C7-DA40-8744-C6FC0EDA2151}"/>
          </ac:inkMkLst>
        </pc:inkChg>
        <pc:inkChg chg="add del topLvl">
          <ac:chgData name="Aggie Menezes" userId="74619c95fa3483c9" providerId="LiveId" clId="{D3128F82-6912-0F40-BAD3-A276DA5466DC}" dt="2021-03-16T09:28:58.744" v="2943"/>
          <ac:inkMkLst>
            <pc:docMk/>
            <pc:sldMk cId="1298652483" sldId="292"/>
            <ac:inkMk id="82" creationId="{E326C1A5-896F-AD49-86C7-6B26F4B196D7}"/>
          </ac:inkMkLst>
        </pc:inkChg>
        <pc:inkChg chg="add del">
          <ac:chgData name="Aggie Menezes" userId="74619c95fa3483c9" providerId="LiveId" clId="{D3128F82-6912-0F40-BAD3-A276DA5466DC}" dt="2021-03-08T09:58:14.120" v="1163"/>
          <ac:inkMkLst>
            <pc:docMk/>
            <pc:sldMk cId="1298652483" sldId="292"/>
            <ac:inkMk id="82" creationId="{E913875E-B505-3747-B9BD-C9BED2412323}"/>
          </ac:inkMkLst>
        </pc:inkChg>
        <pc:inkChg chg="add topLvl">
          <ac:chgData name="Aggie Menezes" userId="74619c95fa3483c9" providerId="LiveId" clId="{D3128F82-6912-0F40-BAD3-A276DA5466DC}" dt="2021-03-18T11:44:01.857" v="4221"/>
          <ac:inkMkLst>
            <pc:docMk/>
            <pc:sldMk cId="1298652483" sldId="292"/>
            <ac:inkMk id="82" creationId="{FB3293C4-F60F-AC41-87C7-6B93D86D187F}"/>
          </ac:inkMkLst>
        </pc:inkChg>
        <pc:inkChg chg="add del">
          <ac:chgData name="Aggie Menezes" userId="74619c95fa3483c9" providerId="LiveId" clId="{D3128F82-6912-0F40-BAD3-A276DA5466DC}" dt="2021-03-16T09:28:58.674" v="2929"/>
          <ac:inkMkLst>
            <pc:docMk/>
            <pc:sldMk cId="1298652483" sldId="292"/>
            <ac:inkMk id="83" creationId="{2358DF99-2186-1F4B-BE38-EAF6683B9E6E}"/>
          </ac:inkMkLst>
        </pc:inkChg>
        <pc:inkChg chg="add del">
          <ac:chgData name="Aggie Menezes" userId="74619c95fa3483c9" providerId="LiveId" clId="{D3128F82-6912-0F40-BAD3-A276DA5466DC}" dt="2021-03-08T09:58:14.178" v="1173"/>
          <ac:inkMkLst>
            <pc:docMk/>
            <pc:sldMk cId="1298652483" sldId="292"/>
            <ac:inkMk id="83" creationId="{C0A9E2B6-DBA6-B84C-8512-1DFDFE1D1258}"/>
          </ac:inkMkLst>
        </pc:inkChg>
        <pc:inkChg chg="add">
          <ac:chgData name="Aggie Menezes" userId="74619c95fa3483c9" providerId="LiveId" clId="{D3128F82-6912-0F40-BAD3-A276DA5466DC}" dt="2021-03-18T11:44:01.325" v="4220"/>
          <ac:inkMkLst>
            <pc:docMk/>
            <pc:sldMk cId="1298652483" sldId="292"/>
            <ac:inkMk id="84" creationId="{0A8D54C4-BA5E-694B-93AD-E666417B0A90}"/>
          </ac:inkMkLst>
        </pc:inkChg>
        <pc:inkChg chg="add del">
          <ac:chgData name="Aggie Menezes" userId="74619c95fa3483c9" providerId="LiveId" clId="{D3128F82-6912-0F40-BAD3-A276DA5466DC}" dt="2021-03-08T09:58:14.255" v="1185"/>
          <ac:inkMkLst>
            <pc:docMk/>
            <pc:sldMk cId="1298652483" sldId="292"/>
            <ac:inkMk id="84" creationId="{0BF6DBB7-98AB-CA4C-94D1-549E4B9CD394}"/>
          </ac:inkMkLst>
        </pc:inkChg>
        <pc:inkChg chg="add del">
          <ac:chgData name="Aggie Menezes" userId="74619c95fa3483c9" providerId="LiveId" clId="{D3128F82-6912-0F40-BAD3-A276DA5466DC}" dt="2021-03-16T09:28:58.594" v="2914"/>
          <ac:inkMkLst>
            <pc:docMk/>
            <pc:sldMk cId="1298652483" sldId="292"/>
            <ac:inkMk id="84" creationId="{19F0E4D0-42F3-FE49-81DF-C8A7C362D3D6}"/>
          </ac:inkMkLst>
        </pc:inkChg>
        <pc:inkChg chg="add del">
          <ac:chgData name="Aggie Menezes" userId="74619c95fa3483c9" providerId="LiveId" clId="{D3128F82-6912-0F40-BAD3-A276DA5466DC}" dt="2021-03-08T09:58:14.389" v="1210"/>
          <ac:inkMkLst>
            <pc:docMk/>
            <pc:sldMk cId="1298652483" sldId="292"/>
            <ac:inkMk id="85" creationId="{772E6410-951A-4B45-A68E-1460E69FE9E7}"/>
          </ac:inkMkLst>
        </pc:inkChg>
        <pc:inkChg chg="add del topLvl">
          <ac:chgData name="Aggie Menezes" userId="74619c95fa3483c9" providerId="LiveId" clId="{D3128F82-6912-0F40-BAD3-A276DA5466DC}" dt="2021-03-16T09:28:58.777" v="2951"/>
          <ac:inkMkLst>
            <pc:docMk/>
            <pc:sldMk cId="1298652483" sldId="292"/>
            <ac:inkMk id="85" creationId="{9F77EEC2-308E-EA4A-9AD7-E99C8BEC4693}"/>
          </ac:inkMkLst>
        </pc:inkChg>
        <pc:inkChg chg="add">
          <ac:chgData name="Aggie Menezes" userId="74619c95fa3483c9" providerId="LiveId" clId="{D3128F82-6912-0F40-BAD3-A276DA5466DC}" dt="2021-03-18T11:45:13.256" v="4222"/>
          <ac:inkMkLst>
            <pc:docMk/>
            <pc:sldMk cId="1298652483" sldId="292"/>
            <ac:inkMk id="86" creationId="{3F979745-4B21-D34D-ACAE-6F7345E2A0CA}"/>
          </ac:inkMkLst>
        </pc:inkChg>
        <pc:inkChg chg="add del">
          <ac:chgData name="Aggie Menezes" userId="74619c95fa3483c9" providerId="LiveId" clId="{D3128F82-6912-0F40-BAD3-A276DA5466DC}" dt="2021-03-08T09:58:14.054" v="1152"/>
          <ac:inkMkLst>
            <pc:docMk/>
            <pc:sldMk cId="1298652483" sldId="292"/>
            <ac:inkMk id="86" creationId="{875367FB-9011-614D-B9D4-71C2FC599B5E}"/>
          </ac:inkMkLst>
        </pc:inkChg>
        <pc:inkChg chg="add del">
          <ac:chgData name="Aggie Menezes" userId="74619c95fa3483c9" providerId="LiveId" clId="{D3128F82-6912-0F40-BAD3-A276DA5466DC}" dt="2021-03-16T09:28:58.729" v="2939"/>
          <ac:inkMkLst>
            <pc:docMk/>
            <pc:sldMk cId="1298652483" sldId="292"/>
            <ac:inkMk id="86" creationId="{969D35A6-B57F-7C43-8614-BACA9DA58CCE}"/>
          </ac:inkMkLst>
        </pc:inkChg>
        <pc:inkChg chg="add del">
          <ac:chgData name="Aggie Menezes" userId="74619c95fa3483c9" providerId="LiveId" clId="{D3128F82-6912-0F40-BAD3-A276DA5466DC}" dt="2021-03-08T09:58:14.203" v="1177"/>
          <ac:inkMkLst>
            <pc:docMk/>
            <pc:sldMk cId="1298652483" sldId="292"/>
            <ac:inkMk id="87" creationId="{CD8EF74A-2E20-524D-A8EB-41FAF2753072}"/>
          </ac:inkMkLst>
        </pc:inkChg>
        <pc:inkChg chg="add">
          <ac:chgData name="Aggie Menezes" userId="74619c95fa3483c9" providerId="LiveId" clId="{D3128F82-6912-0F40-BAD3-A276DA5466DC}" dt="2021-03-18T11:45:16.733" v="4224"/>
          <ac:inkMkLst>
            <pc:docMk/>
            <pc:sldMk cId="1298652483" sldId="292"/>
            <ac:inkMk id="88" creationId="{5FF409E5-39CA-5F47-BAC5-83C3432A78E5}"/>
          </ac:inkMkLst>
        </pc:inkChg>
        <pc:inkChg chg="add del topLvl">
          <ac:chgData name="Aggie Menezes" userId="74619c95fa3483c9" providerId="LiveId" clId="{D3128F82-6912-0F40-BAD3-A276DA5466DC}" dt="2021-03-16T09:28:58.654" v="2925"/>
          <ac:inkMkLst>
            <pc:docMk/>
            <pc:sldMk cId="1298652483" sldId="292"/>
            <ac:inkMk id="88" creationId="{CD29FFD4-5284-484E-AFB8-C6B4FFC15AE8}"/>
          </ac:inkMkLst>
        </pc:inkChg>
        <pc:inkChg chg="add del topLvl">
          <ac:chgData name="Aggie Menezes" userId="74619c95fa3483c9" providerId="LiveId" clId="{D3128F82-6912-0F40-BAD3-A276DA5466DC}" dt="2021-03-16T09:28:58.581" v="2911"/>
          <ac:inkMkLst>
            <pc:docMk/>
            <pc:sldMk cId="1298652483" sldId="292"/>
            <ac:inkMk id="89" creationId="{3586222E-F0A3-C546-B03C-C53A2309EE48}"/>
          </ac:inkMkLst>
        </pc:inkChg>
        <pc:inkChg chg="add del topLvl">
          <ac:chgData name="Aggie Menezes" userId="74619c95fa3483c9" providerId="LiveId" clId="{D3128F82-6912-0F40-BAD3-A276DA5466DC}" dt="2021-03-08T09:58:14.272" v="1188"/>
          <ac:inkMkLst>
            <pc:docMk/>
            <pc:sldMk cId="1298652483" sldId="292"/>
            <ac:inkMk id="89" creationId="{8D1CDDE6-77D6-8E4E-A8CE-407A6EB62868}"/>
          </ac:inkMkLst>
        </pc:inkChg>
        <pc:inkChg chg="add">
          <ac:chgData name="Aggie Menezes" userId="74619c95fa3483c9" providerId="LiveId" clId="{D3128F82-6912-0F40-BAD3-A276DA5466DC}" dt="2021-03-18T11:51:04.357" v="4225"/>
          <ac:inkMkLst>
            <pc:docMk/>
            <pc:sldMk cId="1298652483" sldId="292"/>
            <ac:inkMk id="89" creationId="{F4B91D5E-5B2C-864D-A564-E10186D1F2B0}"/>
          </ac:inkMkLst>
        </pc:inkChg>
        <pc:inkChg chg="add del topLvl">
          <ac:chgData name="Aggie Menezes" userId="74619c95fa3483c9" providerId="LiveId" clId="{D3128F82-6912-0F40-BAD3-A276DA5466DC}" dt="2021-03-08T09:58:14.367" v="1206"/>
          <ac:inkMkLst>
            <pc:docMk/>
            <pc:sldMk cId="1298652483" sldId="292"/>
            <ac:inkMk id="90" creationId="{5F2E2B03-A429-AF40-88B8-7B338900F4B2}"/>
          </ac:inkMkLst>
        </pc:inkChg>
        <pc:inkChg chg="add">
          <ac:chgData name="Aggie Menezes" userId="74619c95fa3483c9" providerId="LiveId" clId="{D3128F82-6912-0F40-BAD3-A276DA5466DC}" dt="2021-03-18T11:51:04.877" v="4226"/>
          <ac:inkMkLst>
            <pc:docMk/>
            <pc:sldMk cId="1298652483" sldId="292"/>
            <ac:inkMk id="90" creationId="{BCB2E72F-C764-7A43-8E8C-98B5B653E376}"/>
          </ac:inkMkLst>
        </pc:inkChg>
        <pc:inkChg chg="add del topLvl">
          <ac:chgData name="Aggie Menezes" userId="74619c95fa3483c9" providerId="LiveId" clId="{D3128F82-6912-0F40-BAD3-A276DA5466DC}" dt="2021-03-16T09:28:58.761" v="2947"/>
          <ac:inkMkLst>
            <pc:docMk/>
            <pc:sldMk cId="1298652483" sldId="292"/>
            <ac:inkMk id="91" creationId="{0088C211-F87F-F449-B14D-8ADE75B66CC3}"/>
          </ac:inkMkLst>
        </pc:inkChg>
        <pc:inkChg chg="add del topLvl">
          <ac:chgData name="Aggie Menezes" userId="74619c95fa3483c9" providerId="LiveId" clId="{D3128F82-6912-0F40-BAD3-A276DA5466DC}" dt="2021-03-08T09:58:14.484" v="1230"/>
          <ac:inkMkLst>
            <pc:docMk/>
            <pc:sldMk cId="1298652483" sldId="292"/>
            <ac:inkMk id="91" creationId="{45A9E579-B927-014B-AE42-9E641A436E03}"/>
          </ac:inkMkLst>
        </pc:inkChg>
        <pc:inkChg chg="add">
          <ac:chgData name="Aggie Menezes" userId="74619c95fa3483c9" providerId="LiveId" clId="{D3128F82-6912-0F40-BAD3-A276DA5466DC}" dt="2021-03-18T11:51:05.135" v="4227"/>
          <ac:inkMkLst>
            <pc:docMk/>
            <pc:sldMk cId="1298652483" sldId="292"/>
            <ac:inkMk id="91" creationId="{A91FCEC5-653F-3643-BA8B-DF631B4ED1DF}"/>
          </ac:inkMkLst>
        </pc:inkChg>
        <pc:inkChg chg="add del topLvl">
          <ac:chgData name="Aggie Menezes" userId="74619c95fa3483c9" providerId="LiveId" clId="{D3128F82-6912-0F40-BAD3-A276DA5466DC}" dt="2021-03-16T09:28:58.709" v="2935"/>
          <ac:inkMkLst>
            <pc:docMk/>
            <pc:sldMk cId="1298652483" sldId="292"/>
            <ac:inkMk id="92" creationId="{3A095FFE-DD90-5349-9FF3-774BF811D866}"/>
          </ac:inkMkLst>
        </pc:inkChg>
        <pc:inkChg chg="add">
          <ac:chgData name="Aggie Menezes" userId="74619c95fa3483c9" providerId="LiveId" clId="{D3128F82-6912-0F40-BAD3-A276DA5466DC}" dt="2021-03-18T11:51:05.573" v="4228"/>
          <ac:inkMkLst>
            <pc:docMk/>
            <pc:sldMk cId="1298652483" sldId="292"/>
            <ac:inkMk id="92" creationId="{5E6D67F7-87B2-7E42-A9D4-6CCC578C82F0}"/>
          </ac:inkMkLst>
        </pc:inkChg>
        <pc:inkChg chg="add del topLvl">
          <ac:chgData name="Aggie Menezes" userId="74619c95fa3483c9" providerId="LiveId" clId="{D3128F82-6912-0F40-BAD3-A276DA5466DC}" dt="2021-03-08T09:58:14.163" v="1171"/>
          <ac:inkMkLst>
            <pc:docMk/>
            <pc:sldMk cId="1298652483" sldId="292"/>
            <ac:inkMk id="92" creationId="{AFD97B07-AC1B-C44D-AE01-A0FA59D0CEA0}"/>
          </ac:inkMkLst>
        </pc:inkChg>
        <pc:inkChg chg="add del">
          <ac:chgData name="Aggie Menezes" userId="74619c95fa3483c9" providerId="LiveId" clId="{D3128F82-6912-0F40-BAD3-A276DA5466DC}" dt="2021-03-16T09:28:58.634" v="2921"/>
          <ac:inkMkLst>
            <pc:docMk/>
            <pc:sldMk cId="1298652483" sldId="292"/>
            <ac:inkMk id="93" creationId="{3D555F58-CDDF-4348-AA4B-3DCD60BAD1CE}"/>
          </ac:inkMkLst>
        </pc:inkChg>
        <pc:inkChg chg="add">
          <ac:chgData name="Aggie Menezes" userId="74619c95fa3483c9" providerId="LiveId" clId="{D3128F82-6912-0F40-BAD3-A276DA5466DC}" dt="2021-03-18T11:51:06.215" v="4229"/>
          <ac:inkMkLst>
            <pc:docMk/>
            <pc:sldMk cId="1298652483" sldId="292"/>
            <ac:inkMk id="93" creationId="{D62FF9EF-484B-994F-8B43-8A6832EF1A81}"/>
          </ac:inkMkLst>
        </pc:inkChg>
        <pc:inkChg chg="add del topLvl">
          <ac:chgData name="Aggie Menezes" userId="74619c95fa3483c9" providerId="LiveId" clId="{D3128F82-6912-0F40-BAD3-A276DA5466DC}" dt="2021-03-08T09:58:14.303" v="1195"/>
          <ac:inkMkLst>
            <pc:docMk/>
            <pc:sldMk cId="1298652483" sldId="292"/>
            <ac:inkMk id="94" creationId="{5F979E61-537F-9C44-9D1F-D8A56DD2A567}"/>
          </ac:inkMkLst>
        </pc:inkChg>
        <pc:inkChg chg="add">
          <ac:chgData name="Aggie Menezes" userId="74619c95fa3483c9" providerId="LiveId" clId="{D3128F82-6912-0F40-BAD3-A276DA5466DC}" dt="2021-03-18T11:51:06.719" v="4230"/>
          <ac:inkMkLst>
            <pc:docMk/>
            <pc:sldMk cId="1298652483" sldId="292"/>
            <ac:inkMk id="94" creationId="{F92D1760-F92B-AB45-8775-1A760FDC48C0}"/>
          </ac:inkMkLst>
        </pc:inkChg>
        <pc:inkChg chg="add del">
          <ac:chgData name="Aggie Menezes" userId="74619c95fa3483c9" providerId="LiveId" clId="{D3128F82-6912-0F40-BAD3-A276DA5466DC}" dt="2021-03-18T10:50:07.621" v="3971"/>
          <ac:inkMkLst>
            <pc:docMk/>
            <pc:sldMk cId="1298652483" sldId="292"/>
            <ac:inkMk id="95" creationId="{79C79D34-0547-774D-919E-FB1ACC37127D}"/>
          </ac:inkMkLst>
        </pc:inkChg>
        <pc:inkChg chg="add del topLvl">
          <ac:chgData name="Aggie Menezes" userId="74619c95fa3483c9" providerId="LiveId" clId="{D3128F82-6912-0F40-BAD3-A276DA5466DC}" dt="2021-03-08T09:58:14.425" v="1218"/>
          <ac:inkMkLst>
            <pc:docMk/>
            <pc:sldMk cId="1298652483" sldId="292"/>
            <ac:inkMk id="95" creationId="{BD5F043E-98F0-844A-80AE-D52241D82ED7}"/>
          </ac:inkMkLst>
        </pc:inkChg>
        <pc:inkChg chg="add">
          <ac:chgData name="Aggie Menezes" userId="74619c95fa3483c9" providerId="LiveId" clId="{D3128F82-6912-0F40-BAD3-A276DA5466DC}" dt="2021-03-18T11:51:07.312" v="4231"/>
          <ac:inkMkLst>
            <pc:docMk/>
            <pc:sldMk cId="1298652483" sldId="292"/>
            <ac:inkMk id="95" creationId="{EA561E2B-650C-434A-8FBC-2D080879D062}"/>
          </ac:inkMkLst>
        </pc:inkChg>
        <pc:inkChg chg="add del">
          <ac:chgData name="Aggie Menezes" userId="74619c95fa3483c9" providerId="LiveId" clId="{D3128F82-6912-0F40-BAD3-A276DA5466DC}" dt="2021-03-18T10:50:07.567" v="3958"/>
          <ac:inkMkLst>
            <pc:docMk/>
            <pc:sldMk cId="1298652483" sldId="292"/>
            <ac:inkMk id="96" creationId="{2A39B351-A833-054B-86F0-FBA819431478}"/>
          </ac:inkMkLst>
        </pc:inkChg>
        <pc:inkChg chg="add del topLvl">
          <ac:chgData name="Aggie Menezes" userId="74619c95fa3483c9" providerId="LiveId" clId="{D3128F82-6912-0F40-BAD3-A276DA5466DC}" dt="2021-03-08T09:58:14.092" v="1158"/>
          <ac:inkMkLst>
            <pc:docMk/>
            <pc:sldMk cId="1298652483" sldId="292"/>
            <ac:inkMk id="96" creationId="{8180146C-3BE2-164F-8595-23917DFBA617}"/>
          </ac:inkMkLst>
        </pc:inkChg>
        <pc:inkChg chg="add del topLvl">
          <ac:chgData name="Aggie Menezes" userId="74619c95fa3483c9" providerId="LiveId" clId="{D3128F82-6912-0F40-BAD3-A276DA5466DC}" dt="2021-03-08T09:58:14.266" v="1187"/>
          <ac:inkMkLst>
            <pc:docMk/>
            <pc:sldMk cId="1298652483" sldId="292"/>
            <ac:inkMk id="97" creationId="{25232A5E-ED1E-134F-B66E-514BB7C06800}"/>
          </ac:inkMkLst>
        </pc:inkChg>
        <pc:inkChg chg="add topLvl">
          <ac:chgData name="Aggie Menezes" userId="74619c95fa3483c9" providerId="LiveId" clId="{D3128F82-6912-0F40-BAD3-A276DA5466DC}" dt="2021-03-18T12:04:39.147" v="4311"/>
          <ac:inkMkLst>
            <pc:docMk/>
            <pc:sldMk cId="1298652483" sldId="292"/>
            <ac:inkMk id="97" creationId="{93074E66-9DD4-FD4B-9FA8-B047D011379B}"/>
          </ac:inkMkLst>
        </pc:inkChg>
        <pc:inkChg chg="add del topLvl">
          <ac:chgData name="Aggie Menezes" userId="74619c95fa3483c9" providerId="LiveId" clId="{D3128F82-6912-0F40-BAD3-A276DA5466DC}" dt="2021-03-18T10:50:07.661" v="3980"/>
          <ac:inkMkLst>
            <pc:docMk/>
            <pc:sldMk cId="1298652483" sldId="292"/>
            <ac:inkMk id="97" creationId="{C205FB3C-34E0-E646-957A-2AC11DC3C7EC}"/>
          </ac:inkMkLst>
        </pc:inkChg>
        <pc:inkChg chg="add del topLvl">
          <ac:chgData name="Aggie Menezes" userId="74619c95fa3483c9" providerId="LiveId" clId="{D3128F82-6912-0F40-BAD3-A276DA5466DC}" dt="2021-03-18T10:50:07.733" v="3996"/>
          <ac:inkMkLst>
            <pc:docMk/>
            <pc:sldMk cId="1298652483" sldId="292"/>
            <ac:inkMk id="98" creationId="{0C0D453D-40B8-AF47-90A2-9308BFD8B38C}"/>
          </ac:inkMkLst>
        </pc:inkChg>
        <pc:inkChg chg="add topLvl">
          <ac:chgData name="Aggie Menezes" userId="74619c95fa3483c9" providerId="LiveId" clId="{D3128F82-6912-0F40-BAD3-A276DA5466DC}" dt="2021-03-18T12:04:39.147" v="4311"/>
          <ac:inkMkLst>
            <pc:docMk/>
            <pc:sldMk cId="1298652483" sldId="292"/>
            <ac:inkMk id="98" creationId="{87E9A1BC-29AB-0346-9053-A43DC1B75762}"/>
          </ac:inkMkLst>
        </pc:inkChg>
        <pc:inkChg chg="add del">
          <ac:chgData name="Aggie Menezes" userId="74619c95fa3483c9" providerId="LiveId" clId="{D3128F82-6912-0F40-BAD3-A276DA5466DC}" dt="2021-03-18T10:50:07.277" v="3908"/>
          <ac:inkMkLst>
            <pc:docMk/>
            <pc:sldMk cId="1298652483" sldId="292"/>
            <ac:inkMk id="99" creationId="{167C9C74-9493-CF4B-A037-4D12DF05EB8C}"/>
          </ac:inkMkLst>
        </pc:inkChg>
        <pc:inkChg chg="add del topLvl">
          <ac:chgData name="Aggie Menezes" userId="74619c95fa3483c9" providerId="LiveId" clId="{D3128F82-6912-0F40-BAD3-A276DA5466DC}" dt="2021-03-08T09:58:14.351" v="1203"/>
          <ac:inkMkLst>
            <pc:docMk/>
            <pc:sldMk cId="1298652483" sldId="292"/>
            <ac:inkMk id="99" creationId="{F6EA73F7-2BB9-3247-80C8-F43001DA2087}"/>
          </ac:inkMkLst>
        </pc:inkChg>
        <pc:inkChg chg="add del topLvl">
          <ac:chgData name="Aggie Menezes" userId="74619c95fa3483c9" providerId="LiveId" clId="{D3128F82-6912-0F40-BAD3-A276DA5466DC}" dt="2021-03-08T09:58:14.218" v="1179"/>
          <ac:inkMkLst>
            <pc:docMk/>
            <pc:sldMk cId="1298652483" sldId="292"/>
            <ac:inkMk id="100" creationId="{8DBD152E-A0EA-D748-AA9C-6E1953EEA97E}"/>
          </ac:inkMkLst>
        </pc:inkChg>
        <pc:inkChg chg="add">
          <ac:chgData name="Aggie Menezes" userId="74619c95fa3483c9" providerId="LiveId" clId="{D3128F82-6912-0F40-BAD3-A276DA5466DC}" dt="2021-03-18T12:04:38.627" v="4310"/>
          <ac:inkMkLst>
            <pc:docMk/>
            <pc:sldMk cId="1298652483" sldId="292"/>
            <ac:inkMk id="100" creationId="{9A8D5406-8FF1-CB41-AA42-6815C2FE6FE3}"/>
          </ac:inkMkLst>
        </pc:inkChg>
        <pc:inkChg chg="add del">
          <ac:chgData name="Aggie Menezes" userId="74619c95fa3483c9" providerId="LiveId" clId="{D3128F82-6912-0F40-BAD3-A276DA5466DC}" dt="2021-03-18T10:50:07.326" v="3915"/>
          <ac:inkMkLst>
            <pc:docMk/>
            <pc:sldMk cId="1298652483" sldId="292"/>
            <ac:inkMk id="101" creationId="{A0A4924C-5A20-EC44-B822-0B886DC0CE1B}"/>
          </ac:inkMkLst>
        </pc:inkChg>
        <pc:inkChg chg="add del topLvl">
          <ac:chgData name="Aggie Menezes" userId="74619c95fa3483c9" providerId="LiveId" clId="{D3128F82-6912-0F40-BAD3-A276DA5466DC}" dt="2021-03-08T09:58:14.316" v="1197"/>
          <ac:inkMkLst>
            <pc:docMk/>
            <pc:sldMk cId="1298652483" sldId="292"/>
            <ac:inkMk id="101" creationId="{BE715034-7169-2849-95B3-12E92DDA12CD}"/>
          </ac:inkMkLst>
        </pc:inkChg>
        <pc:inkChg chg="add topLvl">
          <ac:chgData name="Aggie Menezes" userId="74619c95fa3483c9" providerId="LiveId" clId="{D3128F82-6912-0F40-BAD3-A276DA5466DC}" dt="2021-03-18T12:07:45.094" v="4333"/>
          <ac:inkMkLst>
            <pc:docMk/>
            <pc:sldMk cId="1298652483" sldId="292"/>
            <ac:inkMk id="102" creationId="{3A53D3A4-FF24-2440-90B2-00895BB6323C}"/>
          </ac:inkMkLst>
        </pc:inkChg>
        <pc:inkChg chg="add del topLvl">
          <ac:chgData name="Aggie Menezes" userId="74619c95fa3483c9" providerId="LiveId" clId="{D3128F82-6912-0F40-BAD3-A276DA5466DC}" dt="2021-03-18T10:50:07.721" v="3993"/>
          <ac:inkMkLst>
            <pc:docMk/>
            <pc:sldMk cId="1298652483" sldId="292"/>
            <ac:inkMk id="102" creationId="{B6B9F4D9-E1AF-644F-A329-85DA8EC4A1EF}"/>
          </ac:inkMkLst>
        </pc:inkChg>
        <pc:inkChg chg="add del topLvl">
          <ac:chgData name="Aggie Menezes" userId="74619c95fa3483c9" providerId="LiveId" clId="{D3128F82-6912-0F40-BAD3-A276DA5466DC}" dt="2021-03-08T09:58:14.451" v="1223"/>
          <ac:inkMkLst>
            <pc:docMk/>
            <pc:sldMk cId="1298652483" sldId="292"/>
            <ac:inkMk id="103" creationId="{B9778B89-867D-F348-ABA2-101F993AF90C}"/>
          </ac:inkMkLst>
        </pc:inkChg>
        <pc:inkChg chg="add del">
          <ac:chgData name="Aggie Menezes" userId="74619c95fa3483c9" providerId="LiveId" clId="{D3128F82-6912-0F40-BAD3-A276DA5466DC}" dt="2021-03-18T10:50:07.590" v="3964"/>
          <ac:inkMkLst>
            <pc:docMk/>
            <pc:sldMk cId="1298652483" sldId="292"/>
            <ac:inkMk id="103" creationId="{C2BC785C-E604-1A4D-B454-989B13EC1D3A}"/>
          </ac:inkMkLst>
        </pc:inkChg>
        <pc:inkChg chg="add topLvl">
          <ac:chgData name="Aggie Menezes" userId="74619c95fa3483c9" providerId="LiveId" clId="{D3128F82-6912-0F40-BAD3-A276DA5466DC}" dt="2021-03-18T12:07:45.094" v="4333"/>
          <ac:inkMkLst>
            <pc:docMk/>
            <pc:sldMk cId="1298652483" sldId="292"/>
            <ac:inkMk id="103" creationId="{F7EAEA44-8F0C-2945-BBAA-AFA38A955615}"/>
          </ac:inkMkLst>
        </pc:inkChg>
        <pc:inkChg chg="add del topLvl">
          <ac:chgData name="Aggie Menezes" userId="74619c95fa3483c9" providerId="LiveId" clId="{D3128F82-6912-0F40-BAD3-A276DA5466DC}" dt="2021-03-18T10:50:07.304" v="3912"/>
          <ac:inkMkLst>
            <pc:docMk/>
            <pc:sldMk cId="1298652483" sldId="292"/>
            <ac:inkMk id="104" creationId="{129F1C74-E067-5748-87A1-A535C9888DC9}"/>
          </ac:inkMkLst>
        </pc:inkChg>
        <pc:inkChg chg="add del">
          <ac:chgData name="Aggie Menezes" userId="74619c95fa3483c9" providerId="LiveId" clId="{D3128F82-6912-0F40-BAD3-A276DA5466DC}" dt="2021-03-08T09:58:14.281" v="1191"/>
          <ac:inkMkLst>
            <pc:docMk/>
            <pc:sldMk cId="1298652483" sldId="292"/>
            <ac:inkMk id="105" creationId="{26E1D1F3-F04F-9346-AB07-3759BC7D5B9D}"/>
          </ac:inkMkLst>
        </pc:inkChg>
        <pc:inkChg chg="add del topLvl">
          <ac:chgData name="Aggie Menezes" userId="74619c95fa3483c9" providerId="LiveId" clId="{D3128F82-6912-0F40-BAD3-A276DA5466DC}" dt="2021-03-18T10:50:07.426" v="3932"/>
          <ac:inkMkLst>
            <pc:docMk/>
            <pc:sldMk cId="1298652483" sldId="292"/>
            <ac:inkMk id="105" creationId="{2E86D4B4-BBE6-5848-BB88-BC3DA8617062}"/>
          </ac:inkMkLst>
        </pc:inkChg>
        <pc:inkChg chg="add del">
          <ac:chgData name="Aggie Menezes" userId="74619c95fa3483c9" providerId="LiveId" clId="{D3128F82-6912-0F40-BAD3-A276DA5466DC}" dt="2021-03-18T12:07:32.803" v="4321"/>
          <ac:inkMkLst>
            <pc:docMk/>
            <pc:sldMk cId="1298652483" sldId="292"/>
            <ac:inkMk id="105" creationId="{9A239E5F-6664-854F-8117-D7F6760581EB}"/>
          </ac:inkMkLst>
        </pc:inkChg>
        <pc:inkChg chg="add del topLvl">
          <ac:chgData name="Aggie Menezes" userId="74619c95fa3483c9" providerId="LiveId" clId="{D3128F82-6912-0F40-BAD3-A276DA5466DC}" dt="2021-03-18T10:50:07.785" v="4010"/>
          <ac:inkMkLst>
            <pc:docMk/>
            <pc:sldMk cId="1298652483" sldId="292"/>
            <ac:inkMk id="106" creationId="{4E6AC6C0-5C5C-1740-AAFE-1460F77E50A6}"/>
          </ac:inkMkLst>
        </pc:inkChg>
        <pc:inkChg chg="add del">
          <ac:chgData name="Aggie Menezes" userId="74619c95fa3483c9" providerId="LiveId" clId="{D3128F82-6912-0F40-BAD3-A276DA5466DC}" dt="2021-03-18T12:07:32.798" v="4320"/>
          <ac:inkMkLst>
            <pc:docMk/>
            <pc:sldMk cId="1298652483" sldId="292"/>
            <ac:inkMk id="106" creationId="{7EA8921E-DD7A-5A44-86E9-96D0029595BB}"/>
          </ac:inkMkLst>
        </pc:inkChg>
        <pc:inkChg chg="add del topLvl">
          <ac:chgData name="Aggie Menezes" userId="74619c95fa3483c9" providerId="LiveId" clId="{D3128F82-6912-0F40-BAD3-A276DA5466DC}" dt="2021-03-08T09:58:14.345" v="1202"/>
          <ac:inkMkLst>
            <pc:docMk/>
            <pc:sldMk cId="1298652483" sldId="292"/>
            <ac:inkMk id="106" creationId="{DC2F9E06-FE11-2E4D-BD7D-359FBBE53190}"/>
          </ac:inkMkLst>
        </pc:inkChg>
        <pc:inkChg chg="add del topLvl">
          <ac:chgData name="Aggie Menezes" userId="74619c95fa3483c9" providerId="LiveId" clId="{D3128F82-6912-0F40-BAD3-A276DA5466DC}" dt="2021-03-18T10:50:07.725" v="3994"/>
          <ac:inkMkLst>
            <pc:docMk/>
            <pc:sldMk cId="1298652483" sldId="292"/>
            <ac:inkMk id="107" creationId="{24489CCA-8C6F-264A-8518-08931B54B8D2}"/>
          </ac:inkMkLst>
        </pc:inkChg>
        <pc:inkChg chg="add del topLvl">
          <ac:chgData name="Aggie Menezes" userId="74619c95fa3483c9" providerId="LiveId" clId="{D3128F82-6912-0F40-BAD3-A276DA5466DC}" dt="2021-03-18T12:07:32.813" v="4323"/>
          <ac:inkMkLst>
            <pc:docMk/>
            <pc:sldMk cId="1298652483" sldId="292"/>
            <ac:inkMk id="107" creationId="{A5B08DA8-F378-F34F-AD26-51AE2753B09A}"/>
          </ac:inkMkLst>
        </pc:inkChg>
        <pc:inkChg chg="add del topLvl">
          <ac:chgData name="Aggie Menezes" userId="74619c95fa3483c9" providerId="LiveId" clId="{D3128F82-6912-0F40-BAD3-A276DA5466DC}" dt="2021-03-08T09:58:14.086" v="1157"/>
          <ac:inkMkLst>
            <pc:docMk/>
            <pc:sldMk cId="1298652483" sldId="292"/>
            <ac:inkMk id="107" creationId="{EA7B158B-8F91-A44C-9ACD-3DF34F1BE6BB}"/>
          </ac:inkMkLst>
        </pc:inkChg>
        <pc:inkChg chg="add del topLvl">
          <ac:chgData name="Aggie Menezes" userId="74619c95fa3483c9" providerId="LiveId" clId="{D3128F82-6912-0F40-BAD3-A276DA5466DC}" dt="2021-03-18T12:07:32.807" v="4322"/>
          <ac:inkMkLst>
            <pc:docMk/>
            <pc:sldMk cId="1298652483" sldId="292"/>
            <ac:inkMk id="108" creationId="{84F256D9-B064-234A-A605-0146CE36DF37}"/>
          </ac:inkMkLst>
        </pc:inkChg>
        <pc:inkChg chg="add del topLvl">
          <ac:chgData name="Aggie Menezes" userId="74619c95fa3483c9" providerId="LiveId" clId="{D3128F82-6912-0F40-BAD3-A276DA5466DC}" dt="2021-03-08T09:58:14.096" v="1159"/>
          <ac:inkMkLst>
            <pc:docMk/>
            <pc:sldMk cId="1298652483" sldId="292"/>
            <ac:inkMk id="108" creationId="{B66EE85C-76F5-3B42-8748-211FF63A7B40}"/>
          </ac:inkMkLst>
        </pc:inkChg>
        <pc:inkChg chg="add del topLvl">
          <ac:chgData name="Aggie Menezes" userId="74619c95fa3483c9" providerId="LiveId" clId="{D3128F82-6912-0F40-BAD3-A276DA5466DC}" dt="2021-03-18T10:50:07.313" v="3913"/>
          <ac:inkMkLst>
            <pc:docMk/>
            <pc:sldMk cId="1298652483" sldId="292"/>
            <ac:inkMk id="108" creationId="{F67248D7-7C8F-8E49-A504-DED6A70E80E5}"/>
          </ac:inkMkLst>
        </pc:inkChg>
        <pc:inkChg chg="add del topLvl">
          <ac:chgData name="Aggie Menezes" userId="74619c95fa3483c9" providerId="LiveId" clId="{D3128F82-6912-0F40-BAD3-A276DA5466DC}" dt="2021-03-18T10:50:07.434" v="3933"/>
          <ac:inkMkLst>
            <pc:docMk/>
            <pc:sldMk cId="1298652483" sldId="292"/>
            <ac:inkMk id="109" creationId="{A4AF945E-8198-C74F-9B8A-32B54BB68809}"/>
          </ac:inkMkLst>
        </pc:inkChg>
        <pc:inkChg chg="add del topLvl">
          <ac:chgData name="Aggie Menezes" userId="74619c95fa3483c9" providerId="LiveId" clId="{D3128F82-6912-0F40-BAD3-A276DA5466DC}" dt="2021-03-08T09:58:14.416" v="1216"/>
          <ac:inkMkLst>
            <pc:docMk/>
            <pc:sldMk cId="1298652483" sldId="292"/>
            <ac:inkMk id="109" creationId="{EA71BDDA-E272-2147-B4DF-30ACACC61157}"/>
          </ac:inkMkLst>
        </pc:inkChg>
        <pc:inkChg chg="add del topLvl">
          <ac:chgData name="Aggie Menezes" userId="74619c95fa3483c9" providerId="LiveId" clId="{D3128F82-6912-0F40-BAD3-A276DA5466DC}" dt="2021-03-18T10:50:07.547" v="3954"/>
          <ac:inkMkLst>
            <pc:docMk/>
            <pc:sldMk cId="1298652483" sldId="292"/>
            <ac:inkMk id="110" creationId="{3E2AEF0C-D329-C24A-8666-E4606752EF01}"/>
          </ac:inkMkLst>
        </pc:inkChg>
        <pc:inkChg chg="add">
          <ac:chgData name="Aggie Menezes" userId="74619c95fa3483c9" providerId="LiveId" clId="{D3128F82-6912-0F40-BAD3-A276DA5466DC}" dt="2021-03-18T12:07:39.618" v="4324"/>
          <ac:inkMkLst>
            <pc:docMk/>
            <pc:sldMk cId="1298652483" sldId="292"/>
            <ac:inkMk id="110" creationId="{4229856F-EDD6-2A48-B1E3-550C5FDEEDA7}"/>
          </ac:inkMkLst>
        </pc:inkChg>
        <pc:inkChg chg="add del">
          <ac:chgData name="Aggie Menezes" userId="74619c95fa3483c9" providerId="LiveId" clId="{D3128F82-6912-0F40-BAD3-A276DA5466DC}" dt="2021-03-08T09:58:14.082" v="1156"/>
          <ac:inkMkLst>
            <pc:docMk/>
            <pc:sldMk cId="1298652483" sldId="292"/>
            <ac:inkMk id="110" creationId="{FAAC0C5C-A848-C940-A1CE-8B41CB6EF5F6}"/>
          </ac:inkMkLst>
        </pc:inkChg>
        <pc:inkChg chg="add">
          <ac:chgData name="Aggie Menezes" userId="74619c95fa3483c9" providerId="LiveId" clId="{D3128F82-6912-0F40-BAD3-A276DA5466DC}" dt="2021-03-18T12:07:39.858" v="4325"/>
          <ac:inkMkLst>
            <pc:docMk/>
            <pc:sldMk cId="1298652483" sldId="292"/>
            <ac:inkMk id="111" creationId="{3E876D34-85A3-1547-8236-A6D54EB995D5}"/>
          </ac:inkMkLst>
        </pc:inkChg>
        <pc:inkChg chg="add del topLvl">
          <ac:chgData name="Aggie Menezes" userId="74619c95fa3483c9" providerId="LiveId" clId="{D3128F82-6912-0F40-BAD3-A276DA5466DC}" dt="2021-03-18T10:50:07.627" v="3972"/>
          <ac:inkMkLst>
            <pc:docMk/>
            <pc:sldMk cId="1298652483" sldId="292"/>
            <ac:inkMk id="111" creationId="{50C0DCF8-4901-2B48-8E73-4E806C9CF7D0}"/>
          </ac:inkMkLst>
        </pc:inkChg>
        <pc:inkChg chg="add">
          <ac:chgData name="Aggie Menezes" userId="74619c95fa3483c9" providerId="LiveId" clId="{D3128F82-6912-0F40-BAD3-A276DA5466DC}" dt="2021-03-18T12:07:40.867" v="4326"/>
          <ac:inkMkLst>
            <pc:docMk/>
            <pc:sldMk cId="1298652483" sldId="292"/>
            <ac:inkMk id="112" creationId="{735C1F0B-EDA5-5F43-A39B-DFD890BB7B7D}"/>
          </ac:inkMkLst>
        </pc:inkChg>
        <pc:inkChg chg="add del topLvl">
          <ac:chgData name="Aggie Menezes" userId="74619c95fa3483c9" providerId="LiveId" clId="{D3128F82-6912-0F40-BAD3-A276DA5466DC}" dt="2021-03-18T10:50:07.745" v="3999"/>
          <ac:inkMkLst>
            <pc:docMk/>
            <pc:sldMk cId="1298652483" sldId="292"/>
            <ac:inkMk id="112" creationId="{A960AC4B-48B2-8043-A761-9A02EEB9974D}"/>
          </ac:inkMkLst>
        </pc:inkChg>
        <pc:inkChg chg="add del">
          <ac:chgData name="Aggie Menezes" userId="74619c95fa3483c9" providerId="LiveId" clId="{D3128F82-6912-0F40-BAD3-A276DA5466DC}" dt="2021-03-08T09:58:14.243" v="1183"/>
          <ac:inkMkLst>
            <pc:docMk/>
            <pc:sldMk cId="1298652483" sldId="292"/>
            <ac:inkMk id="112" creationId="{EB314A36-B890-0F4C-A349-24F787B25642}"/>
          </ac:inkMkLst>
        </pc:inkChg>
        <pc:inkChg chg="add del">
          <ac:chgData name="Aggie Menezes" userId="74619c95fa3483c9" providerId="LiveId" clId="{D3128F82-6912-0F40-BAD3-A276DA5466DC}" dt="2021-03-08T09:58:14.140" v="1167"/>
          <ac:inkMkLst>
            <pc:docMk/>
            <pc:sldMk cId="1298652483" sldId="292"/>
            <ac:inkMk id="113" creationId="{4364CF79-5C57-F34B-A261-D03FF1EDF34F}"/>
          </ac:inkMkLst>
        </pc:inkChg>
        <pc:inkChg chg="add del topLvl">
          <ac:chgData name="Aggie Menezes" userId="74619c95fa3483c9" providerId="LiveId" clId="{D3128F82-6912-0F40-BAD3-A276DA5466DC}" dt="2021-03-18T10:50:07.334" v="3916"/>
          <ac:inkMkLst>
            <pc:docMk/>
            <pc:sldMk cId="1298652483" sldId="292"/>
            <ac:inkMk id="113" creationId="{DC072D7F-966C-B548-BAD4-E75CAE5290E8}"/>
          </ac:inkMkLst>
        </pc:inkChg>
        <pc:inkChg chg="add">
          <ac:chgData name="Aggie Menezes" userId="74619c95fa3483c9" providerId="LiveId" clId="{D3128F82-6912-0F40-BAD3-A276DA5466DC}" dt="2021-03-18T12:07:41.546" v="4327"/>
          <ac:inkMkLst>
            <pc:docMk/>
            <pc:sldMk cId="1298652483" sldId="292"/>
            <ac:inkMk id="113" creationId="{F4FBF427-3C49-C143-BBB7-CB5E4DDE5B5E}"/>
          </ac:inkMkLst>
        </pc:inkChg>
        <pc:inkChg chg="add">
          <ac:chgData name="Aggie Menezes" userId="74619c95fa3483c9" providerId="LiveId" clId="{D3128F82-6912-0F40-BAD3-A276DA5466DC}" dt="2021-03-18T12:07:42.179" v="4328"/>
          <ac:inkMkLst>
            <pc:docMk/>
            <pc:sldMk cId="1298652483" sldId="292"/>
            <ac:inkMk id="114" creationId="{130848C4-44D1-3442-853C-B3A9DAA506B2}"/>
          </ac:inkMkLst>
        </pc:inkChg>
        <pc:inkChg chg="add del topLvl">
          <ac:chgData name="Aggie Menezes" userId="74619c95fa3483c9" providerId="LiveId" clId="{D3128F82-6912-0F40-BAD3-A276DA5466DC}" dt="2021-03-18T10:50:07.469" v="3940"/>
          <ac:inkMkLst>
            <pc:docMk/>
            <pc:sldMk cId="1298652483" sldId="292"/>
            <ac:inkMk id="114" creationId="{6037C511-91EC-D442-B152-61871D80B946}"/>
          </ac:inkMkLst>
        </pc:inkChg>
        <pc:inkChg chg="add del">
          <ac:chgData name="Aggie Menezes" userId="74619c95fa3483c9" providerId="LiveId" clId="{D3128F82-6912-0F40-BAD3-A276DA5466DC}" dt="2021-03-08T09:58:14.494" v="1232"/>
          <ac:inkMkLst>
            <pc:docMk/>
            <pc:sldMk cId="1298652483" sldId="292"/>
            <ac:inkMk id="115" creationId="{485CFD1C-03C3-9746-9AF4-9E815BD0B6F0}"/>
          </ac:inkMkLst>
        </pc:inkChg>
        <pc:inkChg chg="add del topLvl">
          <ac:chgData name="Aggie Menezes" userId="74619c95fa3483c9" providerId="LiveId" clId="{D3128F82-6912-0F40-BAD3-A276DA5466DC}" dt="2021-03-18T10:50:07.585" v="3963"/>
          <ac:inkMkLst>
            <pc:docMk/>
            <pc:sldMk cId="1298652483" sldId="292"/>
            <ac:inkMk id="116" creationId="{219B84F0-DAC9-0845-BF41-81C2D8CFB244}"/>
          </ac:inkMkLst>
        </pc:inkChg>
        <pc:inkChg chg="add topLvl">
          <ac:chgData name="Aggie Menezes" userId="74619c95fa3483c9" providerId="LiveId" clId="{D3128F82-6912-0F40-BAD3-A276DA5466DC}" dt="2021-03-18T12:07:45.094" v="4333"/>
          <ac:inkMkLst>
            <pc:docMk/>
            <pc:sldMk cId="1298652483" sldId="292"/>
            <ac:inkMk id="116" creationId="{9D367AA4-C1C0-114D-93C1-85932133EE24}"/>
          </ac:inkMkLst>
        </pc:inkChg>
        <pc:inkChg chg="add del topLvl">
          <ac:chgData name="Aggie Menezes" userId="74619c95fa3483c9" providerId="LiveId" clId="{D3128F82-6912-0F40-BAD3-A276DA5466DC}" dt="2021-03-08T09:58:14.456" v="1224"/>
          <ac:inkMkLst>
            <pc:docMk/>
            <pc:sldMk cId="1298652483" sldId="292"/>
            <ac:inkMk id="116" creationId="{B9E6A5C6-FF24-C24F-A85B-155A1C4E75CE}"/>
          </ac:inkMkLst>
        </pc:inkChg>
        <pc:inkChg chg="add del topLvl">
          <ac:chgData name="Aggie Menezes" userId="74619c95fa3483c9" providerId="LiveId" clId="{D3128F82-6912-0F40-BAD3-A276DA5466DC}" dt="2021-03-08T09:58:14.128" v="1165"/>
          <ac:inkMkLst>
            <pc:docMk/>
            <pc:sldMk cId="1298652483" sldId="292"/>
            <ac:inkMk id="117" creationId="{C0F46C3F-D0CB-004C-90CE-9C86F9F60FB7}"/>
          </ac:inkMkLst>
        </pc:inkChg>
        <pc:inkChg chg="add del topLvl">
          <ac:chgData name="Aggie Menezes" userId="74619c95fa3483c9" providerId="LiveId" clId="{D3128F82-6912-0F40-BAD3-A276DA5466DC}" dt="2021-03-18T10:50:07.675" v="3983"/>
          <ac:inkMkLst>
            <pc:docMk/>
            <pc:sldMk cId="1298652483" sldId="292"/>
            <ac:inkMk id="117" creationId="{F0A15A7A-5445-2F46-B8D8-8993B66A238E}"/>
          </ac:inkMkLst>
        </pc:inkChg>
        <pc:inkChg chg="add del topLvl">
          <ac:chgData name="Aggie Menezes" userId="74619c95fa3483c9" providerId="LiveId" clId="{D3128F82-6912-0F40-BAD3-A276DA5466DC}" dt="2021-03-18T10:50:07.791" v="4012"/>
          <ac:inkMkLst>
            <pc:docMk/>
            <pc:sldMk cId="1298652483" sldId="292"/>
            <ac:inkMk id="118" creationId="{1D9A4CDD-5B5C-7042-92FE-1A4932DF81AC}"/>
          </ac:inkMkLst>
        </pc:inkChg>
        <pc:inkChg chg="add">
          <ac:chgData name="Aggie Menezes" userId="74619c95fa3483c9" providerId="LiveId" clId="{D3128F82-6912-0F40-BAD3-A276DA5466DC}" dt="2021-03-18T12:07:44.558" v="4332"/>
          <ac:inkMkLst>
            <pc:docMk/>
            <pc:sldMk cId="1298652483" sldId="292"/>
            <ac:inkMk id="118" creationId="{809910F2-54EC-644F-9BD3-168AC3466655}"/>
          </ac:inkMkLst>
        </pc:inkChg>
        <pc:inkChg chg="add del topLvl">
          <ac:chgData name="Aggie Menezes" userId="74619c95fa3483c9" providerId="LiveId" clId="{D3128F82-6912-0F40-BAD3-A276DA5466DC}" dt="2021-03-08T09:58:14.259" v="1186"/>
          <ac:inkMkLst>
            <pc:docMk/>
            <pc:sldMk cId="1298652483" sldId="292"/>
            <ac:inkMk id="119" creationId="{181CADB7-0CC2-3140-9A30-55B245D49183}"/>
          </ac:inkMkLst>
        </pc:inkChg>
        <pc:inkChg chg="add del topLvl">
          <ac:chgData name="Aggie Menezes" userId="74619c95fa3483c9" providerId="LiveId" clId="{D3128F82-6912-0F40-BAD3-A276DA5466DC}" dt="2021-03-18T10:50:07.383" v="3925"/>
          <ac:inkMkLst>
            <pc:docMk/>
            <pc:sldMk cId="1298652483" sldId="292"/>
            <ac:inkMk id="119" creationId="{D50EE131-713C-0D4B-85BC-1EDFFBA57313}"/>
          </ac:inkMkLst>
        </pc:inkChg>
        <pc:inkChg chg="add del topLvl">
          <ac:chgData name="Aggie Menezes" userId="74619c95fa3483c9" providerId="LiveId" clId="{D3128F82-6912-0F40-BAD3-A276DA5466DC}" dt="2021-03-18T10:50:07.491" v="3944"/>
          <ac:inkMkLst>
            <pc:docMk/>
            <pc:sldMk cId="1298652483" sldId="292"/>
            <ac:inkMk id="120" creationId="{7888A0AF-C5D6-FA47-B1AA-67D3FFADEDC7}"/>
          </ac:inkMkLst>
        </pc:inkChg>
        <pc:inkChg chg="add topLvl">
          <ac:chgData name="Aggie Menezes" userId="74619c95fa3483c9" providerId="LiveId" clId="{D3128F82-6912-0F40-BAD3-A276DA5466DC}" dt="2021-03-18T12:18:51.308" v="4351"/>
          <ac:inkMkLst>
            <pc:docMk/>
            <pc:sldMk cId="1298652483" sldId="292"/>
            <ac:inkMk id="120" creationId="{79CC5A8C-6321-F44A-927B-8E5E80B2F7E6}"/>
          </ac:inkMkLst>
        </pc:inkChg>
        <pc:inkChg chg="add topLvl">
          <ac:chgData name="Aggie Menezes" userId="74619c95fa3483c9" providerId="LiveId" clId="{D3128F82-6912-0F40-BAD3-A276DA5466DC}" dt="2021-03-18T12:18:51.308" v="4351"/>
          <ac:inkMkLst>
            <pc:docMk/>
            <pc:sldMk cId="1298652483" sldId="292"/>
            <ac:inkMk id="121" creationId="{04E6CFED-14A2-9646-A84D-09DC726A1957}"/>
          </ac:inkMkLst>
        </pc:inkChg>
        <pc:inkChg chg="add del">
          <ac:chgData name="Aggie Menezes" userId="74619c95fa3483c9" providerId="LiveId" clId="{D3128F82-6912-0F40-BAD3-A276DA5466DC}" dt="2021-03-08T09:58:14.377" v="1208"/>
          <ac:inkMkLst>
            <pc:docMk/>
            <pc:sldMk cId="1298652483" sldId="292"/>
            <ac:inkMk id="121" creationId="{3D8AEB1F-8D87-A944-A1CA-AB022F24D3DD}"/>
          </ac:inkMkLst>
        </pc:inkChg>
        <pc:inkChg chg="add topLvl">
          <ac:chgData name="Aggie Menezes" userId="74619c95fa3483c9" providerId="LiveId" clId="{D3128F82-6912-0F40-BAD3-A276DA5466DC}" dt="2021-03-18T12:18:51.308" v="4351"/>
          <ac:inkMkLst>
            <pc:docMk/>
            <pc:sldMk cId="1298652483" sldId="292"/>
            <ac:inkMk id="122" creationId="{55194126-0769-D34E-9C1C-7FC57C09720B}"/>
          </ac:inkMkLst>
        </pc:inkChg>
        <pc:inkChg chg="add del">
          <ac:chgData name="Aggie Menezes" userId="74619c95fa3483c9" providerId="LiveId" clId="{D3128F82-6912-0F40-BAD3-A276DA5466DC}" dt="2021-03-08T09:58:14.144" v="1168"/>
          <ac:inkMkLst>
            <pc:docMk/>
            <pc:sldMk cId="1298652483" sldId="292"/>
            <ac:inkMk id="122" creationId="{68C5635A-45DC-734E-BB99-2A0E0565C11E}"/>
          </ac:inkMkLst>
        </pc:inkChg>
        <pc:inkChg chg="add del">
          <ac:chgData name="Aggie Menezes" userId="74619c95fa3483c9" providerId="LiveId" clId="{D3128F82-6912-0F40-BAD3-A276DA5466DC}" dt="2021-03-18T10:50:07.363" v="3922"/>
          <ac:inkMkLst>
            <pc:docMk/>
            <pc:sldMk cId="1298652483" sldId="292"/>
            <ac:inkMk id="122" creationId="{8646C99F-CC03-9245-944A-ACE129AEFDBC}"/>
          </ac:inkMkLst>
        </pc:inkChg>
        <pc:inkChg chg="add topLvl">
          <ac:chgData name="Aggie Menezes" userId="74619c95fa3483c9" providerId="LiveId" clId="{D3128F82-6912-0F40-BAD3-A276DA5466DC}" dt="2021-03-18T12:18:51.308" v="4351"/>
          <ac:inkMkLst>
            <pc:docMk/>
            <pc:sldMk cId="1298652483" sldId="292"/>
            <ac:inkMk id="123" creationId="{1B412D0D-1AE5-C243-805F-E6102826ED44}"/>
          </ac:inkMkLst>
        </pc:inkChg>
        <pc:inkChg chg="add del topLvl">
          <ac:chgData name="Aggie Menezes" userId="74619c95fa3483c9" providerId="LiveId" clId="{D3128F82-6912-0F40-BAD3-A276DA5466DC}" dt="2021-03-08T09:58:14.435" v="1220"/>
          <ac:inkMkLst>
            <pc:docMk/>
            <pc:sldMk cId="1298652483" sldId="292"/>
            <ac:inkMk id="123" creationId="{3A51208C-AD1D-5145-8684-B612A7C742F5}"/>
          </ac:inkMkLst>
        </pc:inkChg>
        <pc:inkChg chg="add del topLvl">
          <ac:chgData name="Aggie Menezes" userId="74619c95fa3483c9" providerId="LiveId" clId="{D3128F82-6912-0F40-BAD3-A276DA5466DC}" dt="2021-03-18T10:50:07.648" v="3977"/>
          <ac:inkMkLst>
            <pc:docMk/>
            <pc:sldMk cId="1298652483" sldId="292"/>
            <ac:inkMk id="123" creationId="{5A37734F-2F01-D940-8F27-ADFAB0B40FA2}"/>
          </ac:inkMkLst>
        </pc:inkChg>
        <pc:inkChg chg="add del topLvl">
          <ac:chgData name="Aggie Menezes" userId="74619c95fa3483c9" providerId="LiveId" clId="{D3128F82-6912-0F40-BAD3-A276DA5466DC}" dt="2021-03-18T10:50:07.767" v="4005"/>
          <ac:inkMkLst>
            <pc:docMk/>
            <pc:sldMk cId="1298652483" sldId="292"/>
            <ac:inkMk id="124" creationId="{AB77F6DF-4591-894E-A873-9BBE839CFC36}"/>
          </ac:inkMkLst>
        </pc:inkChg>
        <pc:inkChg chg="add topLvl">
          <ac:chgData name="Aggie Menezes" userId="74619c95fa3483c9" providerId="LiveId" clId="{D3128F82-6912-0F40-BAD3-A276DA5466DC}" dt="2021-03-18T12:18:51.308" v="4351"/>
          <ac:inkMkLst>
            <pc:docMk/>
            <pc:sldMk cId="1298652483" sldId="292"/>
            <ac:inkMk id="124" creationId="{BC6172B0-481D-8543-809D-154560FB05E3}"/>
          </ac:inkMkLst>
        </pc:inkChg>
        <pc:inkChg chg="add topLvl">
          <ac:chgData name="Aggie Menezes" userId="74619c95fa3483c9" providerId="LiveId" clId="{D3128F82-6912-0F40-BAD3-A276DA5466DC}" dt="2021-03-18T12:18:51.308" v="4351"/>
          <ac:inkMkLst>
            <pc:docMk/>
            <pc:sldMk cId="1298652483" sldId="292"/>
            <ac:inkMk id="125" creationId="{4E494343-6632-8949-91BF-C0B08F1FDB5A}"/>
          </ac:inkMkLst>
        </pc:inkChg>
        <pc:inkChg chg="add del">
          <ac:chgData name="Aggie Menezes" userId="74619c95fa3483c9" providerId="LiveId" clId="{D3128F82-6912-0F40-BAD3-A276DA5466DC}" dt="2021-03-08T09:58:14.115" v="1162"/>
          <ac:inkMkLst>
            <pc:docMk/>
            <pc:sldMk cId="1298652483" sldId="292"/>
            <ac:inkMk id="125" creationId="{ABB33A3C-B58D-D14C-9DC6-7D9FBC8EB58D}"/>
          </ac:inkMkLst>
        </pc:inkChg>
        <pc:inkChg chg="add del">
          <ac:chgData name="Aggie Menezes" userId="74619c95fa3483c9" providerId="LiveId" clId="{D3128F82-6912-0F40-BAD3-A276DA5466DC}" dt="2021-03-18T10:50:07.344" v="3918"/>
          <ac:inkMkLst>
            <pc:docMk/>
            <pc:sldMk cId="1298652483" sldId="292"/>
            <ac:inkMk id="126" creationId="{210603C4-966D-C543-9829-E2EEC41A0C76}"/>
          </ac:inkMkLst>
        </pc:inkChg>
        <pc:inkChg chg="add del topLvl">
          <ac:chgData name="Aggie Menezes" userId="74619c95fa3483c9" providerId="LiveId" clId="{D3128F82-6912-0F40-BAD3-A276DA5466DC}" dt="2021-03-08T09:58:14.149" v="1169"/>
          <ac:inkMkLst>
            <pc:docMk/>
            <pc:sldMk cId="1298652483" sldId="292"/>
            <ac:inkMk id="126" creationId="{B3AD3F02-D54C-8840-9771-BBC866D97407}"/>
          </ac:inkMkLst>
        </pc:inkChg>
        <pc:inkChg chg="add topLvl">
          <ac:chgData name="Aggie Menezes" userId="74619c95fa3483c9" providerId="LiveId" clId="{D3128F82-6912-0F40-BAD3-A276DA5466DC}" dt="2021-03-18T12:18:51.308" v="4351"/>
          <ac:inkMkLst>
            <pc:docMk/>
            <pc:sldMk cId="1298652483" sldId="292"/>
            <ac:inkMk id="127" creationId="{6FBC3F79-BA07-6B48-9378-5B155B02D2E1}"/>
          </ac:inkMkLst>
        </pc:inkChg>
        <pc:inkChg chg="add del topLvl">
          <ac:chgData name="Aggie Menezes" userId="74619c95fa3483c9" providerId="LiveId" clId="{D3128F82-6912-0F40-BAD3-A276DA5466DC}" dt="2021-03-08T09:58:14.278" v="1190"/>
          <ac:inkMkLst>
            <pc:docMk/>
            <pc:sldMk cId="1298652483" sldId="292"/>
            <ac:inkMk id="127" creationId="{BF6C367C-15CB-4B42-B530-B58D59D79AAA}"/>
          </ac:inkMkLst>
        </pc:inkChg>
        <pc:inkChg chg="add del topLvl">
          <ac:chgData name="Aggie Menezes" userId="74619c95fa3483c9" providerId="LiveId" clId="{D3128F82-6912-0F40-BAD3-A276DA5466DC}" dt="2021-03-18T10:50:07.706" v="3990"/>
          <ac:inkMkLst>
            <pc:docMk/>
            <pc:sldMk cId="1298652483" sldId="292"/>
            <ac:inkMk id="127" creationId="{EEE52141-0FF9-8C47-965A-8262CF025A94}"/>
          </ac:inkMkLst>
        </pc:inkChg>
        <pc:inkChg chg="add topLvl">
          <ac:chgData name="Aggie Menezes" userId="74619c95fa3483c9" providerId="LiveId" clId="{D3128F82-6912-0F40-BAD3-A276DA5466DC}" dt="2021-03-18T12:18:51.308" v="4351"/>
          <ac:inkMkLst>
            <pc:docMk/>
            <pc:sldMk cId="1298652483" sldId="292"/>
            <ac:inkMk id="128" creationId="{716B2A31-0673-6240-9A1B-B16E6CE9F778}"/>
          </ac:inkMkLst>
        </pc:inkChg>
        <pc:inkChg chg="add del topLvl">
          <ac:chgData name="Aggie Menezes" userId="74619c95fa3483c9" providerId="LiveId" clId="{D3128F82-6912-0F40-BAD3-A276DA5466DC}" dt="2021-03-18T10:50:07.777" v="4008"/>
          <ac:inkMkLst>
            <pc:docMk/>
            <pc:sldMk cId="1298652483" sldId="292"/>
            <ac:inkMk id="128" creationId="{EAC017FC-7103-9A40-A5E8-F2BC98C978BA}"/>
          </ac:inkMkLst>
        </pc:inkChg>
        <pc:inkChg chg="add del topLvl">
          <ac:chgData name="Aggie Menezes" userId="74619c95fa3483c9" providerId="LiveId" clId="{D3128F82-6912-0F40-BAD3-A276DA5466DC}" dt="2021-03-08T09:58:14.444" v="1222"/>
          <ac:inkMkLst>
            <pc:docMk/>
            <pc:sldMk cId="1298652483" sldId="292"/>
            <ac:inkMk id="129" creationId="{744C5A7A-E073-0242-A072-DFCFF73DB573}"/>
          </ac:inkMkLst>
        </pc:inkChg>
        <pc:inkChg chg="add topLvl">
          <ac:chgData name="Aggie Menezes" userId="74619c95fa3483c9" providerId="LiveId" clId="{D3128F82-6912-0F40-BAD3-A276DA5466DC}" dt="2021-03-18T12:18:51.308" v="4351"/>
          <ac:inkMkLst>
            <pc:docMk/>
            <pc:sldMk cId="1298652483" sldId="292"/>
            <ac:inkMk id="129" creationId="{E635BAB4-9E63-7A4E-9927-FB44C963737E}"/>
          </ac:inkMkLst>
        </pc:inkChg>
        <pc:inkChg chg="add del">
          <ac:chgData name="Aggie Menezes" userId="74619c95fa3483c9" providerId="LiveId" clId="{D3128F82-6912-0F40-BAD3-A276DA5466DC}" dt="2021-03-18T10:50:07.633" v="3974"/>
          <ac:inkMkLst>
            <pc:docMk/>
            <pc:sldMk cId="1298652483" sldId="292"/>
            <ac:inkMk id="130" creationId="{4D319F58-7E6E-E24C-B119-1A8DECB7B1EF}"/>
          </ac:inkMkLst>
        </pc:inkChg>
        <pc:inkChg chg="add del topLvl">
          <ac:chgData name="Aggie Menezes" userId="74619c95fa3483c9" providerId="LiveId" clId="{D3128F82-6912-0F40-BAD3-A276DA5466DC}" dt="2021-03-08T09:58:14.429" v="1219"/>
          <ac:inkMkLst>
            <pc:docMk/>
            <pc:sldMk cId="1298652483" sldId="292"/>
            <ac:inkMk id="130" creationId="{6D51697E-0B4A-E640-AB03-666CA378C9F3}"/>
          </ac:inkMkLst>
        </pc:inkChg>
        <pc:inkChg chg="add">
          <ac:chgData name="Aggie Menezes" userId="74619c95fa3483c9" providerId="LiveId" clId="{D3128F82-6912-0F40-BAD3-A276DA5466DC}" dt="2021-03-18T12:18:49.053" v="4345"/>
          <ac:inkMkLst>
            <pc:docMk/>
            <pc:sldMk cId="1298652483" sldId="292"/>
            <ac:inkMk id="131" creationId="{6495FB69-EE11-BF4C-AA7B-19C5436309B1}"/>
          </ac:inkMkLst>
        </pc:inkChg>
        <pc:inkChg chg="add del">
          <ac:chgData name="Aggie Menezes" userId="74619c95fa3483c9" providerId="LiveId" clId="{D3128F82-6912-0F40-BAD3-A276DA5466DC}" dt="2021-03-18T10:50:07.749" v="4000"/>
          <ac:inkMkLst>
            <pc:docMk/>
            <pc:sldMk cId="1298652483" sldId="292"/>
            <ac:inkMk id="131" creationId="{8510BA2E-155C-4E43-A7F8-F56C0BBCE2C8}"/>
          </ac:inkMkLst>
        </pc:inkChg>
        <pc:inkChg chg="add del">
          <ac:chgData name="Aggie Menezes" userId="74619c95fa3483c9" providerId="LiveId" clId="{D3128F82-6912-0F40-BAD3-A276DA5466DC}" dt="2021-03-08T09:58:14.190" v="1175"/>
          <ac:inkMkLst>
            <pc:docMk/>
            <pc:sldMk cId="1298652483" sldId="292"/>
            <ac:inkMk id="131" creationId="{DDE2C8EC-F1A6-EF4E-B794-D87BA9D6F572}"/>
          </ac:inkMkLst>
        </pc:inkChg>
        <pc:inkChg chg="add del">
          <ac:chgData name="Aggie Menezes" userId="74619c95fa3483c9" providerId="LiveId" clId="{D3128F82-6912-0F40-BAD3-A276DA5466DC}" dt="2021-03-08T09:58:14.276" v="1189"/>
          <ac:inkMkLst>
            <pc:docMk/>
            <pc:sldMk cId="1298652483" sldId="292"/>
            <ac:inkMk id="132" creationId="{48E6BE86-249B-6641-95C1-F1BF0054917B}"/>
          </ac:inkMkLst>
        </pc:inkChg>
        <pc:inkChg chg="add del">
          <ac:chgData name="Aggie Menezes" userId="74619c95fa3483c9" providerId="LiveId" clId="{D3128F82-6912-0F40-BAD3-A276DA5466DC}" dt="2021-03-18T10:50:07.367" v="3923"/>
          <ac:inkMkLst>
            <pc:docMk/>
            <pc:sldMk cId="1298652483" sldId="292"/>
            <ac:inkMk id="132" creationId="{4E794074-AFA7-C74A-9369-8AE0904B28C9}"/>
          </ac:inkMkLst>
        </pc:inkChg>
        <pc:inkChg chg="add">
          <ac:chgData name="Aggie Menezes" userId="74619c95fa3483c9" providerId="LiveId" clId="{D3128F82-6912-0F40-BAD3-A276DA5466DC}" dt="2021-03-18T12:18:49.551" v="4346"/>
          <ac:inkMkLst>
            <pc:docMk/>
            <pc:sldMk cId="1298652483" sldId="292"/>
            <ac:inkMk id="132" creationId="{9AA0CC89-092D-ED46-892B-14161EF6F5A0}"/>
          </ac:inkMkLst>
        </pc:inkChg>
        <pc:inkChg chg="add">
          <ac:chgData name="Aggie Menezes" userId="74619c95fa3483c9" providerId="LiveId" clId="{D3128F82-6912-0F40-BAD3-A276DA5466DC}" dt="2021-03-18T12:18:49.896" v="4347"/>
          <ac:inkMkLst>
            <pc:docMk/>
            <pc:sldMk cId="1298652483" sldId="292"/>
            <ac:inkMk id="133" creationId="{27490D54-43BB-4D45-8B58-B93B35BEEC15}"/>
          </ac:inkMkLst>
        </pc:inkChg>
        <pc:inkChg chg="add del topLvl">
          <ac:chgData name="Aggie Menezes" userId="74619c95fa3483c9" providerId="LiveId" clId="{D3128F82-6912-0F40-BAD3-A276DA5466DC}" dt="2021-03-18T10:50:07.372" v="3924"/>
          <ac:inkMkLst>
            <pc:docMk/>
            <pc:sldMk cId="1298652483" sldId="292"/>
            <ac:inkMk id="133" creationId="{37299ECC-B9DB-054C-BFF8-C1828BAF74F9}"/>
          </ac:inkMkLst>
        </pc:inkChg>
        <pc:inkChg chg="add">
          <ac:chgData name="Aggie Menezes" userId="74619c95fa3483c9" providerId="LiveId" clId="{D3128F82-6912-0F40-BAD3-A276DA5466DC}" dt="2021-03-18T12:18:50.053" v="4348"/>
          <ac:inkMkLst>
            <pc:docMk/>
            <pc:sldMk cId="1298652483" sldId="292"/>
            <ac:inkMk id="134" creationId="{242F8CFA-9D06-BA4F-9D44-C2A879F97EC1}"/>
          </ac:inkMkLst>
        </pc:inkChg>
        <pc:inkChg chg="add del topLvl">
          <ac:chgData name="Aggie Menezes" userId="74619c95fa3483c9" providerId="LiveId" clId="{D3128F82-6912-0F40-BAD3-A276DA5466DC}" dt="2021-03-18T10:50:07.736" v="3997"/>
          <ac:inkMkLst>
            <pc:docMk/>
            <pc:sldMk cId="1298652483" sldId="292"/>
            <ac:inkMk id="134" creationId="{C8DC2A12-51AB-B04C-9D03-3CADD442F228}"/>
          </ac:inkMkLst>
        </pc:inkChg>
        <pc:inkChg chg="add">
          <ac:chgData name="Aggie Menezes" userId="74619c95fa3483c9" providerId="LiveId" clId="{D3128F82-6912-0F40-BAD3-A276DA5466DC}" dt="2021-03-18T12:18:50.400" v="4349"/>
          <ac:inkMkLst>
            <pc:docMk/>
            <pc:sldMk cId="1298652483" sldId="292"/>
            <ac:inkMk id="135" creationId="{79273499-747A-4742-9156-67EBA50F1BD7}"/>
          </ac:inkMkLst>
        </pc:inkChg>
        <pc:inkChg chg="add">
          <ac:chgData name="Aggie Menezes" userId="74619c95fa3483c9" providerId="LiveId" clId="{D3128F82-6912-0F40-BAD3-A276DA5466DC}" dt="2021-03-18T12:18:50.588" v="4350"/>
          <ac:inkMkLst>
            <pc:docMk/>
            <pc:sldMk cId="1298652483" sldId="292"/>
            <ac:inkMk id="136" creationId="{8093CA75-3A46-934B-946C-EEE047218F57}"/>
          </ac:inkMkLst>
        </pc:inkChg>
        <pc:inkChg chg="add del topLvl">
          <ac:chgData name="Aggie Menezes" userId="74619c95fa3483c9" providerId="LiveId" clId="{D3128F82-6912-0F40-BAD3-A276DA5466DC}" dt="2021-03-18T10:50:07.274" v="3907"/>
          <ac:inkMkLst>
            <pc:docMk/>
            <pc:sldMk cId="1298652483" sldId="292"/>
            <ac:inkMk id="136" creationId="{8AFC9EA0-ADAE-274D-B47A-0856E36EA1F5}"/>
          </ac:inkMkLst>
        </pc:inkChg>
        <pc:inkChg chg="add del topLvl">
          <ac:chgData name="Aggie Menezes" userId="74619c95fa3483c9" providerId="LiveId" clId="{D3128F82-6912-0F40-BAD3-A276DA5466DC}" dt="2021-03-18T10:50:07.389" v="3926"/>
          <ac:inkMkLst>
            <pc:docMk/>
            <pc:sldMk cId="1298652483" sldId="292"/>
            <ac:inkMk id="137" creationId="{7DAFD074-CDC5-ED40-BF76-801B733ED01A}"/>
          </ac:inkMkLst>
        </pc:inkChg>
        <pc:inkChg chg="add del topLvl">
          <ac:chgData name="Aggie Menezes" userId="74619c95fa3483c9" providerId="LiveId" clId="{D3128F82-6912-0F40-BAD3-A276DA5466DC}" dt="2021-03-18T10:50:07.631" v="3973"/>
          <ac:inkMkLst>
            <pc:docMk/>
            <pc:sldMk cId="1298652483" sldId="292"/>
            <ac:inkMk id="139" creationId="{6328931E-7923-8845-BF73-3E0B1CC910C0}"/>
          </ac:inkMkLst>
        </pc:inkChg>
        <pc:inkChg chg="add del topLvl">
          <ac:chgData name="Aggie Menezes" userId="74619c95fa3483c9" providerId="LiveId" clId="{D3128F82-6912-0F40-BAD3-A276DA5466DC}" dt="2021-03-18T10:50:07.755" v="4002"/>
          <ac:inkMkLst>
            <pc:docMk/>
            <pc:sldMk cId="1298652483" sldId="292"/>
            <ac:inkMk id="140" creationId="{D671939C-0C5C-CD47-AE2E-21A2A166B920}"/>
          </ac:inkMkLst>
        </pc:inkChg>
        <pc:inkChg chg="add del topLvl">
          <ac:chgData name="Aggie Menezes" userId="74619c95fa3483c9" providerId="LiveId" clId="{D3128F82-6912-0F40-BAD3-A276DA5466DC}" dt="2021-03-18T10:50:07.340" v="3917"/>
          <ac:inkMkLst>
            <pc:docMk/>
            <pc:sldMk cId="1298652483" sldId="292"/>
            <ac:inkMk id="141" creationId="{39658EF1-FD8F-5548-9D60-D6DCC730081A}"/>
          </ac:inkMkLst>
        </pc:inkChg>
        <pc:inkChg chg="add del topLvl">
          <ac:chgData name="Aggie Menezes" userId="74619c95fa3483c9" providerId="LiveId" clId="{D3128F82-6912-0F40-BAD3-A276DA5466DC}" dt="2021-03-18T10:50:07.457" v="3938"/>
          <ac:inkMkLst>
            <pc:docMk/>
            <pc:sldMk cId="1298652483" sldId="292"/>
            <ac:inkMk id="142" creationId="{B72F4870-3B8A-9F4F-804A-A43BCE28054E}"/>
          </ac:inkMkLst>
        </pc:inkChg>
        <pc:inkChg chg="add del topLvl">
          <ac:chgData name="Aggie Menezes" userId="74619c95fa3483c9" providerId="LiveId" clId="{D3128F82-6912-0F40-BAD3-A276DA5466DC}" dt="2021-03-18T10:50:07.577" v="3961"/>
          <ac:inkMkLst>
            <pc:docMk/>
            <pc:sldMk cId="1298652483" sldId="292"/>
            <ac:inkMk id="143" creationId="{E0DF32D6-8EFF-1940-A75A-8AC661D73138}"/>
          </ac:inkMkLst>
        </pc:inkChg>
        <pc:inkChg chg="add del topLvl">
          <ac:chgData name="Aggie Menezes" userId="74619c95fa3483c9" providerId="LiveId" clId="{D3128F82-6912-0F40-BAD3-A276DA5466DC}" dt="2021-03-18T10:50:07.700" v="3988"/>
          <ac:inkMkLst>
            <pc:docMk/>
            <pc:sldMk cId="1298652483" sldId="292"/>
            <ac:inkMk id="144" creationId="{30AD988F-4506-CA40-AA34-7A20F724B272}"/>
          </ac:inkMkLst>
        </pc:inkChg>
        <pc:inkChg chg="add del topLvl">
          <ac:chgData name="Aggie Menezes" userId="74619c95fa3483c9" providerId="LiveId" clId="{D3128F82-6912-0F40-BAD3-A276DA5466DC}" dt="2021-03-18T10:50:07.286" v="3910"/>
          <ac:inkMkLst>
            <pc:docMk/>
            <pc:sldMk cId="1298652483" sldId="292"/>
            <ac:inkMk id="146" creationId="{C376C3DA-6626-BD4F-9925-5E5DCD9E3FAF}"/>
          </ac:inkMkLst>
        </pc:inkChg>
        <pc:inkChg chg="add del topLvl">
          <ac:chgData name="Aggie Menezes" userId="74619c95fa3483c9" providerId="LiveId" clId="{D3128F82-6912-0F40-BAD3-A276DA5466DC}" dt="2021-03-18T10:50:07.418" v="3931"/>
          <ac:inkMkLst>
            <pc:docMk/>
            <pc:sldMk cId="1298652483" sldId="292"/>
            <ac:inkMk id="147" creationId="{A0C017E9-5079-E140-AE5E-DE7A1DCF70D1}"/>
          </ac:inkMkLst>
        </pc:inkChg>
        <pc:inkChg chg="add del topLvl">
          <ac:chgData name="Aggie Menezes" userId="74619c95fa3483c9" providerId="LiveId" clId="{D3128F82-6912-0F40-BAD3-A276DA5466DC}" dt="2021-03-18T10:50:07.522" v="3950"/>
          <ac:inkMkLst>
            <pc:docMk/>
            <pc:sldMk cId="1298652483" sldId="292"/>
            <ac:inkMk id="149" creationId="{B88E9155-D458-8446-BC27-F593BEB93D27}"/>
          </ac:inkMkLst>
        </pc:inkChg>
        <pc:inkChg chg="add del topLvl">
          <ac:chgData name="Aggie Menezes" userId="74619c95fa3483c9" providerId="LiveId" clId="{D3128F82-6912-0F40-BAD3-A276DA5466DC}" dt="2021-03-18T10:50:07.781" v="4009"/>
          <ac:inkMkLst>
            <pc:docMk/>
            <pc:sldMk cId="1298652483" sldId="292"/>
            <ac:inkMk id="151" creationId="{1E15FE40-8255-464F-9208-CFD8009E6A38}"/>
          </ac:inkMkLst>
        </pc:inkChg>
        <pc:inkChg chg="add del topLvl">
          <ac:chgData name="Aggie Menezes" userId="74619c95fa3483c9" providerId="LiveId" clId="{D3128F82-6912-0F40-BAD3-A276DA5466DC}" dt="2021-03-18T10:50:07.479" v="3942"/>
          <ac:inkMkLst>
            <pc:docMk/>
            <pc:sldMk cId="1298652483" sldId="292"/>
            <ac:inkMk id="153" creationId="{23DC740E-40F3-AF47-9730-2C6643148F5D}"/>
          </ac:inkMkLst>
        </pc:inkChg>
        <pc:inkChg chg="add del topLvl">
          <ac:chgData name="Aggie Menezes" userId="74619c95fa3483c9" providerId="LiveId" clId="{D3128F82-6912-0F40-BAD3-A276DA5466DC}" dt="2021-03-18T10:50:07.540" v="3953"/>
          <ac:inkMkLst>
            <pc:docMk/>
            <pc:sldMk cId="1298652483" sldId="292"/>
            <ac:inkMk id="154" creationId="{47C92846-0C02-6A4F-9C4C-4EB4D04A69D4}"/>
          </ac:inkMkLst>
        </pc:inkChg>
        <pc:inkChg chg="add del topLvl">
          <ac:chgData name="Aggie Menezes" userId="74619c95fa3483c9" providerId="LiveId" clId="{D3128F82-6912-0F40-BAD3-A276DA5466DC}" dt="2021-03-18T10:50:07.764" v="4004"/>
          <ac:inkMkLst>
            <pc:docMk/>
            <pc:sldMk cId="1298652483" sldId="292"/>
            <ac:inkMk id="156" creationId="{DA82E533-D363-764A-871A-7E4742BB1A66}"/>
          </ac:inkMkLst>
        </pc:inkChg>
        <pc:inkChg chg="add del">
          <ac:chgData name="Aggie Menezes" userId="74619c95fa3483c9" providerId="LiveId" clId="{D3128F82-6912-0F40-BAD3-A276DA5466DC}" dt="2021-03-18T10:50:07.501" v="3946"/>
          <ac:inkMkLst>
            <pc:docMk/>
            <pc:sldMk cId="1298652483" sldId="292"/>
            <ac:inkMk id="157" creationId="{19D6AC5A-3169-314F-BA15-A31F9E6776A2}"/>
          </ac:inkMkLst>
        </pc:inkChg>
        <pc:inkChg chg="add del topLvl">
          <ac:chgData name="Aggie Menezes" userId="74619c95fa3483c9" providerId="LiveId" clId="{D3128F82-6912-0F40-BAD3-A276DA5466DC}" dt="2021-03-18T10:50:07.608" v="3968"/>
          <ac:inkMkLst>
            <pc:docMk/>
            <pc:sldMk cId="1298652483" sldId="292"/>
            <ac:inkMk id="159" creationId="{02E1350B-B817-EA40-ADF5-E4F4F2D5D23C}"/>
          </ac:inkMkLst>
        </pc:inkChg>
        <pc:inkChg chg="add del topLvl">
          <ac:chgData name="Aggie Menezes" userId="74619c95fa3483c9" providerId="LiveId" clId="{D3128F82-6912-0F40-BAD3-A276DA5466DC}" dt="2021-03-18T10:50:07.716" v="3992"/>
          <ac:inkMkLst>
            <pc:docMk/>
            <pc:sldMk cId="1298652483" sldId="292"/>
            <ac:inkMk id="160" creationId="{69552ED1-88DC-634B-A525-47EDD22DC941}"/>
          </ac:inkMkLst>
        </pc:inkChg>
        <pc:inkChg chg="add del topLvl">
          <ac:chgData name="Aggie Menezes" userId="74619c95fa3483c9" providerId="LiveId" clId="{D3128F82-6912-0F40-BAD3-A276DA5466DC}" dt="2021-03-18T10:50:07.438" v="3934"/>
          <ac:inkMkLst>
            <pc:docMk/>
            <pc:sldMk cId="1298652483" sldId="292"/>
            <ac:inkMk id="161" creationId="{5C1AAF83-6EB7-5E48-A26E-B3381FE93CFD}"/>
          </ac:inkMkLst>
        </pc:inkChg>
        <pc:inkChg chg="add del topLvl">
          <ac:chgData name="Aggie Menezes" userId="74619c95fa3483c9" providerId="LiveId" clId="{D3128F82-6912-0F40-BAD3-A276DA5466DC}" dt="2021-03-18T10:50:07.551" v="3955"/>
          <ac:inkMkLst>
            <pc:docMk/>
            <pc:sldMk cId="1298652483" sldId="292"/>
            <ac:inkMk id="162" creationId="{E5AF00D2-54AF-6245-9AFA-FE4055292E9F}"/>
          </ac:inkMkLst>
        </pc:inkChg>
        <pc:inkChg chg="add del topLvl">
          <ac:chgData name="Aggie Menezes" userId="74619c95fa3483c9" providerId="LiveId" clId="{D3128F82-6912-0F40-BAD3-A276DA5466DC}" dt="2021-03-18T10:50:07.642" v="3976"/>
          <ac:inkMkLst>
            <pc:docMk/>
            <pc:sldMk cId="1298652483" sldId="292"/>
            <ac:inkMk id="163" creationId="{40D8A774-DE7D-0047-86BE-A22A284DC153}"/>
          </ac:inkMkLst>
        </pc:inkChg>
        <pc:inkChg chg="add del topLvl">
          <ac:chgData name="Aggie Menezes" userId="74619c95fa3483c9" providerId="LiveId" clId="{D3128F82-6912-0F40-BAD3-A276DA5466DC}" dt="2021-03-18T10:50:07.752" v="4001"/>
          <ac:inkMkLst>
            <pc:docMk/>
            <pc:sldMk cId="1298652483" sldId="292"/>
            <ac:inkMk id="164" creationId="{273EA6E5-4110-394D-8806-3C440777BBAC}"/>
          </ac:inkMkLst>
        </pc:inkChg>
        <pc:inkChg chg="add del topLvl">
          <ac:chgData name="Aggie Menezes" userId="74619c95fa3483c9" providerId="LiveId" clId="{D3128F82-6912-0F40-BAD3-A276DA5466DC}" dt="2021-03-18T10:50:07.598" v="3966"/>
          <ac:inkMkLst>
            <pc:docMk/>
            <pc:sldMk cId="1298652483" sldId="292"/>
            <ac:inkMk id="165" creationId="{9CA0954B-CB17-C243-A826-0309EB97770E}"/>
          </ac:inkMkLst>
        </pc:inkChg>
        <pc:inkChg chg="add del">
          <ac:chgData name="Aggie Menezes" userId="74619c95fa3483c9" providerId="LiveId" clId="{D3128F82-6912-0F40-BAD3-A276DA5466DC}" dt="2021-03-18T10:50:07.681" v="3984"/>
          <ac:inkMkLst>
            <pc:docMk/>
            <pc:sldMk cId="1298652483" sldId="292"/>
            <ac:inkMk id="167" creationId="{1FBC6682-7AE5-A34A-B7C5-2B07BEE78BFA}"/>
          </ac:inkMkLst>
        </pc:inkChg>
        <pc:inkChg chg="add del topLvl">
          <ac:chgData name="Aggie Menezes" userId="74619c95fa3483c9" providerId="LiveId" clId="{D3128F82-6912-0F40-BAD3-A276DA5466DC}" dt="2021-03-18T10:50:07.711" v="3991"/>
          <ac:inkMkLst>
            <pc:docMk/>
            <pc:sldMk cId="1298652483" sldId="292"/>
            <ac:inkMk id="169" creationId="{D5E86F71-5D94-FE49-98FC-C47B03299010}"/>
          </ac:inkMkLst>
        </pc:inkChg>
        <pc:inkChg chg="add del topLvl">
          <ac:chgData name="Aggie Menezes" userId="74619c95fa3483c9" providerId="LiveId" clId="{D3128F82-6912-0F40-BAD3-A276DA5466DC}" dt="2021-03-18T10:50:07.295" v="3911"/>
          <ac:inkMkLst>
            <pc:docMk/>
            <pc:sldMk cId="1298652483" sldId="292"/>
            <ac:inkMk id="170" creationId="{50752B16-25A5-4A46-9515-C5A240A90F8B}"/>
          </ac:inkMkLst>
        </pc:inkChg>
        <pc:inkChg chg="add del topLvl">
          <ac:chgData name="Aggie Menezes" userId="74619c95fa3483c9" providerId="LiveId" clId="{D3128F82-6912-0F40-BAD3-A276DA5466DC}" dt="2021-03-18T10:50:07.413" v="3930"/>
          <ac:inkMkLst>
            <pc:docMk/>
            <pc:sldMk cId="1298652483" sldId="292"/>
            <ac:inkMk id="171" creationId="{D0EE9307-47EF-FE46-A130-079C2F2C208C}"/>
          </ac:inkMkLst>
        </pc:inkChg>
        <pc:inkChg chg="add del topLvl">
          <ac:chgData name="Aggie Menezes" userId="74619c95fa3483c9" providerId="LiveId" clId="{D3128F82-6912-0F40-BAD3-A276DA5466DC}" dt="2021-03-18T10:50:07.529" v="3951"/>
          <ac:inkMkLst>
            <pc:docMk/>
            <pc:sldMk cId="1298652483" sldId="292"/>
            <ac:inkMk id="172" creationId="{7A6DC620-03D0-5249-A1F0-3D6AE870D795}"/>
          </ac:inkMkLst>
        </pc:inkChg>
        <pc:inkChg chg="add del topLvl">
          <ac:chgData name="Aggie Menezes" userId="74619c95fa3483c9" providerId="LiveId" clId="{D3128F82-6912-0F40-BAD3-A276DA5466DC}" dt="2021-03-18T10:50:07.618" v="3970"/>
          <ac:inkMkLst>
            <pc:docMk/>
            <pc:sldMk cId="1298652483" sldId="292"/>
            <ac:inkMk id="173" creationId="{3112E4E3-5E57-454B-97FB-C17F91A81E49}"/>
          </ac:inkMkLst>
        </pc:inkChg>
        <pc:inkChg chg="add del topLvl">
          <ac:chgData name="Aggie Menezes" userId="74619c95fa3483c9" providerId="LiveId" clId="{D3128F82-6912-0F40-BAD3-A276DA5466DC}" dt="2021-03-18T10:50:07.730" v="3995"/>
          <ac:inkMkLst>
            <pc:docMk/>
            <pc:sldMk cId="1298652483" sldId="292"/>
            <ac:inkMk id="174" creationId="{08AEFFA5-DFD0-5044-9B7C-E4AE94F2239B}"/>
          </ac:inkMkLst>
        </pc:inkChg>
        <pc:inkChg chg="add del topLvl">
          <ac:chgData name="Aggie Menezes" userId="74619c95fa3483c9" providerId="LiveId" clId="{D3128F82-6912-0F40-BAD3-A276DA5466DC}" dt="2021-03-18T10:50:07.322" v="3914"/>
          <ac:inkMkLst>
            <pc:docMk/>
            <pc:sldMk cId="1298652483" sldId="292"/>
            <ac:inkMk id="175" creationId="{CD5DAD70-273B-914D-9CAF-199CDBB7A787}"/>
          </ac:inkMkLst>
        </pc:inkChg>
        <pc:inkChg chg="add del topLvl">
          <ac:chgData name="Aggie Menezes" userId="74619c95fa3483c9" providerId="LiveId" clId="{D3128F82-6912-0F40-BAD3-A276DA5466DC}" dt="2021-03-18T10:50:07.446" v="3935"/>
          <ac:inkMkLst>
            <pc:docMk/>
            <pc:sldMk cId="1298652483" sldId="292"/>
            <ac:inkMk id="176" creationId="{13099CA0-FB32-5F48-AD1A-B79BE97E978A}"/>
          </ac:inkMkLst>
        </pc:inkChg>
        <pc:inkChg chg="add del topLvl">
          <ac:chgData name="Aggie Menezes" userId="74619c95fa3483c9" providerId="LiveId" clId="{D3128F82-6912-0F40-BAD3-A276DA5466DC}" dt="2021-03-18T10:50:07.558" v="3956"/>
          <ac:inkMkLst>
            <pc:docMk/>
            <pc:sldMk cId="1298652483" sldId="292"/>
            <ac:inkMk id="177" creationId="{350087D3-24CD-6D49-B562-2B68355E69F8}"/>
          </ac:inkMkLst>
        </pc:inkChg>
        <pc:inkChg chg="add del topLvl">
          <ac:chgData name="Aggie Menezes" userId="74619c95fa3483c9" providerId="LiveId" clId="{D3128F82-6912-0F40-BAD3-A276DA5466DC}" dt="2021-03-18T10:50:07.639" v="3975"/>
          <ac:inkMkLst>
            <pc:docMk/>
            <pc:sldMk cId="1298652483" sldId="292"/>
            <ac:inkMk id="178" creationId="{6B46981A-3C04-5349-9E24-3324D9F97E38}"/>
          </ac:inkMkLst>
        </pc:inkChg>
        <pc:inkChg chg="add del topLvl">
          <ac:chgData name="Aggie Menezes" userId="74619c95fa3483c9" providerId="LiveId" clId="{D3128F82-6912-0F40-BAD3-A276DA5466DC}" dt="2021-03-18T10:50:07.401" v="3928"/>
          <ac:inkMkLst>
            <pc:docMk/>
            <pc:sldMk cId="1298652483" sldId="292"/>
            <ac:inkMk id="180" creationId="{CE265756-BBCF-ED4A-9D4B-1FCA95984907}"/>
          </ac:inkMkLst>
        </pc:inkChg>
        <pc:inkChg chg="add del topLvl">
          <ac:chgData name="Aggie Menezes" userId="74619c95fa3483c9" providerId="LiveId" clId="{D3128F82-6912-0F40-BAD3-A276DA5466DC}" dt="2021-03-18T10:50:07.518" v="3949"/>
          <ac:inkMkLst>
            <pc:docMk/>
            <pc:sldMk cId="1298652483" sldId="292"/>
            <ac:inkMk id="181" creationId="{3217D449-BBD6-0C43-B735-C5B207E95311}"/>
          </ac:inkMkLst>
        </pc:inkChg>
        <pc:inkChg chg="add del topLvl">
          <ac:chgData name="Aggie Menezes" userId="74619c95fa3483c9" providerId="LiveId" clId="{D3128F82-6912-0F40-BAD3-A276DA5466DC}" dt="2021-03-18T10:50:07.564" v="3957"/>
          <ac:inkMkLst>
            <pc:docMk/>
            <pc:sldMk cId="1298652483" sldId="292"/>
            <ac:inkMk id="182" creationId="{D8F1B88D-B0E6-034C-BBC8-F8C167CEE7CF}"/>
          </ac:inkMkLst>
        </pc:inkChg>
        <pc:inkChg chg="add del topLvl">
          <ac:chgData name="Aggie Menezes" userId="74619c95fa3483c9" providerId="LiveId" clId="{D3128F82-6912-0F40-BAD3-A276DA5466DC}" dt="2021-03-18T10:50:07.258" v="3905"/>
          <ac:inkMkLst>
            <pc:docMk/>
            <pc:sldMk cId="1298652483" sldId="292"/>
            <ac:inkMk id="183" creationId="{2F965706-4C87-924C-BFF2-CABCD7DC44D3}"/>
          </ac:inkMkLst>
        </pc:inkChg>
        <pc:inkChg chg="add del topLvl">
          <ac:chgData name="Aggie Menezes" userId="74619c95fa3483c9" providerId="LiveId" clId="{D3128F82-6912-0F40-BAD3-A276DA5466DC}" dt="2021-03-18T10:50:07.352" v="3919"/>
          <ac:inkMkLst>
            <pc:docMk/>
            <pc:sldMk cId="1298652483" sldId="292"/>
            <ac:inkMk id="184" creationId="{41B051E7-6B6B-A949-8B6B-33BCAFEB9741}"/>
          </ac:inkMkLst>
        </pc:inkChg>
        <pc:inkChg chg="add del topLvl">
          <ac:chgData name="Aggie Menezes" userId="74619c95fa3483c9" providerId="LiveId" clId="{D3128F82-6912-0F40-BAD3-A276DA5466DC}" dt="2021-03-18T10:50:07.535" v="3952"/>
          <ac:inkMkLst>
            <pc:docMk/>
            <pc:sldMk cId="1298652483" sldId="292"/>
            <ac:inkMk id="185" creationId="{BD201309-8D7E-6345-8091-80926F9CD4F7}"/>
          </ac:inkMkLst>
        </pc:inkChg>
        <pc:inkChg chg="add del">
          <ac:chgData name="Aggie Menezes" userId="74619c95fa3483c9" providerId="LiveId" clId="{D3128F82-6912-0F40-BAD3-A276DA5466DC}" dt="2021-03-18T10:50:07.484" v="3943"/>
          <ac:inkMkLst>
            <pc:docMk/>
            <pc:sldMk cId="1298652483" sldId="292"/>
            <ac:inkMk id="187" creationId="{3C120638-02B3-E642-9CDC-0A923948011B}"/>
          </ac:inkMkLst>
        </pc:inkChg>
        <pc:inkChg chg="add del">
          <ac:chgData name="Aggie Menezes" userId="74619c95fa3483c9" providerId="LiveId" clId="{D3128F82-6912-0F40-BAD3-A276DA5466DC}" dt="2021-03-18T10:50:07.695" v="3987"/>
          <ac:inkMkLst>
            <pc:docMk/>
            <pc:sldMk cId="1298652483" sldId="292"/>
            <ac:inkMk id="188" creationId="{5FFF5436-B1F5-9D49-B85F-A738BFB85539}"/>
          </ac:inkMkLst>
        </pc:inkChg>
        <pc:inkChg chg="add del topLvl">
          <ac:chgData name="Aggie Menezes" userId="74619c95fa3483c9" providerId="LiveId" clId="{D3128F82-6912-0F40-BAD3-A276DA5466DC}" dt="2021-03-18T10:50:07.775" v="4007"/>
          <ac:inkMkLst>
            <pc:docMk/>
            <pc:sldMk cId="1298652483" sldId="292"/>
            <ac:inkMk id="189" creationId="{30D19596-4733-F541-81A6-196A721F4124}"/>
          </ac:inkMkLst>
        </pc:inkChg>
        <pc:inkChg chg="add del">
          <ac:chgData name="Aggie Menezes" userId="74619c95fa3483c9" providerId="LiveId" clId="{D3128F82-6912-0F40-BAD3-A276DA5466DC}" dt="2021-03-18T10:50:07.691" v="3986"/>
          <ac:inkMkLst>
            <pc:docMk/>
            <pc:sldMk cId="1298652483" sldId="292"/>
            <ac:inkMk id="190" creationId="{72A53E28-7B39-4F45-B8DD-F85EC2F67FA8}"/>
          </ac:inkMkLst>
        </pc:inkChg>
        <pc:inkChg chg="add del topLvl">
          <ac:chgData name="Aggie Menezes" userId="74619c95fa3483c9" providerId="LiveId" clId="{D3128F82-6912-0F40-BAD3-A276DA5466DC}" dt="2021-03-18T10:50:07.771" v="4006"/>
          <ac:inkMkLst>
            <pc:docMk/>
            <pc:sldMk cId="1298652483" sldId="292"/>
            <ac:inkMk id="191" creationId="{71BF6689-B28A-C14F-8354-8909D31B9B80}"/>
          </ac:inkMkLst>
        </pc:inkChg>
        <pc:inkChg chg="add del topLvl">
          <ac:chgData name="Aggie Menezes" userId="74619c95fa3483c9" providerId="LiveId" clId="{D3128F82-6912-0F40-BAD3-A276DA5466DC}" dt="2021-03-18T10:50:07.496" v="3945"/>
          <ac:inkMkLst>
            <pc:docMk/>
            <pc:sldMk cId="1298652483" sldId="292"/>
            <ac:inkMk id="192" creationId="{3045A37A-1B71-EF46-84AE-EE1F01E98C0F}"/>
          </ac:inkMkLst>
        </pc:inkChg>
        <pc:inkChg chg="add del topLvl">
          <ac:chgData name="Aggie Menezes" userId="74619c95fa3483c9" providerId="LiveId" clId="{D3128F82-6912-0F40-BAD3-A276DA5466DC}" dt="2021-03-18T10:50:07.579" v="3962"/>
          <ac:inkMkLst>
            <pc:docMk/>
            <pc:sldMk cId="1298652483" sldId="292"/>
            <ac:inkMk id="193" creationId="{B88A35F7-6D45-3A44-B4D0-953B17DBB0DA}"/>
          </ac:inkMkLst>
        </pc:inkChg>
        <pc:inkChg chg="add del">
          <ac:chgData name="Aggie Menezes" userId="74619c95fa3483c9" providerId="LiveId" clId="{D3128F82-6912-0F40-BAD3-A276DA5466DC}" dt="2021-03-18T10:50:07.452" v="3937"/>
          <ac:inkMkLst>
            <pc:docMk/>
            <pc:sldMk cId="1298652483" sldId="292"/>
            <ac:inkMk id="196" creationId="{B8F994B8-FE53-5448-B49F-E090B98B2A5A}"/>
          </ac:inkMkLst>
        </pc:inkChg>
        <pc:inkChg chg="add del">
          <ac:chgData name="Aggie Menezes" userId="74619c95fa3483c9" providerId="LiveId" clId="{D3128F82-6912-0F40-BAD3-A276DA5466DC}" dt="2021-03-18T10:50:07.570" v="3959"/>
          <ac:inkMkLst>
            <pc:docMk/>
            <pc:sldMk cId="1298652483" sldId="292"/>
            <ac:inkMk id="197" creationId="{8AF95053-F938-E041-86C4-CB475A6CE02A}"/>
          </ac:inkMkLst>
        </pc:inkChg>
        <pc:inkChg chg="add del topLvl">
          <ac:chgData name="Aggie Menezes" userId="74619c95fa3483c9" providerId="LiveId" clId="{D3128F82-6912-0F40-BAD3-A276DA5466DC}" dt="2021-03-18T10:50:07.656" v="3979"/>
          <ac:inkMkLst>
            <pc:docMk/>
            <pc:sldMk cId="1298652483" sldId="292"/>
            <ac:inkMk id="198" creationId="{65909EF6-C076-F247-B86E-9DBA5F638F80}"/>
          </ac:inkMkLst>
        </pc:inkChg>
        <pc:inkChg chg="add del topLvl">
          <ac:chgData name="Aggie Menezes" userId="74619c95fa3483c9" providerId="LiveId" clId="{D3128F82-6912-0F40-BAD3-A276DA5466DC}" dt="2021-03-18T10:50:07.573" v="3960"/>
          <ac:inkMkLst>
            <pc:docMk/>
            <pc:sldMk cId="1298652483" sldId="292"/>
            <ac:inkMk id="199" creationId="{37081D2C-BB0E-7347-81C2-9D2B6C46FDED}"/>
          </ac:inkMkLst>
        </pc:inkChg>
        <pc:inkChg chg="add del topLvl">
          <ac:chgData name="Aggie Menezes" userId="74619c95fa3483c9" providerId="LiveId" clId="{D3128F82-6912-0F40-BAD3-A276DA5466DC}" dt="2021-03-18T10:50:07.652" v="3978"/>
          <ac:inkMkLst>
            <pc:docMk/>
            <pc:sldMk cId="1298652483" sldId="292"/>
            <ac:inkMk id="200" creationId="{8F009A17-7D3E-6D4F-80D3-78DBC83F3D0F}"/>
          </ac:inkMkLst>
        </pc:inkChg>
        <pc:inkChg chg="add del">
          <ac:chgData name="Aggie Menezes" userId="74619c95fa3483c9" providerId="LiveId" clId="{D3128F82-6912-0F40-BAD3-A276DA5466DC}" dt="2021-03-18T10:50:07.405" v="3929"/>
          <ac:inkMkLst>
            <pc:docMk/>
            <pc:sldMk cId="1298652483" sldId="292"/>
            <ac:inkMk id="202" creationId="{FBBCA10D-0C10-604A-9D91-98B870DA1D63}"/>
          </ac:inkMkLst>
        </pc:inkChg>
        <pc:inkChg chg="add del topLvl">
          <ac:chgData name="Aggie Menezes" userId="74619c95fa3483c9" providerId="LiveId" clId="{D3128F82-6912-0F40-BAD3-A276DA5466DC}" dt="2021-03-18T10:50:07.509" v="3948"/>
          <ac:inkMkLst>
            <pc:docMk/>
            <pc:sldMk cId="1298652483" sldId="292"/>
            <ac:inkMk id="204" creationId="{2A3340C8-9CC8-D748-9C7E-1A35A9F274D7}"/>
          </ac:inkMkLst>
        </pc:inkChg>
        <pc:inkChg chg="add del topLvl">
          <ac:chgData name="Aggie Menezes" userId="74619c95fa3483c9" providerId="LiveId" clId="{D3128F82-6912-0F40-BAD3-A276DA5466DC}" dt="2021-03-18T10:50:07.462" v="3939"/>
          <ac:inkMkLst>
            <pc:docMk/>
            <pc:sldMk cId="1298652483" sldId="292"/>
            <ac:inkMk id="205" creationId="{BAC13828-1957-C24C-AC97-E5A7BD73FCF9}"/>
          </ac:inkMkLst>
        </pc:inkChg>
        <pc:inkChg chg="add del topLvl">
          <ac:chgData name="Aggie Menezes" userId="74619c95fa3483c9" providerId="LiveId" clId="{D3128F82-6912-0F40-BAD3-A276DA5466DC}" dt="2021-03-18T10:50:07.604" v="3967"/>
          <ac:inkMkLst>
            <pc:docMk/>
            <pc:sldMk cId="1298652483" sldId="292"/>
            <ac:inkMk id="207" creationId="{3544D31B-AA15-A640-A839-D7D2742E1642}"/>
          </ac:inkMkLst>
        </pc:inkChg>
        <pc:inkChg chg="add del topLvl">
          <ac:chgData name="Aggie Menezes" userId="74619c95fa3483c9" providerId="LiveId" clId="{D3128F82-6912-0F40-BAD3-A276DA5466DC}" dt="2021-03-18T10:50:07.687" v="3985"/>
          <ac:inkMkLst>
            <pc:docMk/>
            <pc:sldMk cId="1298652483" sldId="292"/>
            <ac:inkMk id="208" creationId="{65BD1BDC-5BC2-544A-81DF-3403A4B1468D}"/>
          </ac:inkMkLst>
        </pc:inkChg>
        <pc:inkChg chg="add del">
          <ac:chgData name="Aggie Menezes" userId="74619c95fa3483c9" providerId="LiveId" clId="{D3128F82-6912-0F40-BAD3-A276DA5466DC}" dt="2021-03-18T10:50:07.268" v="3906"/>
          <ac:inkMkLst>
            <pc:docMk/>
            <pc:sldMk cId="1298652483" sldId="292"/>
            <ac:inkMk id="210" creationId="{C5F43436-4D1C-FF47-B2A6-B11019394FB4}"/>
          </ac:inkMkLst>
        </pc:inkChg>
        <pc:inkChg chg="add del">
          <ac:chgData name="Aggie Menezes" userId="74619c95fa3483c9" providerId="LiveId" clId="{D3128F82-6912-0F40-BAD3-A276DA5466DC}" dt="2021-03-18T10:50:07.759" v="4003"/>
          <ac:inkMkLst>
            <pc:docMk/>
            <pc:sldMk cId="1298652483" sldId="292"/>
            <ac:inkMk id="211" creationId="{A331AFF0-B686-F042-A4BF-F0058C5B2CB5}"/>
          </ac:inkMkLst>
        </pc:inkChg>
        <pc:inkChg chg="add del topLvl">
          <ac:chgData name="Aggie Menezes" userId="74619c95fa3483c9" providerId="LiveId" clId="{D3128F82-6912-0F40-BAD3-A276DA5466DC}" dt="2021-03-18T10:50:07.741" v="3998"/>
          <ac:inkMkLst>
            <pc:docMk/>
            <pc:sldMk cId="1298652483" sldId="292"/>
            <ac:inkMk id="213" creationId="{35747E60-4655-7F4D-B46D-C0BECCEA6F49}"/>
          </ac:inkMkLst>
        </pc:inkChg>
        <pc:inkChg chg="add del">
          <ac:chgData name="Aggie Menezes" userId="74619c95fa3483c9" providerId="LiveId" clId="{D3128F82-6912-0F40-BAD3-A276DA5466DC}" dt="2021-03-18T10:50:07.281" v="3909"/>
          <ac:inkMkLst>
            <pc:docMk/>
            <pc:sldMk cId="1298652483" sldId="292"/>
            <ac:inkMk id="214" creationId="{DDAA4DB8-D67F-BF4E-BF52-EA5F147B75E4}"/>
          </ac:inkMkLst>
        </pc:inkChg>
        <pc:inkChg chg="add del">
          <ac:chgData name="Aggie Menezes" userId="74619c95fa3483c9" providerId="LiveId" clId="{D3128F82-6912-0F40-BAD3-A276DA5466DC}" dt="2021-03-18T10:50:07.360" v="3921"/>
          <ac:inkMkLst>
            <pc:docMk/>
            <pc:sldMk cId="1298652483" sldId="292"/>
            <ac:inkMk id="215" creationId="{E962731B-93C0-0447-8895-F9688D908C7A}"/>
          </ac:inkMkLst>
        </pc:inkChg>
        <pc:inkChg chg="add del">
          <ac:chgData name="Aggie Menezes" userId="74619c95fa3483c9" providerId="LiveId" clId="{D3128F82-6912-0F40-BAD3-A276DA5466DC}" dt="2021-03-18T10:50:07.665" v="3981"/>
          <ac:inkMkLst>
            <pc:docMk/>
            <pc:sldMk cId="1298652483" sldId="292"/>
            <ac:inkMk id="216" creationId="{3F3A891A-A9D5-DA4E-82DF-F2321D9E1C77}"/>
          </ac:inkMkLst>
        </pc:inkChg>
        <pc:inkChg chg="add del topLvl">
          <ac:chgData name="Aggie Menezes" userId="74619c95fa3483c9" providerId="LiveId" clId="{D3128F82-6912-0F40-BAD3-A276DA5466DC}" dt="2021-03-18T10:50:07.788" v="4011"/>
          <ac:inkMkLst>
            <pc:docMk/>
            <pc:sldMk cId="1298652483" sldId="292"/>
            <ac:inkMk id="217" creationId="{38EB699D-2801-624A-99EB-6B64426CF4DD}"/>
          </ac:inkMkLst>
        </pc:inkChg>
        <pc:inkChg chg="add del">
          <ac:chgData name="Aggie Menezes" userId="74619c95fa3483c9" providerId="LiveId" clId="{D3128F82-6912-0F40-BAD3-A276DA5466DC}" dt="2021-03-18T10:50:07.356" v="3920"/>
          <ac:inkMkLst>
            <pc:docMk/>
            <pc:sldMk cId="1298652483" sldId="292"/>
            <ac:inkMk id="219" creationId="{A8EC250E-17A2-2D45-ADD3-30799B1BB516}"/>
          </ac:inkMkLst>
        </pc:inkChg>
        <pc:inkChg chg="add del">
          <ac:chgData name="Aggie Menezes" userId="74619c95fa3483c9" providerId="LiveId" clId="{D3128F82-6912-0F40-BAD3-A276DA5466DC}" dt="2021-03-18T10:50:07.474" v="3941"/>
          <ac:inkMkLst>
            <pc:docMk/>
            <pc:sldMk cId="1298652483" sldId="292"/>
            <ac:inkMk id="220" creationId="{AE7A7EBA-231D-3047-AA25-46C186312006}"/>
          </ac:inkMkLst>
        </pc:inkChg>
        <pc:inkChg chg="add del">
          <ac:chgData name="Aggie Menezes" userId="74619c95fa3483c9" providerId="LiveId" clId="{D3128F82-6912-0F40-BAD3-A276DA5466DC}" dt="2021-03-18T10:50:07.594" v="3965"/>
          <ac:inkMkLst>
            <pc:docMk/>
            <pc:sldMk cId="1298652483" sldId="292"/>
            <ac:inkMk id="221" creationId="{82D192C8-A9DA-A64D-85EE-554B62B64453}"/>
          </ac:inkMkLst>
        </pc:inkChg>
        <pc:inkChg chg="add del topLvl">
          <ac:chgData name="Aggie Menezes" userId="74619c95fa3483c9" providerId="LiveId" clId="{D3128F82-6912-0F40-BAD3-A276DA5466DC}" dt="2021-03-18T10:50:07.670" v="3982"/>
          <ac:inkMkLst>
            <pc:docMk/>
            <pc:sldMk cId="1298652483" sldId="292"/>
            <ac:inkMk id="222" creationId="{EA76AA99-988C-474C-BBE6-BB3460AEA6F8}"/>
          </ac:inkMkLst>
        </pc:inkChg>
        <pc:inkChg chg="add del topLvl">
          <ac:chgData name="Aggie Menezes" userId="74619c95fa3483c9" providerId="LiveId" clId="{D3128F82-6912-0F40-BAD3-A276DA5466DC}" dt="2021-03-18T10:50:07.794" v="4013"/>
          <ac:inkMkLst>
            <pc:docMk/>
            <pc:sldMk cId="1298652483" sldId="292"/>
            <ac:inkMk id="223" creationId="{C0A6F207-7E9C-ED4E-9338-AB391456F545}"/>
          </ac:inkMkLst>
        </pc:inkChg>
        <pc:inkChg chg="add del">
          <ac:chgData name="Aggie Menezes" userId="74619c95fa3483c9" providerId="LiveId" clId="{D3128F82-6912-0F40-BAD3-A276DA5466DC}" dt="2021-03-18T10:50:07.450" v="3936"/>
          <ac:inkMkLst>
            <pc:docMk/>
            <pc:sldMk cId="1298652483" sldId="292"/>
            <ac:inkMk id="225" creationId="{752C6CFC-9075-DC46-BE84-9D2DF10A4358}"/>
          </ac:inkMkLst>
        </pc:inkChg>
        <pc:inkChg chg="add del">
          <ac:chgData name="Aggie Menezes" userId="74619c95fa3483c9" providerId="LiveId" clId="{D3128F82-6912-0F40-BAD3-A276DA5466DC}" dt="2021-03-18T10:50:07.506" v="3947"/>
          <ac:inkMkLst>
            <pc:docMk/>
            <pc:sldMk cId="1298652483" sldId="292"/>
            <ac:inkMk id="226" creationId="{8CA1CDD4-C0A7-6E45-AD3D-E35597997007}"/>
          </ac:inkMkLst>
        </pc:inkChg>
        <pc:inkChg chg="add del topLvl">
          <ac:chgData name="Aggie Menezes" userId="74619c95fa3483c9" providerId="LiveId" clId="{D3128F82-6912-0F40-BAD3-A276DA5466DC}" dt="2021-03-18T10:50:07.612" v="3969"/>
          <ac:inkMkLst>
            <pc:docMk/>
            <pc:sldMk cId="1298652483" sldId="292"/>
            <ac:inkMk id="227" creationId="{C05486A8-CB79-B04E-B0C5-9A295D9B2FF2}"/>
          </ac:inkMkLst>
        </pc:inkChg>
        <pc:inkChg chg="add del topLvl">
          <ac:chgData name="Aggie Menezes" userId="74619c95fa3483c9" providerId="LiveId" clId="{D3128F82-6912-0F40-BAD3-A276DA5466DC}" dt="2021-03-18T10:50:07.702" v="3989"/>
          <ac:inkMkLst>
            <pc:docMk/>
            <pc:sldMk cId="1298652483" sldId="292"/>
            <ac:inkMk id="228" creationId="{30D4E463-4EFF-9D4C-B1D5-3CF69E1F8E9C}"/>
          </ac:inkMkLst>
        </pc:inkChg>
        <pc:inkChg chg="add del">
          <ac:chgData name="Aggie Menezes" userId="74619c95fa3483c9" providerId="LiveId" clId="{D3128F82-6912-0F40-BAD3-A276DA5466DC}" dt="2021-03-18T10:50:07.393" v="3927"/>
          <ac:inkMkLst>
            <pc:docMk/>
            <pc:sldMk cId="1298652483" sldId="292"/>
            <ac:inkMk id="230" creationId="{D97DF1EF-173A-CE4A-AE6A-7FEC067BBE62}"/>
          </ac:inkMkLst>
        </pc:inkChg>
      </pc:sldChg>
      <pc:sldChg chg="addSp delSp">
        <pc:chgData name="Aggie Menezes" userId="74619c95fa3483c9" providerId="LiveId" clId="{D3128F82-6912-0F40-BAD3-A276DA5466DC}" dt="2021-02-13T02:41:39.223" v="159"/>
        <pc:sldMkLst>
          <pc:docMk/>
          <pc:sldMk cId="6076760" sldId="293"/>
        </pc:sldMkLst>
        <pc:grpChg chg="add del">
          <ac:chgData name="Aggie Menezes" userId="74619c95fa3483c9" providerId="LiveId" clId="{D3128F82-6912-0F40-BAD3-A276DA5466DC}" dt="2021-02-13T02:41:39.198" v="151"/>
          <ac:grpSpMkLst>
            <pc:docMk/>
            <pc:sldMk cId="6076760" sldId="293"/>
            <ac:grpSpMk id="36" creationId="{4F376161-8E9C-DF44-8DE6-A7D73002B23C}"/>
          </ac:grpSpMkLst>
        </pc:grpChg>
        <pc:grpChg chg="add del">
          <ac:chgData name="Aggie Menezes" userId="74619c95fa3483c9" providerId="LiveId" clId="{D3128F82-6912-0F40-BAD3-A276DA5466DC}" dt="2021-02-13T02:41:39.178" v="147"/>
          <ac:grpSpMkLst>
            <pc:docMk/>
            <pc:sldMk cId="6076760" sldId="293"/>
            <ac:grpSpMk id="37" creationId="{6CA8D3BA-B4C1-CB41-8831-A361C5AE61D1}"/>
          </ac:grpSpMkLst>
        </pc:grpChg>
        <pc:grpChg chg="add del">
          <ac:chgData name="Aggie Menezes" userId="74619c95fa3483c9" providerId="LiveId" clId="{D3128F82-6912-0F40-BAD3-A276DA5466DC}" dt="2021-02-13T02:41:39.218" v="157"/>
          <ac:grpSpMkLst>
            <pc:docMk/>
            <pc:sldMk cId="6076760" sldId="293"/>
            <ac:grpSpMk id="38" creationId="{28C4DEDC-8242-1C44-9291-6332A1E69637}"/>
          </ac:grpSpMkLst>
        </pc:grpChg>
        <pc:grpChg chg="add del">
          <ac:chgData name="Aggie Menezes" userId="74619c95fa3483c9" providerId="LiveId" clId="{D3128F82-6912-0F40-BAD3-A276DA5466DC}" dt="2021-02-13T02:41:39.186" v="148"/>
          <ac:grpSpMkLst>
            <pc:docMk/>
            <pc:sldMk cId="6076760" sldId="293"/>
            <ac:grpSpMk id="39" creationId="{4D46FD86-7370-E940-91F4-B5A9B031570C}"/>
          </ac:grpSpMkLst>
        </pc:grpChg>
        <pc:inkChg chg="add del topLvl">
          <ac:chgData name="Aggie Menezes" userId="74619c95fa3483c9" providerId="LiveId" clId="{D3128F82-6912-0F40-BAD3-A276DA5466DC}" dt="2021-02-13T02:41:39.186" v="148"/>
          <ac:inkMkLst>
            <pc:docMk/>
            <pc:sldMk cId="6076760" sldId="293"/>
            <ac:inkMk id="4" creationId="{9E674AE9-327C-B742-80C8-D28673EC3EF9}"/>
          </ac:inkMkLst>
        </pc:inkChg>
        <pc:inkChg chg="add del topLvl">
          <ac:chgData name="Aggie Menezes" userId="74619c95fa3483c9" providerId="LiveId" clId="{D3128F82-6912-0F40-BAD3-A276DA5466DC}" dt="2021-02-13T02:41:39.192" v="150"/>
          <ac:inkMkLst>
            <pc:docMk/>
            <pc:sldMk cId="6076760" sldId="293"/>
            <ac:inkMk id="5" creationId="{C8CF8603-E24F-2B42-9572-CE93306CF29A}"/>
          </ac:inkMkLst>
        </pc:inkChg>
        <pc:inkChg chg="add del">
          <ac:chgData name="Aggie Menezes" userId="74619c95fa3483c9" providerId="LiveId" clId="{D3128F82-6912-0F40-BAD3-A276DA5466DC}" dt="2021-02-13T02:41:39.204" v="153"/>
          <ac:inkMkLst>
            <pc:docMk/>
            <pc:sldMk cId="6076760" sldId="293"/>
            <ac:inkMk id="8" creationId="{77507059-378B-5443-9CF7-EB060FD3998C}"/>
          </ac:inkMkLst>
        </pc:inkChg>
        <pc:inkChg chg="add del">
          <ac:chgData name="Aggie Menezes" userId="74619c95fa3483c9" providerId="LiveId" clId="{D3128F82-6912-0F40-BAD3-A276DA5466DC}" dt="2021-02-13T02:41:39.211" v="155"/>
          <ac:inkMkLst>
            <pc:docMk/>
            <pc:sldMk cId="6076760" sldId="293"/>
            <ac:inkMk id="9" creationId="{CE5C61B0-EDC1-1048-9087-F2944B3EFEE5}"/>
          </ac:inkMkLst>
        </pc:inkChg>
        <pc:inkChg chg="add del topLvl">
          <ac:chgData name="Aggie Menezes" userId="74619c95fa3483c9" providerId="LiveId" clId="{D3128F82-6912-0F40-BAD3-A276DA5466DC}" dt="2021-02-13T02:41:39.218" v="157"/>
          <ac:inkMkLst>
            <pc:docMk/>
            <pc:sldMk cId="6076760" sldId="293"/>
            <ac:inkMk id="10" creationId="{4A3F12D0-FBC1-6F49-A354-3F7BB341B033}"/>
          </ac:inkMkLst>
        </pc:inkChg>
        <pc:inkChg chg="add del topLvl">
          <ac:chgData name="Aggie Menezes" userId="74619c95fa3483c9" providerId="LiveId" clId="{D3128F82-6912-0F40-BAD3-A276DA5466DC}" dt="2021-02-13T02:41:39.221" v="158"/>
          <ac:inkMkLst>
            <pc:docMk/>
            <pc:sldMk cId="6076760" sldId="293"/>
            <ac:inkMk id="12" creationId="{CB2759BA-262D-6A4A-84FC-FF3592910DF7}"/>
          </ac:inkMkLst>
        </pc:inkChg>
        <pc:inkChg chg="add del">
          <ac:chgData name="Aggie Menezes" userId="74619c95fa3483c9" providerId="LiveId" clId="{D3128F82-6912-0F40-BAD3-A276DA5466DC}" dt="2021-02-13T02:41:39.207" v="154"/>
          <ac:inkMkLst>
            <pc:docMk/>
            <pc:sldMk cId="6076760" sldId="293"/>
            <ac:inkMk id="13" creationId="{317FB946-0932-A84F-A81B-26FB9959250D}"/>
          </ac:inkMkLst>
        </pc:inkChg>
        <pc:inkChg chg="add del">
          <ac:chgData name="Aggie Menezes" userId="74619c95fa3483c9" providerId="LiveId" clId="{D3128F82-6912-0F40-BAD3-A276DA5466DC}" dt="2021-02-13T02:41:39.213" v="156"/>
          <ac:inkMkLst>
            <pc:docMk/>
            <pc:sldMk cId="6076760" sldId="293"/>
            <ac:inkMk id="20" creationId="{405BB682-0972-0D4F-9C67-D16322409D61}"/>
          </ac:inkMkLst>
        </pc:inkChg>
        <pc:inkChg chg="add del topLvl">
          <ac:chgData name="Aggie Menezes" userId="74619c95fa3483c9" providerId="LiveId" clId="{D3128F82-6912-0F40-BAD3-A276DA5466DC}" dt="2021-02-13T02:41:39.178" v="147"/>
          <ac:inkMkLst>
            <pc:docMk/>
            <pc:sldMk cId="6076760" sldId="293"/>
            <ac:inkMk id="21" creationId="{2A4C4408-6DEF-844B-BD23-04D83734B96B}"/>
          </ac:inkMkLst>
        </pc:inkChg>
        <pc:inkChg chg="add del topLvl">
          <ac:chgData name="Aggie Menezes" userId="74619c95fa3483c9" providerId="LiveId" clId="{D3128F82-6912-0F40-BAD3-A276DA5466DC}" dt="2021-02-13T02:41:39.189" v="149"/>
          <ac:inkMkLst>
            <pc:docMk/>
            <pc:sldMk cId="6076760" sldId="293"/>
            <ac:inkMk id="23" creationId="{2A455F01-3E6C-5D47-A2C6-89BDD133131F}"/>
          </ac:inkMkLst>
        </pc:inkChg>
        <pc:inkChg chg="add del">
          <ac:chgData name="Aggie Menezes" userId="74619c95fa3483c9" providerId="LiveId" clId="{D3128F82-6912-0F40-BAD3-A276DA5466DC}" dt="2021-02-13T02:41:39.223" v="159"/>
          <ac:inkMkLst>
            <pc:docMk/>
            <pc:sldMk cId="6076760" sldId="293"/>
            <ac:inkMk id="30" creationId="{100BCC3D-9B0B-C94A-84AC-500322AB0D77}"/>
          </ac:inkMkLst>
        </pc:inkChg>
        <pc:inkChg chg="add del topLvl">
          <ac:chgData name="Aggie Menezes" userId="74619c95fa3483c9" providerId="LiveId" clId="{D3128F82-6912-0F40-BAD3-A276DA5466DC}" dt="2021-02-13T02:41:39.198" v="151"/>
          <ac:inkMkLst>
            <pc:docMk/>
            <pc:sldMk cId="6076760" sldId="293"/>
            <ac:inkMk id="31" creationId="{FE2455ED-2CDF-C043-B49E-3885F7A6AE3E}"/>
          </ac:inkMkLst>
        </pc:inkChg>
        <pc:inkChg chg="add del topLvl">
          <ac:chgData name="Aggie Menezes" userId="74619c95fa3483c9" providerId="LiveId" clId="{D3128F82-6912-0F40-BAD3-A276DA5466DC}" dt="2021-02-13T02:41:39.201" v="152"/>
          <ac:inkMkLst>
            <pc:docMk/>
            <pc:sldMk cId="6076760" sldId="293"/>
            <ac:inkMk id="32" creationId="{B05220F7-2157-D64B-953F-659A76CE3186}"/>
          </ac:inkMkLst>
        </pc:inkChg>
        <pc:inkChg chg="add del">
          <ac:chgData name="Aggie Menezes" userId="74619c95fa3483c9" providerId="LiveId" clId="{D3128F82-6912-0F40-BAD3-A276DA5466DC}" dt="2021-02-13T02:41:39.172" v="146"/>
          <ac:inkMkLst>
            <pc:docMk/>
            <pc:sldMk cId="6076760" sldId="293"/>
            <ac:inkMk id="35" creationId="{E29E529C-80BC-C94D-8066-6B0F1E8BA5A5}"/>
          </ac:inkMkLst>
        </pc:inkChg>
      </pc:sldChg>
      <pc:sldChg chg="addSp delSp">
        <pc:chgData name="Aggie Menezes" userId="74619c95fa3483c9" providerId="LiveId" clId="{D3128F82-6912-0F40-BAD3-A276DA5466DC}" dt="2021-02-02T04:14:06.321" v="70"/>
        <pc:sldMkLst>
          <pc:docMk/>
          <pc:sldMk cId="2649149946" sldId="296"/>
        </pc:sldMkLst>
        <pc:grpChg chg="add del">
          <ac:chgData name="Aggie Menezes" userId="74619c95fa3483c9" providerId="LiveId" clId="{D3128F82-6912-0F40-BAD3-A276DA5466DC}" dt="2021-02-02T04:12:05.782" v="44"/>
          <ac:grpSpMkLst>
            <pc:docMk/>
            <pc:sldMk cId="2649149946" sldId="296"/>
            <ac:grpSpMk id="10" creationId="{82D4FDD9-3D65-464E-84CB-C7DD73DD27CD}"/>
          </ac:grpSpMkLst>
        </pc:grpChg>
        <pc:grpChg chg="add del">
          <ac:chgData name="Aggie Menezes" userId="74619c95fa3483c9" providerId="LiveId" clId="{D3128F82-6912-0F40-BAD3-A276DA5466DC}" dt="2021-02-02T04:12:08.771" v="49"/>
          <ac:grpSpMkLst>
            <pc:docMk/>
            <pc:sldMk cId="2649149946" sldId="296"/>
            <ac:grpSpMk id="14" creationId="{C163408E-DA83-EB41-85CF-C569A353CAF9}"/>
          </ac:grpSpMkLst>
        </pc:grpChg>
        <pc:grpChg chg="add del">
          <ac:chgData name="Aggie Menezes" userId="74619c95fa3483c9" providerId="LiveId" clId="{D3128F82-6912-0F40-BAD3-A276DA5466DC}" dt="2021-02-02T04:12:15.760" v="54"/>
          <ac:grpSpMkLst>
            <pc:docMk/>
            <pc:sldMk cId="2649149946" sldId="296"/>
            <ac:grpSpMk id="21" creationId="{7C3E8492-6855-D948-8129-FE71C7279E20}"/>
          </ac:grpSpMkLst>
        </pc:grpChg>
        <pc:grpChg chg="add del">
          <ac:chgData name="Aggie Menezes" userId="74619c95fa3483c9" providerId="LiveId" clId="{D3128F82-6912-0F40-BAD3-A276DA5466DC}" dt="2021-02-02T04:13:24.409" v="66"/>
          <ac:grpSpMkLst>
            <pc:docMk/>
            <pc:sldMk cId="2649149946" sldId="296"/>
            <ac:grpSpMk id="26" creationId="{856E31A9-3C77-484A-8F8A-79C10B1826C0}"/>
          </ac:grpSpMkLst>
        </pc:grpChg>
        <pc:grpChg chg="add">
          <ac:chgData name="Aggie Menezes" userId="74619c95fa3483c9" providerId="LiveId" clId="{D3128F82-6912-0F40-BAD3-A276DA5466DC}" dt="2021-02-02T04:14:06.321" v="70"/>
          <ac:grpSpMkLst>
            <pc:docMk/>
            <pc:sldMk cId="2649149946" sldId="296"/>
            <ac:grpSpMk id="29" creationId="{66887D2C-7CB0-604E-A843-686A6E417CB6}"/>
          </ac:grpSpMkLst>
        </pc:grpChg>
        <pc:inkChg chg="add del topLvl">
          <ac:chgData name="Aggie Menezes" userId="74619c95fa3483c9" providerId="LiveId" clId="{D3128F82-6912-0F40-BAD3-A276DA5466DC}" dt="2021-02-02T04:13:24.364" v="57"/>
          <ac:inkMkLst>
            <pc:docMk/>
            <pc:sldMk cId="2649149946" sldId="296"/>
            <ac:inkMk id="4" creationId="{3E8A1575-DF52-2B47-9B32-4F059A0EE8DF}"/>
          </ac:inkMkLst>
        </pc:inkChg>
        <pc:inkChg chg="add del topLvl">
          <ac:chgData name="Aggie Menezes" userId="74619c95fa3483c9" providerId="LiveId" clId="{D3128F82-6912-0F40-BAD3-A276DA5466DC}" dt="2021-02-02T04:13:24.409" v="66"/>
          <ac:inkMkLst>
            <pc:docMk/>
            <pc:sldMk cId="2649149946" sldId="296"/>
            <ac:inkMk id="8" creationId="{058D91A9-16FF-C347-A45C-0860FCA3433C}"/>
          </ac:inkMkLst>
        </pc:inkChg>
        <pc:inkChg chg="add del topLvl">
          <ac:chgData name="Aggie Menezes" userId="74619c95fa3483c9" providerId="LiveId" clId="{D3128F82-6912-0F40-BAD3-A276DA5466DC}" dt="2021-02-02T04:13:24.356" v="56"/>
          <ac:inkMkLst>
            <pc:docMk/>
            <pc:sldMk cId="2649149946" sldId="296"/>
            <ac:inkMk id="9" creationId="{16DC827C-9107-1745-9B50-251EC49C9EE0}"/>
          </ac:inkMkLst>
        </pc:inkChg>
        <pc:inkChg chg="add del topLvl">
          <ac:chgData name="Aggie Menezes" userId="74619c95fa3483c9" providerId="LiveId" clId="{D3128F82-6912-0F40-BAD3-A276DA5466DC}" dt="2021-02-02T04:13:24.375" v="59"/>
          <ac:inkMkLst>
            <pc:docMk/>
            <pc:sldMk cId="2649149946" sldId="296"/>
            <ac:inkMk id="12" creationId="{1DA863C9-3D2A-574B-BE0B-4135E8BF6EF8}"/>
          </ac:inkMkLst>
        </pc:inkChg>
        <pc:inkChg chg="add del topLvl">
          <ac:chgData name="Aggie Menezes" userId="74619c95fa3483c9" providerId="LiveId" clId="{D3128F82-6912-0F40-BAD3-A276DA5466DC}" dt="2021-02-02T04:13:24.386" v="61"/>
          <ac:inkMkLst>
            <pc:docMk/>
            <pc:sldMk cId="2649149946" sldId="296"/>
            <ac:inkMk id="13" creationId="{8DD34B58-2A71-4D44-9139-BEB883131E31}"/>
          </ac:inkMkLst>
        </pc:inkChg>
        <pc:inkChg chg="add del topLvl">
          <ac:chgData name="Aggie Menezes" userId="74619c95fa3483c9" providerId="LiveId" clId="{D3128F82-6912-0F40-BAD3-A276DA5466DC}" dt="2021-02-02T04:13:24.390" v="62"/>
          <ac:inkMkLst>
            <pc:docMk/>
            <pc:sldMk cId="2649149946" sldId="296"/>
            <ac:inkMk id="16" creationId="{83DFFA32-6FB4-0545-87C0-8B9A0308F9EF}"/>
          </ac:inkMkLst>
        </pc:inkChg>
        <pc:inkChg chg="add del topLvl">
          <ac:chgData name="Aggie Menezes" userId="74619c95fa3483c9" providerId="LiveId" clId="{D3128F82-6912-0F40-BAD3-A276DA5466DC}" dt="2021-02-02T04:13:24.369" v="58"/>
          <ac:inkMkLst>
            <pc:docMk/>
            <pc:sldMk cId="2649149946" sldId="296"/>
            <ac:inkMk id="17" creationId="{F7D12864-1940-FD43-91F3-85963370956C}"/>
          </ac:inkMkLst>
        </pc:inkChg>
        <pc:inkChg chg="add del topLvl">
          <ac:chgData name="Aggie Menezes" userId="74619c95fa3483c9" providerId="LiveId" clId="{D3128F82-6912-0F40-BAD3-A276DA5466DC}" dt="2021-02-02T04:13:24.350" v="55"/>
          <ac:inkMkLst>
            <pc:docMk/>
            <pc:sldMk cId="2649149946" sldId="296"/>
            <ac:inkMk id="18" creationId="{C1C9FE4E-2912-354D-9C74-58F8DAD7898D}"/>
          </ac:inkMkLst>
        </pc:inkChg>
        <pc:inkChg chg="add del topLvl">
          <ac:chgData name="Aggie Menezes" userId="74619c95fa3483c9" providerId="LiveId" clId="{D3128F82-6912-0F40-BAD3-A276DA5466DC}" dt="2021-02-02T04:13:24.380" v="60"/>
          <ac:inkMkLst>
            <pc:docMk/>
            <pc:sldMk cId="2649149946" sldId="296"/>
            <ac:inkMk id="20" creationId="{E4E7834B-8E42-8345-BD01-4C10072EA1E0}"/>
          </ac:inkMkLst>
        </pc:inkChg>
        <pc:inkChg chg="add del">
          <ac:chgData name="Aggie Menezes" userId="74619c95fa3483c9" providerId="LiveId" clId="{D3128F82-6912-0F40-BAD3-A276DA5466DC}" dt="2021-02-02T04:13:24.396" v="63"/>
          <ac:inkMkLst>
            <pc:docMk/>
            <pc:sldMk cId="2649149946" sldId="296"/>
            <ac:inkMk id="22" creationId="{EE81CF45-F347-ED4F-BEFB-656A4EB0EABA}"/>
          </ac:inkMkLst>
        </pc:inkChg>
        <pc:inkChg chg="add del">
          <ac:chgData name="Aggie Menezes" userId="74619c95fa3483c9" providerId="LiveId" clId="{D3128F82-6912-0F40-BAD3-A276DA5466DC}" dt="2021-02-02T04:13:24.400" v="64"/>
          <ac:inkMkLst>
            <pc:docMk/>
            <pc:sldMk cId="2649149946" sldId="296"/>
            <ac:inkMk id="23" creationId="{00BFC7AC-132C-6C4A-942C-9E86E1F34F48}"/>
          </ac:inkMkLst>
        </pc:inkChg>
        <pc:inkChg chg="add del">
          <ac:chgData name="Aggie Menezes" userId="74619c95fa3483c9" providerId="LiveId" clId="{D3128F82-6912-0F40-BAD3-A276DA5466DC}" dt="2021-02-02T04:13:24.404" v="65"/>
          <ac:inkMkLst>
            <pc:docMk/>
            <pc:sldMk cId="2649149946" sldId="296"/>
            <ac:inkMk id="24" creationId="{9BADE7FD-143D-594A-8E1B-1394D5A0AFCE}"/>
          </ac:inkMkLst>
        </pc:inkChg>
        <pc:inkChg chg="add del topLvl">
          <ac:chgData name="Aggie Menezes" userId="74619c95fa3483c9" providerId="LiveId" clId="{D3128F82-6912-0F40-BAD3-A276DA5466DC}" dt="2021-02-02T04:13:24.414" v="67"/>
          <ac:inkMkLst>
            <pc:docMk/>
            <pc:sldMk cId="2649149946" sldId="296"/>
            <ac:inkMk id="25" creationId="{5EB3DF2B-32DF-B14F-A948-0082332C708C}"/>
          </ac:inkMkLst>
        </pc:inkChg>
        <pc:inkChg chg="add">
          <ac:chgData name="Aggie Menezes" userId="74619c95fa3483c9" providerId="LiveId" clId="{D3128F82-6912-0F40-BAD3-A276DA5466DC}" dt="2021-02-02T04:14:04.696" v="68"/>
          <ac:inkMkLst>
            <pc:docMk/>
            <pc:sldMk cId="2649149946" sldId="296"/>
            <ac:inkMk id="27" creationId="{897BC42F-BE3B-5140-9D6F-DEF1215C75C1}"/>
          </ac:inkMkLst>
        </pc:inkChg>
        <pc:inkChg chg="add">
          <ac:chgData name="Aggie Menezes" userId="74619c95fa3483c9" providerId="LiveId" clId="{D3128F82-6912-0F40-BAD3-A276DA5466DC}" dt="2021-02-02T04:14:05.587" v="69"/>
          <ac:inkMkLst>
            <pc:docMk/>
            <pc:sldMk cId="2649149946" sldId="296"/>
            <ac:inkMk id="28" creationId="{F293EF92-E907-DB4C-8C3B-A777CA459020}"/>
          </ac:inkMkLst>
        </pc:inkChg>
      </pc:sldChg>
      <pc:sldChg chg="addSp">
        <pc:chgData name="Aggie Menezes" userId="74619c95fa3483c9" providerId="LiveId" clId="{D3128F82-6912-0F40-BAD3-A276DA5466DC}" dt="2021-03-05T12:25:59.006" v="416" actId="7634"/>
        <pc:sldMkLst>
          <pc:docMk/>
          <pc:sldMk cId="486284706" sldId="297"/>
        </pc:sldMkLst>
        <pc:inkChg chg="add">
          <ac:chgData name="Aggie Menezes" userId="74619c95fa3483c9" providerId="LiveId" clId="{D3128F82-6912-0F40-BAD3-A276DA5466DC}" dt="2021-03-05T12:25:59.006" v="416" actId="7634"/>
          <ac:inkMkLst>
            <pc:docMk/>
            <pc:sldMk cId="486284706" sldId="297"/>
            <ac:inkMk id="15" creationId="{C37C7F0E-B95C-B548-88A5-AD6C77D9EABC}"/>
          </ac:inkMkLst>
        </pc:inkChg>
      </pc:sldChg>
      <pc:sldChg chg="addSp delSp">
        <pc:chgData name="Aggie Menezes" userId="74619c95fa3483c9" providerId="LiveId" clId="{D3128F82-6912-0F40-BAD3-A276DA5466DC}" dt="2021-03-05T14:20:04.516" v="1085"/>
        <pc:sldMkLst>
          <pc:docMk/>
          <pc:sldMk cId="292849481" sldId="300"/>
        </pc:sldMkLst>
        <pc:grpChg chg="add del">
          <ac:chgData name="Aggie Menezes" userId="74619c95fa3483c9" providerId="LiveId" clId="{D3128F82-6912-0F40-BAD3-A276DA5466DC}" dt="2021-03-05T13:52:32.611" v="985"/>
          <ac:grpSpMkLst>
            <pc:docMk/>
            <pc:sldMk cId="292849481" sldId="300"/>
            <ac:grpSpMk id="15" creationId="{DAB768D9-21D8-8D41-BCA5-065AF41F920D}"/>
          </ac:grpSpMkLst>
        </pc:grpChg>
        <pc:grpChg chg="add del">
          <ac:chgData name="Aggie Menezes" userId="74619c95fa3483c9" providerId="LiveId" clId="{D3128F82-6912-0F40-BAD3-A276DA5466DC}" dt="2021-03-05T14:12:00.058" v="994"/>
          <ac:grpSpMkLst>
            <pc:docMk/>
            <pc:sldMk cId="292849481" sldId="300"/>
            <ac:grpSpMk id="16" creationId="{7931425F-47F7-5F4B-8BFF-51DAE394BCAF}"/>
          </ac:grpSpMkLst>
        </pc:grpChg>
        <pc:grpChg chg="add del">
          <ac:chgData name="Aggie Menezes" userId="74619c95fa3483c9" providerId="LiveId" clId="{D3128F82-6912-0F40-BAD3-A276DA5466DC}" dt="2021-03-05T14:12:00.058" v="994"/>
          <ac:grpSpMkLst>
            <pc:docMk/>
            <pc:sldMk cId="292849481" sldId="300"/>
            <ac:grpSpMk id="17" creationId="{1694990E-D5B8-CD43-8D93-587686EEDED3}"/>
          </ac:grpSpMkLst>
        </pc:grpChg>
        <pc:grpChg chg="add del">
          <ac:chgData name="Aggie Menezes" userId="74619c95fa3483c9" providerId="LiveId" clId="{D3128F82-6912-0F40-BAD3-A276DA5466DC}" dt="2021-03-05T14:12:19.684" v="1011"/>
          <ac:grpSpMkLst>
            <pc:docMk/>
            <pc:sldMk cId="292849481" sldId="300"/>
            <ac:grpSpMk id="21" creationId="{861DEADD-9D8F-8446-A76B-638102B19536}"/>
          </ac:grpSpMkLst>
        </pc:grpChg>
        <pc:grpChg chg="add del">
          <ac:chgData name="Aggie Menezes" userId="74619c95fa3483c9" providerId="LiveId" clId="{D3128F82-6912-0F40-BAD3-A276DA5466DC}" dt="2021-03-05T14:16:50.384" v="1058"/>
          <ac:grpSpMkLst>
            <pc:docMk/>
            <pc:sldMk cId="292849481" sldId="300"/>
            <ac:grpSpMk id="22" creationId="{39688E19-FCC9-2C41-95A7-C520E18F52AF}"/>
          </ac:grpSpMkLst>
        </pc:grpChg>
        <pc:grpChg chg="add del">
          <ac:chgData name="Aggie Menezes" userId="74619c95fa3483c9" providerId="LiveId" clId="{D3128F82-6912-0F40-BAD3-A276DA5466DC}" dt="2021-03-05T14:12:00.058" v="994"/>
          <ac:grpSpMkLst>
            <pc:docMk/>
            <pc:sldMk cId="292849481" sldId="300"/>
            <ac:grpSpMk id="28" creationId="{02E35B76-E6D5-C945-8743-1506118529E3}"/>
          </ac:grpSpMkLst>
        </pc:grpChg>
        <pc:grpChg chg="add del">
          <ac:chgData name="Aggie Menezes" userId="74619c95fa3483c9" providerId="LiveId" clId="{D3128F82-6912-0F40-BAD3-A276DA5466DC}" dt="2021-03-05T14:12:13.020" v="997"/>
          <ac:grpSpMkLst>
            <pc:docMk/>
            <pc:sldMk cId="292849481" sldId="300"/>
            <ac:grpSpMk id="35" creationId="{2A1535BD-6B64-4E4F-AC3E-0DBA8EAD855C}"/>
          </ac:grpSpMkLst>
        </pc:grpChg>
        <pc:grpChg chg="add del">
          <ac:chgData name="Aggie Menezes" userId="74619c95fa3483c9" providerId="LiveId" clId="{D3128F82-6912-0F40-BAD3-A276DA5466DC}" dt="2021-03-05T14:12:19.684" v="1011"/>
          <ac:grpSpMkLst>
            <pc:docMk/>
            <pc:sldMk cId="292849481" sldId="300"/>
            <ac:grpSpMk id="38" creationId="{C26293B0-8AF3-5A4F-BFF6-60BE5EF7D533}"/>
          </ac:grpSpMkLst>
        </pc:grpChg>
        <pc:grpChg chg="add del">
          <ac:chgData name="Aggie Menezes" userId="74619c95fa3483c9" providerId="LiveId" clId="{D3128F82-6912-0F40-BAD3-A276DA5466DC}" dt="2021-03-05T14:12:23.665" v="1014"/>
          <ac:grpSpMkLst>
            <pc:docMk/>
            <pc:sldMk cId="292849481" sldId="300"/>
            <ac:grpSpMk id="54" creationId="{A4809D2D-14E2-FC4E-B395-F0E68CDA067B}"/>
          </ac:grpSpMkLst>
        </pc:grpChg>
        <pc:grpChg chg="add del">
          <ac:chgData name="Aggie Menezes" userId="74619c95fa3483c9" providerId="LiveId" clId="{D3128F82-6912-0F40-BAD3-A276DA5466DC}" dt="2021-03-05T14:12:23.665" v="1014"/>
          <ac:grpSpMkLst>
            <pc:docMk/>
            <pc:sldMk cId="292849481" sldId="300"/>
            <ac:grpSpMk id="55" creationId="{9FC3F0CC-0A7F-C44B-9BFE-132BF844FB25}"/>
          </ac:grpSpMkLst>
        </pc:grpChg>
        <pc:grpChg chg="add del">
          <ac:chgData name="Aggie Menezes" userId="74619c95fa3483c9" providerId="LiveId" clId="{D3128F82-6912-0F40-BAD3-A276DA5466DC}" dt="2021-03-05T14:12:23.665" v="1014"/>
          <ac:grpSpMkLst>
            <pc:docMk/>
            <pc:sldMk cId="292849481" sldId="300"/>
            <ac:grpSpMk id="56" creationId="{1E003A26-A6ED-CC4A-86FA-BA1C1A00074F}"/>
          </ac:grpSpMkLst>
        </pc:grpChg>
        <pc:grpChg chg="add del">
          <ac:chgData name="Aggie Menezes" userId="74619c95fa3483c9" providerId="LiveId" clId="{D3128F82-6912-0F40-BAD3-A276DA5466DC}" dt="2021-03-05T14:12:49.775" v="1018"/>
          <ac:grpSpMkLst>
            <pc:docMk/>
            <pc:sldMk cId="292849481" sldId="300"/>
            <ac:grpSpMk id="59" creationId="{377CFFB8-B82E-B34F-A00C-469EDB12BCBD}"/>
          </ac:grpSpMkLst>
        </pc:grpChg>
        <pc:grpChg chg="add del">
          <ac:chgData name="Aggie Menezes" userId="74619c95fa3483c9" providerId="LiveId" clId="{D3128F82-6912-0F40-BAD3-A276DA5466DC}" dt="2021-03-05T14:12:54.289" v="1028"/>
          <ac:grpSpMkLst>
            <pc:docMk/>
            <pc:sldMk cId="292849481" sldId="300"/>
            <ac:grpSpMk id="64" creationId="{FE19E403-E2BC-FE4A-836B-95D5564D1DE5}"/>
          </ac:grpSpMkLst>
        </pc:grpChg>
        <pc:grpChg chg="add del">
          <ac:chgData name="Aggie Menezes" userId="74619c95fa3483c9" providerId="LiveId" clId="{D3128F82-6912-0F40-BAD3-A276DA5466DC}" dt="2021-03-05T14:13:02.328" v="1034"/>
          <ac:grpSpMkLst>
            <pc:docMk/>
            <pc:sldMk cId="292849481" sldId="300"/>
            <ac:grpSpMk id="74" creationId="{6C367ED5-968A-4347-A048-661664855902}"/>
          </ac:grpSpMkLst>
        </pc:grpChg>
        <pc:grpChg chg="add del">
          <ac:chgData name="Aggie Menezes" userId="74619c95fa3483c9" providerId="LiveId" clId="{D3128F82-6912-0F40-BAD3-A276DA5466DC}" dt="2021-03-05T14:16:50.499" v="1075"/>
          <ac:grpSpMkLst>
            <pc:docMk/>
            <pc:sldMk cId="292849481" sldId="300"/>
            <ac:grpSpMk id="76" creationId="{A2D8A850-D43A-E640-B2F5-C95BE076E999}"/>
          </ac:grpSpMkLst>
        </pc:grpChg>
        <pc:grpChg chg="add">
          <ac:chgData name="Aggie Menezes" userId="74619c95fa3483c9" providerId="LiveId" clId="{D3128F82-6912-0F40-BAD3-A276DA5466DC}" dt="2021-03-05T14:19:59.817" v="1081"/>
          <ac:grpSpMkLst>
            <pc:docMk/>
            <pc:sldMk cId="292849481" sldId="300"/>
            <ac:grpSpMk id="81" creationId="{B9BE6CE9-8AB2-9749-B1D0-897E1C7E96CB}"/>
          </ac:grpSpMkLst>
        </pc:grpChg>
        <pc:grpChg chg="add">
          <ac:chgData name="Aggie Menezes" userId="74619c95fa3483c9" providerId="LiveId" clId="{D3128F82-6912-0F40-BAD3-A276DA5466DC}" dt="2021-03-05T14:19:59.817" v="1081"/>
          <ac:grpSpMkLst>
            <pc:docMk/>
            <pc:sldMk cId="292849481" sldId="300"/>
            <ac:grpSpMk id="82" creationId="{0CE1C979-9B44-D74D-9FCE-7A653CC5CA9A}"/>
          </ac:grpSpMkLst>
        </pc:grpChg>
        <pc:grpChg chg="add">
          <ac:chgData name="Aggie Menezes" userId="74619c95fa3483c9" providerId="LiveId" clId="{D3128F82-6912-0F40-BAD3-A276DA5466DC}" dt="2021-03-05T14:20:04.516" v="1085"/>
          <ac:grpSpMkLst>
            <pc:docMk/>
            <pc:sldMk cId="292849481" sldId="300"/>
            <ac:grpSpMk id="86" creationId="{A2C2F39E-0698-C44B-965C-F201CA961687}"/>
          </ac:grpSpMkLst>
        </pc:grpChg>
        <pc:inkChg chg="add del topLvl">
          <ac:chgData name="Aggie Menezes" userId="74619c95fa3483c9" providerId="LiveId" clId="{D3128F82-6912-0F40-BAD3-A276DA5466DC}" dt="2021-03-05T14:16:50.243" v="1045"/>
          <ac:inkMkLst>
            <pc:docMk/>
            <pc:sldMk cId="292849481" sldId="300"/>
            <ac:inkMk id="5" creationId="{D522A7EE-FFFE-8B41-880B-19FC07D0A6F0}"/>
          </ac:inkMkLst>
        </pc:inkChg>
        <pc:inkChg chg="add del topLvl">
          <ac:chgData name="Aggie Menezes" userId="74619c95fa3483c9" providerId="LiveId" clId="{D3128F82-6912-0F40-BAD3-A276DA5466DC}" dt="2021-03-05T14:16:50.281" v="1048"/>
          <ac:inkMkLst>
            <pc:docMk/>
            <pc:sldMk cId="292849481" sldId="300"/>
            <ac:inkMk id="8" creationId="{A69E5C48-2710-844B-BD2F-C2530E16AD3C}"/>
          </ac:inkMkLst>
        </pc:inkChg>
        <pc:inkChg chg="add del topLvl">
          <ac:chgData name="Aggie Menezes" userId="74619c95fa3483c9" providerId="LiveId" clId="{D3128F82-6912-0F40-BAD3-A276DA5466DC}" dt="2021-03-05T14:16:50.449" v="1066"/>
          <ac:inkMkLst>
            <pc:docMk/>
            <pc:sldMk cId="292849481" sldId="300"/>
            <ac:inkMk id="9" creationId="{C44E8131-95E2-1F49-AD42-A5D1DFC857FE}"/>
          </ac:inkMkLst>
        </pc:inkChg>
        <pc:inkChg chg="add del topLvl">
          <ac:chgData name="Aggie Menezes" userId="74619c95fa3483c9" providerId="LiveId" clId="{D3128F82-6912-0F40-BAD3-A276DA5466DC}" dt="2021-03-05T14:16:50.492" v="1074"/>
          <ac:inkMkLst>
            <pc:docMk/>
            <pc:sldMk cId="292849481" sldId="300"/>
            <ac:inkMk id="10" creationId="{D0AF9B85-613F-DA4C-BFD7-72142F0F56EF}"/>
          </ac:inkMkLst>
        </pc:inkChg>
        <pc:inkChg chg="add del topLvl">
          <ac:chgData name="Aggie Menezes" userId="74619c95fa3483c9" providerId="LiveId" clId="{D3128F82-6912-0F40-BAD3-A276DA5466DC}" dt="2021-03-05T14:16:50.499" v="1075"/>
          <ac:inkMkLst>
            <pc:docMk/>
            <pc:sldMk cId="292849481" sldId="300"/>
            <ac:inkMk id="12" creationId="{25E5A258-D540-F447-9CBA-05FD6310E849}"/>
          </ac:inkMkLst>
        </pc:inkChg>
        <pc:inkChg chg="add del topLvl">
          <ac:chgData name="Aggie Menezes" userId="74619c95fa3483c9" providerId="LiveId" clId="{D3128F82-6912-0F40-BAD3-A276DA5466DC}" dt="2021-03-05T14:16:50.293" v="1049"/>
          <ac:inkMkLst>
            <pc:docMk/>
            <pc:sldMk cId="292849481" sldId="300"/>
            <ac:inkMk id="14" creationId="{A4A52424-35C5-014E-AF03-59B17F43E1EE}"/>
          </ac:inkMkLst>
        </pc:inkChg>
        <pc:inkChg chg="add del topLvl">
          <ac:chgData name="Aggie Menezes" userId="74619c95fa3483c9" providerId="LiveId" clId="{D3128F82-6912-0F40-BAD3-A276DA5466DC}" dt="2021-03-05T14:16:50.482" v="1072"/>
          <ac:inkMkLst>
            <pc:docMk/>
            <pc:sldMk cId="292849481" sldId="300"/>
            <ac:inkMk id="18" creationId="{B6CEFCF9-D374-0D4B-9CA6-DF58458E53C5}"/>
          </ac:inkMkLst>
        </pc:inkChg>
        <pc:inkChg chg="add del topLvl">
          <ac:chgData name="Aggie Menezes" userId="74619c95fa3483c9" providerId="LiveId" clId="{D3128F82-6912-0F40-BAD3-A276DA5466DC}" dt="2021-03-05T14:16:50.384" v="1058"/>
          <ac:inkMkLst>
            <pc:docMk/>
            <pc:sldMk cId="292849481" sldId="300"/>
            <ac:inkMk id="19" creationId="{10156A75-0FF8-4C49-A957-BD1C96A3D47A}"/>
          </ac:inkMkLst>
        </pc:inkChg>
        <pc:inkChg chg="add del topLvl">
          <ac:chgData name="Aggie Menezes" userId="74619c95fa3483c9" providerId="LiveId" clId="{D3128F82-6912-0F40-BAD3-A276DA5466DC}" dt="2021-03-05T14:16:50.423" v="1062"/>
          <ac:inkMkLst>
            <pc:docMk/>
            <pc:sldMk cId="292849481" sldId="300"/>
            <ac:inkMk id="20" creationId="{9342E7E1-53C4-AC4C-BEE4-2DF8E54BC070}"/>
          </ac:inkMkLst>
        </pc:inkChg>
        <pc:inkChg chg="add del topLvl">
          <ac:chgData name="Aggie Menezes" userId="74619c95fa3483c9" providerId="LiveId" clId="{D3128F82-6912-0F40-BAD3-A276DA5466DC}" dt="2021-03-05T14:16:50.349" v="1054"/>
          <ac:inkMkLst>
            <pc:docMk/>
            <pc:sldMk cId="292849481" sldId="300"/>
            <ac:inkMk id="23" creationId="{899411B3-BEEB-BC41-A07B-29A46A3A5935}"/>
          </ac:inkMkLst>
        </pc:inkChg>
        <pc:inkChg chg="add del topLvl">
          <ac:chgData name="Aggie Menezes" userId="74619c95fa3483c9" providerId="LiveId" clId="{D3128F82-6912-0F40-BAD3-A276DA5466DC}" dt="2021-03-05T14:16:50.406" v="1060"/>
          <ac:inkMkLst>
            <pc:docMk/>
            <pc:sldMk cId="292849481" sldId="300"/>
            <ac:inkMk id="24" creationId="{64F45E53-B5AE-024E-BCD0-F33066F17A85}"/>
          </ac:inkMkLst>
        </pc:inkChg>
        <pc:inkChg chg="add del topLvl">
          <ac:chgData name="Aggie Menezes" userId="74619c95fa3483c9" providerId="LiveId" clId="{D3128F82-6912-0F40-BAD3-A276DA5466DC}" dt="2021-03-05T14:16:50.215" v="1043"/>
          <ac:inkMkLst>
            <pc:docMk/>
            <pc:sldMk cId="292849481" sldId="300"/>
            <ac:inkMk id="25" creationId="{0A6D0567-A9EE-6544-9732-FEB00023604F}"/>
          </ac:inkMkLst>
        </pc:inkChg>
        <pc:inkChg chg="add del topLvl">
          <ac:chgData name="Aggie Menezes" userId="74619c95fa3483c9" providerId="LiveId" clId="{D3128F82-6912-0F40-BAD3-A276DA5466DC}" dt="2021-03-05T14:12:59.663" v="1032"/>
          <ac:inkMkLst>
            <pc:docMk/>
            <pc:sldMk cId="292849481" sldId="300"/>
            <ac:inkMk id="26" creationId="{A56F0F5C-B2C2-D040-8FD2-8AA9E0033E8C}"/>
          </ac:inkMkLst>
        </pc:inkChg>
        <pc:inkChg chg="add del topLvl">
          <ac:chgData name="Aggie Menezes" userId="74619c95fa3483c9" providerId="LiveId" clId="{D3128F82-6912-0F40-BAD3-A276DA5466DC}" dt="2021-03-05T14:12:59.056" v="1029"/>
          <ac:inkMkLst>
            <pc:docMk/>
            <pc:sldMk cId="292849481" sldId="300"/>
            <ac:inkMk id="27" creationId="{301E7BE9-0443-F34E-8817-7D785C960B67}"/>
          </ac:inkMkLst>
        </pc:inkChg>
        <pc:inkChg chg="add del topLvl">
          <ac:chgData name="Aggie Menezes" userId="74619c95fa3483c9" providerId="LiveId" clId="{D3128F82-6912-0F40-BAD3-A276DA5466DC}" dt="2021-03-05T14:16:50.502" v="1076"/>
          <ac:inkMkLst>
            <pc:docMk/>
            <pc:sldMk cId="292849481" sldId="300"/>
            <ac:inkMk id="29" creationId="{E1D44B6A-B97A-0044-BB55-FC01FC16FD6D}"/>
          </ac:inkMkLst>
        </pc:inkChg>
        <pc:inkChg chg="add del topLvl">
          <ac:chgData name="Aggie Menezes" userId="74619c95fa3483c9" providerId="LiveId" clId="{D3128F82-6912-0F40-BAD3-A276DA5466DC}" dt="2021-03-05T14:16:50.488" v="1073"/>
          <ac:inkMkLst>
            <pc:docMk/>
            <pc:sldMk cId="292849481" sldId="300"/>
            <ac:inkMk id="30" creationId="{1A12EE1C-F4DD-6D49-A286-DF4A6A55781E}"/>
          </ac:inkMkLst>
        </pc:inkChg>
        <pc:inkChg chg="add del topLvl">
          <ac:chgData name="Aggie Menezes" userId="74619c95fa3483c9" providerId="LiveId" clId="{D3128F82-6912-0F40-BAD3-A276DA5466DC}" dt="2021-03-05T14:16:50.338" v="1053"/>
          <ac:inkMkLst>
            <pc:docMk/>
            <pc:sldMk cId="292849481" sldId="300"/>
            <ac:inkMk id="36" creationId="{60D92DC9-19E1-4648-8D93-3ECABC32968F}"/>
          </ac:inkMkLst>
        </pc:inkChg>
        <pc:inkChg chg="add del topLvl">
          <ac:chgData name="Aggie Menezes" userId="74619c95fa3483c9" providerId="LiveId" clId="{D3128F82-6912-0F40-BAD3-A276DA5466DC}" dt="2021-03-05T14:16:50.156" v="1039"/>
          <ac:inkMkLst>
            <pc:docMk/>
            <pc:sldMk cId="292849481" sldId="300"/>
            <ac:inkMk id="37" creationId="{AD4D8CFF-CE92-E440-9150-C5E2C8F607A3}"/>
          </ac:inkMkLst>
        </pc:inkChg>
        <pc:inkChg chg="add del topLvl">
          <ac:chgData name="Aggie Menezes" userId="74619c95fa3483c9" providerId="LiveId" clId="{D3128F82-6912-0F40-BAD3-A276DA5466DC}" dt="2021-03-05T14:16:50.462" v="1068"/>
          <ac:inkMkLst>
            <pc:docMk/>
            <pc:sldMk cId="292849481" sldId="300"/>
            <ac:inkMk id="41" creationId="{42181DBC-A529-8E48-B9AF-67C0CF7D4036}"/>
          </ac:inkMkLst>
        </pc:inkChg>
        <pc:inkChg chg="add del topLvl">
          <ac:chgData name="Aggie Menezes" userId="74619c95fa3483c9" providerId="LiveId" clId="{D3128F82-6912-0F40-BAD3-A276DA5466DC}" dt="2021-03-05T14:16:50.327" v="1052"/>
          <ac:inkMkLst>
            <pc:docMk/>
            <pc:sldMk cId="292849481" sldId="300"/>
            <ac:inkMk id="42" creationId="{E31F6B08-A218-294F-BC37-8E862A81CC08}"/>
          </ac:inkMkLst>
        </pc:inkChg>
        <pc:inkChg chg="add del topLvl">
          <ac:chgData name="Aggie Menezes" userId="74619c95fa3483c9" providerId="LiveId" clId="{D3128F82-6912-0F40-BAD3-A276DA5466DC}" dt="2021-03-05T14:16:50.201" v="1042"/>
          <ac:inkMkLst>
            <pc:docMk/>
            <pc:sldMk cId="292849481" sldId="300"/>
            <ac:inkMk id="43" creationId="{10C0EC32-8822-1740-9933-F2871E48CB0B}"/>
          </ac:inkMkLst>
        </pc:inkChg>
        <pc:inkChg chg="add del topLvl">
          <ac:chgData name="Aggie Menezes" userId="74619c95fa3483c9" providerId="LiveId" clId="{D3128F82-6912-0F40-BAD3-A276DA5466DC}" dt="2021-03-05T14:16:50.171" v="1040"/>
          <ac:inkMkLst>
            <pc:docMk/>
            <pc:sldMk cId="292849481" sldId="300"/>
            <ac:inkMk id="44" creationId="{7A102F58-66D8-AE44-9075-8F57C995A493}"/>
          </ac:inkMkLst>
        </pc:inkChg>
        <pc:inkChg chg="add del topLvl">
          <ac:chgData name="Aggie Menezes" userId="74619c95fa3483c9" providerId="LiveId" clId="{D3128F82-6912-0F40-BAD3-A276DA5466DC}" dt="2021-03-05T14:16:50.229" v="1044"/>
          <ac:inkMkLst>
            <pc:docMk/>
            <pc:sldMk cId="292849481" sldId="300"/>
            <ac:inkMk id="45" creationId="{A4C31E60-88C6-3746-A4A1-FC52C75E1A13}"/>
          </ac:inkMkLst>
        </pc:inkChg>
        <pc:inkChg chg="add del topLvl">
          <ac:chgData name="Aggie Menezes" userId="74619c95fa3483c9" providerId="LiveId" clId="{D3128F82-6912-0F40-BAD3-A276DA5466DC}" dt="2021-03-05T14:16:50.124" v="1037"/>
          <ac:inkMkLst>
            <pc:docMk/>
            <pc:sldMk cId="292849481" sldId="300"/>
            <ac:inkMk id="46" creationId="{D8752391-DEF4-D64B-B8E0-C3570AA54BFC}"/>
          </ac:inkMkLst>
        </pc:inkChg>
        <pc:inkChg chg="add del topLvl">
          <ac:chgData name="Aggie Menezes" userId="74619c95fa3483c9" providerId="LiveId" clId="{D3128F82-6912-0F40-BAD3-A276DA5466DC}" dt="2021-03-05T14:16:50.268" v="1047"/>
          <ac:inkMkLst>
            <pc:docMk/>
            <pc:sldMk cId="292849481" sldId="300"/>
            <ac:inkMk id="47" creationId="{41D68E5F-955B-024C-B66D-95C4F6F9527D}"/>
          </ac:inkMkLst>
        </pc:inkChg>
        <pc:inkChg chg="add del topLvl">
          <ac:chgData name="Aggie Menezes" userId="74619c95fa3483c9" providerId="LiveId" clId="{D3128F82-6912-0F40-BAD3-A276DA5466DC}" dt="2021-03-05T14:16:50.415" v="1061"/>
          <ac:inkMkLst>
            <pc:docMk/>
            <pc:sldMk cId="292849481" sldId="300"/>
            <ac:inkMk id="48" creationId="{EDBD6E43-DCC9-6441-BD01-8F730DC9EF00}"/>
          </ac:inkMkLst>
        </pc:inkChg>
        <pc:inkChg chg="add del topLvl">
          <ac:chgData name="Aggie Menezes" userId="74619c95fa3483c9" providerId="LiveId" clId="{D3128F82-6912-0F40-BAD3-A276DA5466DC}" dt="2021-03-05T14:16:50.479" v="1071"/>
          <ac:inkMkLst>
            <pc:docMk/>
            <pc:sldMk cId="292849481" sldId="300"/>
            <ac:inkMk id="49" creationId="{BEF00CE7-B5D2-7A41-B9DC-FCC15EF141D9}"/>
          </ac:inkMkLst>
        </pc:inkChg>
        <pc:inkChg chg="add del topLvl">
          <ac:chgData name="Aggie Menezes" userId="74619c95fa3483c9" providerId="LiveId" clId="{D3128F82-6912-0F40-BAD3-A276DA5466DC}" dt="2021-03-05T14:16:50.140" v="1038"/>
          <ac:inkMkLst>
            <pc:docMk/>
            <pc:sldMk cId="292849481" sldId="300"/>
            <ac:inkMk id="50" creationId="{B3A52B28-6B6D-B44E-A548-EC86D8CCADF8}"/>
          </ac:inkMkLst>
        </pc:inkChg>
        <pc:inkChg chg="add del topLvl">
          <ac:chgData name="Aggie Menezes" userId="74619c95fa3483c9" providerId="LiveId" clId="{D3128F82-6912-0F40-BAD3-A276DA5466DC}" dt="2021-03-05T14:16:50.397" v="1059"/>
          <ac:inkMkLst>
            <pc:docMk/>
            <pc:sldMk cId="292849481" sldId="300"/>
            <ac:inkMk id="51" creationId="{D309A9A9-AA52-E645-B446-967DA70355CE}"/>
          </ac:inkMkLst>
        </pc:inkChg>
        <pc:inkChg chg="add del topLvl">
          <ac:chgData name="Aggie Menezes" userId="74619c95fa3483c9" providerId="LiveId" clId="{D3128F82-6912-0F40-BAD3-A276DA5466DC}" dt="2021-03-05T14:16:50.256" v="1046"/>
          <ac:inkMkLst>
            <pc:docMk/>
            <pc:sldMk cId="292849481" sldId="300"/>
            <ac:inkMk id="52" creationId="{0AD7B861-7F61-8E4D-BC2B-3FB7AD5B5031}"/>
          </ac:inkMkLst>
        </pc:inkChg>
        <pc:inkChg chg="add del topLvl">
          <ac:chgData name="Aggie Menezes" userId="74619c95fa3483c9" providerId="LiveId" clId="{D3128F82-6912-0F40-BAD3-A276DA5466DC}" dt="2021-03-05T14:16:50.107" v="1036"/>
          <ac:inkMkLst>
            <pc:docMk/>
            <pc:sldMk cId="292849481" sldId="300"/>
            <ac:inkMk id="53" creationId="{E1CF543A-0E5A-8B42-9802-BA596711E09F}"/>
          </ac:inkMkLst>
        </pc:inkChg>
        <pc:inkChg chg="add del topLvl">
          <ac:chgData name="Aggie Menezes" userId="74619c95fa3483c9" providerId="LiveId" clId="{D3128F82-6912-0F40-BAD3-A276DA5466DC}" dt="2021-03-05T14:12:59.097" v="1031"/>
          <ac:inkMkLst>
            <pc:docMk/>
            <pc:sldMk cId="292849481" sldId="300"/>
            <ac:inkMk id="57" creationId="{99781DBB-E751-C44D-8C68-1169BC348E9B}"/>
          </ac:inkMkLst>
        </pc:inkChg>
        <pc:inkChg chg="add del topLvl">
          <ac:chgData name="Aggie Menezes" userId="74619c95fa3483c9" providerId="LiveId" clId="{D3128F82-6912-0F40-BAD3-A276DA5466DC}" dt="2021-03-05T14:12:59.077" v="1030"/>
          <ac:inkMkLst>
            <pc:docMk/>
            <pc:sldMk cId="292849481" sldId="300"/>
            <ac:inkMk id="58" creationId="{031C1136-6DA6-214A-9CD4-5FE25D98D9EE}"/>
          </ac:inkMkLst>
        </pc:inkChg>
        <pc:inkChg chg="add del topLvl">
          <ac:chgData name="Aggie Menezes" userId="74619c95fa3483c9" providerId="LiveId" clId="{D3128F82-6912-0F40-BAD3-A276DA5466DC}" dt="2021-03-05T14:16:50.434" v="1064"/>
          <ac:inkMkLst>
            <pc:docMk/>
            <pc:sldMk cId="292849481" sldId="300"/>
            <ac:inkMk id="60" creationId="{A01E150B-C91A-BE47-9374-AC3BB1E28A01}"/>
          </ac:inkMkLst>
        </pc:inkChg>
        <pc:inkChg chg="add del topLvl">
          <ac:chgData name="Aggie Menezes" userId="74619c95fa3483c9" providerId="LiveId" clId="{D3128F82-6912-0F40-BAD3-A276DA5466DC}" dt="2021-03-05T14:16:50.456" v="1067"/>
          <ac:inkMkLst>
            <pc:docMk/>
            <pc:sldMk cId="292849481" sldId="300"/>
            <ac:inkMk id="61" creationId="{F24F5A0F-9DAE-9C43-A21B-2E0FC7083B01}"/>
          </ac:inkMkLst>
        </pc:inkChg>
        <pc:inkChg chg="add del topLvl">
          <ac:chgData name="Aggie Menezes" userId="74619c95fa3483c9" providerId="LiveId" clId="{D3128F82-6912-0F40-BAD3-A276DA5466DC}" dt="2021-03-05T14:16:50.378" v="1057"/>
          <ac:inkMkLst>
            <pc:docMk/>
            <pc:sldMk cId="292849481" sldId="300"/>
            <ac:inkMk id="62" creationId="{04E43DA4-889F-C64E-98CE-0AC17522E4C6}"/>
          </ac:inkMkLst>
        </pc:inkChg>
        <pc:inkChg chg="add del topLvl">
          <ac:chgData name="Aggie Menezes" userId="74619c95fa3483c9" providerId="LiveId" clId="{D3128F82-6912-0F40-BAD3-A276DA5466DC}" dt="2021-03-05T14:16:50.468" v="1069"/>
          <ac:inkMkLst>
            <pc:docMk/>
            <pc:sldMk cId="292849481" sldId="300"/>
            <ac:inkMk id="65" creationId="{E1563CAC-8730-7347-B0CF-E9946C11B7D9}"/>
          </ac:inkMkLst>
        </pc:inkChg>
        <pc:inkChg chg="add del topLvl">
          <ac:chgData name="Aggie Menezes" userId="74619c95fa3483c9" providerId="LiveId" clId="{D3128F82-6912-0F40-BAD3-A276DA5466DC}" dt="2021-03-05T14:16:50.359" v="1055"/>
          <ac:inkMkLst>
            <pc:docMk/>
            <pc:sldMk cId="292849481" sldId="300"/>
            <ac:inkMk id="66" creationId="{56D2DF78-8149-C54A-8934-587F3D706BCA}"/>
          </ac:inkMkLst>
        </pc:inkChg>
        <pc:inkChg chg="add del topLvl">
          <ac:chgData name="Aggie Menezes" userId="74619c95fa3483c9" providerId="LiveId" clId="{D3128F82-6912-0F40-BAD3-A276DA5466DC}" dt="2021-03-05T14:16:50.431" v="1063"/>
          <ac:inkMkLst>
            <pc:docMk/>
            <pc:sldMk cId="292849481" sldId="300"/>
            <ac:inkMk id="67" creationId="{15B67528-E722-5C40-867E-89003BC67B8F}"/>
          </ac:inkMkLst>
        </pc:inkChg>
        <pc:inkChg chg="add del topLvl">
          <ac:chgData name="Aggie Menezes" userId="74619c95fa3483c9" providerId="LiveId" clId="{D3128F82-6912-0F40-BAD3-A276DA5466DC}" dt="2021-03-05T14:16:50.090" v="1035"/>
          <ac:inkMkLst>
            <pc:docMk/>
            <pc:sldMk cId="292849481" sldId="300"/>
            <ac:inkMk id="68" creationId="{EAB483CD-8525-2C48-9E39-96DC0F66C630}"/>
          </ac:inkMkLst>
        </pc:inkChg>
        <pc:inkChg chg="add del topLvl">
          <ac:chgData name="Aggie Menezes" userId="74619c95fa3483c9" providerId="LiveId" clId="{D3128F82-6912-0F40-BAD3-A276DA5466DC}" dt="2021-03-05T14:16:50.305" v="1050"/>
          <ac:inkMkLst>
            <pc:docMk/>
            <pc:sldMk cId="292849481" sldId="300"/>
            <ac:inkMk id="69" creationId="{0B149F07-4276-0742-9722-3BE3D587DBB0}"/>
          </ac:inkMkLst>
        </pc:inkChg>
        <pc:inkChg chg="add del topLvl">
          <ac:chgData name="Aggie Menezes" userId="74619c95fa3483c9" providerId="LiveId" clId="{D3128F82-6912-0F40-BAD3-A276DA5466DC}" dt="2021-03-05T14:16:50.474" v="1070"/>
          <ac:inkMkLst>
            <pc:docMk/>
            <pc:sldMk cId="292849481" sldId="300"/>
            <ac:inkMk id="70" creationId="{79A50994-D969-4641-903E-A2C53ADBBDF7}"/>
          </ac:inkMkLst>
        </pc:inkChg>
        <pc:inkChg chg="add del topLvl">
          <ac:chgData name="Aggie Menezes" userId="74619c95fa3483c9" providerId="LiveId" clId="{D3128F82-6912-0F40-BAD3-A276DA5466DC}" dt="2021-03-05T14:16:50.369" v="1056"/>
          <ac:inkMkLst>
            <pc:docMk/>
            <pc:sldMk cId="292849481" sldId="300"/>
            <ac:inkMk id="71" creationId="{60B373D2-0FF8-8A47-8D26-549A48E6586B}"/>
          </ac:inkMkLst>
        </pc:inkChg>
        <pc:inkChg chg="add del topLvl">
          <ac:chgData name="Aggie Menezes" userId="74619c95fa3483c9" providerId="LiveId" clId="{D3128F82-6912-0F40-BAD3-A276DA5466DC}" dt="2021-03-05T14:16:50.316" v="1051"/>
          <ac:inkMkLst>
            <pc:docMk/>
            <pc:sldMk cId="292849481" sldId="300"/>
            <ac:inkMk id="72" creationId="{36C52A81-27CA-0946-B3AC-C06D9565B89C}"/>
          </ac:inkMkLst>
        </pc:inkChg>
        <pc:inkChg chg="add del topLvl">
          <ac:chgData name="Aggie Menezes" userId="74619c95fa3483c9" providerId="LiveId" clId="{D3128F82-6912-0F40-BAD3-A276DA5466DC}" dt="2021-03-05T14:16:50.187" v="1041"/>
          <ac:inkMkLst>
            <pc:docMk/>
            <pc:sldMk cId="292849481" sldId="300"/>
            <ac:inkMk id="73" creationId="{C62FB7B2-E7D4-8B4C-BD9E-7E8FAF5693DA}"/>
          </ac:inkMkLst>
        </pc:inkChg>
        <pc:inkChg chg="add del">
          <ac:chgData name="Aggie Menezes" userId="74619c95fa3483c9" providerId="LiveId" clId="{D3128F82-6912-0F40-BAD3-A276DA5466DC}" dt="2021-03-05T14:16:50.442" v="1065"/>
          <ac:inkMkLst>
            <pc:docMk/>
            <pc:sldMk cId="292849481" sldId="300"/>
            <ac:inkMk id="75" creationId="{5CB7C834-7FC2-BB4C-A529-A30852FE80FF}"/>
          </ac:inkMkLst>
        </pc:inkChg>
        <pc:inkChg chg="add">
          <ac:chgData name="Aggie Menezes" userId="74619c95fa3483c9" providerId="LiveId" clId="{D3128F82-6912-0F40-BAD3-A276DA5466DC}" dt="2021-03-05T14:19:57.695" v="1077"/>
          <ac:inkMkLst>
            <pc:docMk/>
            <pc:sldMk cId="292849481" sldId="300"/>
            <ac:inkMk id="77" creationId="{7D057B0A-0DA7-394D-AC7B-9C8DED1AF037}"/>
          </ac:inkMkLst>
        </pc:inkChg>
        <pc:inkChg chg="add">
          <ac:chgData name="Aggie Menezes" userId="74619c95fa3483c9" providerId="LiveId" clId="{D3128F82-6912-0F40-BAD3-A276DA5466DC}" dt="2021-03-05T14:19:57.833" v="1078"/>
          <ac:inkMkLst>
            <pc:docMk/>
            <pc:sldMk cId="292849481" sldId="300"/>
            <ac:inkMk id="78" creationId="{448205CF-BA1F-2041-A9E8-6F681F927303}"/>
          </ac:inkMkLst>
        </pc:inkChg>
        <pc:inkChg chg="add">
          <ac:chgData name="Aggie Menezes" userId="74619c95fa3483c9" providerId="LiveId" clId="{D3128F82-6912-0F40-BAD3-A276DA5466DC}" dt="2021-03-05T14:19:58.715" v="1079"/>
          <ac:inkMkLst>
            <pc:docMk/>
            <pc:sldMk cId="292849481" sldId="300"/>
            <ac:inkMk id="79" creationId="{46BB9906-FC84-154C-A9D6-CCF5611F7163}"/>
          </ac:inkMkLst>
        </pc:inkChg>
        <pc:inkChg chg="add">
          <ac:chgData name="Aggie Menezes" userId="74619c95fa3483c9" providerId="LiveId" clId="{D3128F82-6912-0F40-BAD3-A276DA5466DC}" dt="2021-03-05T14:19:59.046" v="1080"/>
          <ac:inkMkLst>
            <pc:docMk/>
            <pc:sldMk cId="292849481" sldId="300"/>
            <ac:inkMk id="80" creationId="{2AF24342-580D-B146-9F82-15DBDCF151EC}"/>
          </ac:inkMkLst>
        </pc:inkChg>
        <pc:inkChg chg="add">
          <ac:chgData name="Aggie Menezes" userId="74619c95fa3483c9" providerId="LiveId" clId="{D3128F82-6912-0F40-BAD3-A276DA5466DC}" dt="2021-03-05T14:20:02.896" v="1082"/>
          <ac:inkMkLst>
            <pc:docMk/>
            <pc:sldMk cId="292849481" sldId="300"/>
            <ac:inkMk id="83" creationId="{0181CBE2-484F-9846-BF4F-F132BF84017C}"/>
          </ac:inkMkLst>
        </pc:inkChg>
        <pc:inkChg chg="add">
          <ac:chgData name="Aggie Menezes" userId="74619c95fa3483c9" providerId="LiveId" clId="{D3128F82-6912-0F40-BAD3-A276DA5466DC}" dt="2021-03-05T14:20:03.308" v="1083"/>
          <ac:inkMkLst>
            <pc:docMk/>
            <pc:sldMk cId="292849481" sldId="300"/>
            <ac:inkMk id="84" creationId="{BCE75E9D-6D15-3A49-87E2-C219393AE962}"/>
          </ac:inkMkLst>
        </pc:inkChg>
        <pc:inkChg chg="add">
          <ac:chgData name="Aggie Menezes" userId="74619c95fa3483c9" providerId="LiveId" clId="{D3128F82-6912-0F40-BAD3-A276DA5466DC}" dt="2021-03-05T14:20:03.998" v="1084"/>
          <ac:inkMkLst>
            <pc:docMk/>
            <pc:sldMk cId="292849481" sldId="300"/>
            <ac:inkMk id="85" creationId="{0B5973B4-0EFF-CB44-81A7-19FDE09010B2}"/>
          </ac:inkMkLst>
        </pc:inkChg>
      </pc:sldChg>
      <pc:sldChg chg="addSp delSp">
        <pc:chgData name="Aggie Menezes" userId="74619c95fa3483c9" providerId="LiveId" clId="{D3128F82-6912-0F40-BAD3-A276DA5466DC}" dt="2021-03-05T13:23:34.310" v="974"/>
        <pc:sldMkLst>
          <pc:docMk/>
          <pc:sldMk cId="824117372" sldId="301"/>
        </pc:sldMkLst>
        <pc:grpChg chg="add del">
          <ac:chgData name="Aggie Menezes" userId="74619c95fa3483c9" providerId="LiveId" clId="{D3128F82-6912-0F40-BAD3-A276DA5466DC}" dt="2021-03-05T13:22:18.257" v="968"/>
          <ac:grpSpMkLst>
            <pc:docMk/>
            <pc:sldMk cId="824117372" sldId="301"/>
            <ac:grpSpMk id="15" creationId="{722CD9C9-BCC2-6E47-A61A-C487E3ACDD9A}"/>
          </ac:grpSpMkLst>
        </pc:grpChg>
        <pc:grpChg chg="add del">
          <ac:chgData name="Aggie Menezes" userId="74619c95fa3483c9" providerId="LiveId" clId="{D3128F82-6912-0F40-BAD3-A276DA5466DC}" dt="2021-03-05T13:22:18.257" v="968"/>
          <ac:grpSpMkLst>
            <pc:docMk/>
            <pc:sldMk cId="824117372" sldId="301"/>
            <ac:grpSpMk id="36" creationId="{C066A792-DA32-B642-B84D-4A682DD9EDC3}"/>
          </ac:grpSpMkLst>
        </pc:grpChg>
        <pc:grpChg chg="add del">
          <ac:chgData name="Aggie Menezes" userId="74619c95fa3483c9" providerId="LiveId" clId="{D3128F82-6912-0F40-BAD3-A276DA5466DC}" dt="2021-03-05T13:23:31.419" v="970"/>
          <ac:grpSpMkLst>
            <pc:docMk/>
            <pc:sldMk cId="824117372" sldId="301"/>
            <ac:grpSpMk id="60" creationId="{BC92F4E3-BE64-1043-B4D5-177A515F3D52}"/>
          </ac:grpSpMkLst>
        </pc:grpChg>
        <pc:grpChg chg="add del">
          <ac:chgData name="Aggie Menezes" userId="74619c95fa3483c9" providerId="LiveId" clId="{D3128F82-6912-0F40-BAD3-A276DA5466DC}" dt="2021-03-05T13:23:33.563" v="972"/>
          <ac:grpSpMkLst>
            <pc:docMk/>
            <pc:sldMk cId="824117372" sldId="301"/>
            <ac:grpSpMk id="62" creationId="{2641E2F8-86A4-1149-88B1-7F7E53E10BDE}"/>
          </ac:grpSpMkLst>
        </pc:grpChg>
        <pc:grpChg chg="add del">
          <ac:chgData name="Aggie Menezes" userId="74619c95fa3483c9" providerId="LiveId" clId="{D3128F82-6912-0F40-BAD3-A276DA5466DC}" dt="2021-03-05T13:23:34.310" v="974"/>
          <ac:grpSpMkLst>
            <pc:docMk/>
            <pc:sldMk cId="824117372" sldId="301"/>
            <ac:grpSpMk id="64" creationId="{BB6B4FC1-AF93-644D-B073-B36513D34ABD}"/>
          </ac:grpSpMkLst>
        </pc:grpChg>
        <pc:grpChg chg="add">
          <ac:chgData name="Aggie Menezes" userId="74619c95fa3483c9" providerId="LiveId" clId="{D3128F82-6912-0F40-BAD3-A276DA5466DC}" dt="2021-03-05T13:23:34.310" v="974"/>
          <ac:grpSpMkLst>
            <pc:docMk/>
            <pc:sldMk cId="824117372" sldId="301"/>
            <ac:grpSpMk id="66" creationId="{D25B065A-0751-FA42-A509-D3E383B21B22}"/>
          </ac:grpSpMkLst>
        </pc:grp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10" creationId="{F553AF4B-B172-0E4B-876F-78E2BCBDB1DC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12" creationId="{661B2235-4746-F849-85A0-60C95200DCEA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14" creationId="{A2A8937E-0643-B047-9619-9210E6F2B4FD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20" creationId="{CA619481-E32E-0B4F-AB6A-507C3816FC00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21" creationId="{64D12615-C8CC-864F-A821-39E120A9B936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22" creationId="{C7C6A2FA-1D7C-2F44-9B08-C8CD99E15435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23" creationId="{B7D59C3A-A650-8844-ADFD-6C4C0FFA5394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24" creationId="{0036027D-202D-E948-8B30-9AFD50F0FFFE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30" creationId="{38EE52E9-D9F2-8941-8903-9F7AE6A044F3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35" creationId="{A9B3A428-E914-2547-B170-CABF3483BA0B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37" creationId="{8C0C5FEE-813C-604E-AE56-67347A9661D7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58" creationId="{75C993C3-2DEF-0345-B279-E8FFD7798AF0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59" creationId="{CF3B8CA7-CFB2-B84A-B6C0-F2347B4F84DA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61" creationId="{4FD2543C-9209-9342-B1FD-4C1A4614425F}"/>
          </ac:inkMkLst>
        </pc:inkChg>
        <pc:inkChg chg="add topLvl">
          <ac:chgData name="Aggie Menezes" userId="74619c95fa3483c9" providerId="LiveId" clId="{D3128F82-6912-0F40-BAD3-A276DA5466DC}" dt="2021-03-05T13:23:34.310" v="974"/>
          <ac:inkMkLst>
            <pc:docMk/>
            <pc:sldMk cId="824117372" sldId="301"/>
            <ac:inkMk id="63" creationId="{451D49C7-5808-AA42-B8E5-A4980702AB1A}"/>
          </ac:inkMkLst>
        </pc:inkChg>
        <pc:inkChg chg="add">
          <ac:chgData name="Aggie Menezes" userId="74619c95fa3483c9" providerId="LiveId" clId="{D3128F82-6912-0F40-BAD3-A276DA5466DC}" dt="2021-03-05T13:23:33.747" v="973"/>
          <ac:inkMkLst>
            <pc:docMk/>
            <pc:sldMk cId="824117372" sldId="301"/>
            <ac:inkMk id="65" creationId="{A6772C3C-8140-8C40-99F8-57B68FC3DFF2}"/>
          </ac:inkMkLst>
        </pc:inkChg>
      </pc:sldChg>
      <pc:sldChg chg="addSp delSp">
        <pc:chgData name="Aggie Menezes" userId="74619c95fa3483c9" providerId="LiveId" clId="{D3128F82-6912-0F40-BAD3-A276DA5466DC}" dt="2021-03-05T13:05:40.405" v="952"/>
        <pc:sldMkLst>
          <pc:docMk/>
          <pc:sldMk cId="62947172" sldId="302"/>
        </pc:sldMkLst>
        <pc:grpChg chg="add">
          <ac:chgData name="Aggie Menezes" userId="74619c95fa3483c9" providerId="LiveId" clId="{D3128F82-6912-0F40-BAD3-A276DA5466DC}" dt="2021-02-13T03:46:20.402" v="170"/>
          <ac:grpSpMkLst>
            <pc:docMk/>
            <pc:sldMk cId="62947172" sldId="302"/>
            <ac:grpSpMk id="12" creationId="{7E65BA1C-C158-744C-A7E9-F2C2B5BA4373}"/>
          </ac:grpSpMkLst>
        </pc:grpChg>
        <pc:grpChg chg="add del">
          <ac:chgData name="Aggie Menezes" userId="74619c95fa3483c9" providerId="LiveId" clId="{D3128F82-6912-0F40-BAD3-A276DA5466DC}" dt="2021-03-05T13:04:15.835" v="921"/>
          <ac:grpSpMkLst>
            <pc:docMk/>
            <pc:sldMk cId="62947172" sldId="302"/>
            <ac:grpSpMk id="18" creationId="{E6472FE9-C96F-B149-858A-14C353A84666}"/>
          </ac:grpSpMkLst>
        </pc:grpChg>
        <pc:grpChg chg="add del">
          <ac:chgData name="Aggie Menezes" userId="74619c95fa3483c9" providerId="LiveId" clId="{D3128F82-6912-0F40-BAD3-A276DA5466DC}" dt="2021-03-05T13:04:16.907" v="923"/>
          <ac:grpSpMkLst>
            <pc:docMk/>
            <pc:sldMk cId="62947172" sldId="302"/>
            <ac:grpSpMk id="24" creationId="{288F0EC2-4825-8B47-A6F9-F6BBC1BE8FC4}"/>
          </ac:grpSpMkLst>
        </pc:grpChg>
        <pc:grpChg chg="add del">
          <ac:chgData name="Aggie Menezes" userId="74619c95fa3483c9" providerId="LiveId" clId="{D3128F82-6912-0F40-BAD3-A276DA5466DC}" dt="2021-02-13T03:47:16.676" v="184"/>
          <ac:grpSpMkLst>
            <pc:docMk/>
            <pc:sldMk cId="62947172" sldId="302"/>
            <ac:grpSpMk id="24" creationId="{39FCB92D-D06C-334D-AB9B-0A2E56564893}"/>
          </ac:grpSpMkLst>
        </pc:grpChg>
        <pc:grpChg chg="add del">
          <ac:chgData name="Aggie Menezes" userId="74619c95fa3483c9" providerId="LiveId" clId="{D3128F82-6912-0F40-BAD3-A276DA5466DC}" dt="2021-03-05T13:05:40.392" v="949"/>
          <ac:grpSpMkLst>
            <pc:docMk/>
            <pc:sldMk cId="62947172" sldId="302"/>
            <ac:grpSpMk id="26" creationId="{3A317BB9-84E5-A34D-8220-C21578DF7C45}"/>
          </ac:grpSpMkLst>
        </pc:grpChg>
        <pc:grpChg chg="add del">
          <ac:chgData name="Aggie Menezes" userId="74619c95fa3483c9" providerId="LiveId" clId="{D3128F82-6912-0F40-BAD3-A276DA5466DC}" dt="2021-02-13T03:47:22.012" v="192"/>
          <ac:grpSpMkLst>
            <pc:docMk/>
            <pc:sldMk cId="62947172" sldId="302"/>
            <ac:grpSpMk id="26" creationId="{AAFDDD7B-FB9B-9146-AE9F-EBA7B8E40CB2}"/>
          </ac:grpSpMkLst>
        </pc:grpChg>
        <pc:grpChg chg="add">
          <ac:chgData name="Aggie Menezes" userId="74619c95fa3483c9" providerId="LiveId" clId="{D3128F82-6912-0F40-BAD3-A276DA5466DC}" dt="2021-02-13T03:47:22.012" v="192"/>
          <ac:grpSpMkLst>
            <pc:docMk/>
            <pc:sldMk cId="62947172" sldId="302"/>
            <ac:grpSpMk id="36" creationId="{8E9291C2-63E2-7545-8EC2-CD04EE5179AC}"/>
          </ac:grpSpMkLst>
        </pc:grpChg>
        <pc:grpChg chg="add del">
          <ac:chgData name="Aggie Menezes" userId="74619c95fa3483c9" providerId="LiveId" clId="{D3128F82-6912-0F40-BAD3-A276DA5466DC}" dt="2021-03-05T13:05:40.398" v="950"/>
          <ac:grpSpMkLst>
            <pc:docMk/>
            <pc:sldMk cId="62947172" sldId="302"/>
            <ac:grpSpMk id="37" creationId="{253436CD-29E8-054D-A4B0-DD84E06DDCED}"/>
          </ac:grpSpMkLst>
        </pc:grpChg>
        <pc:grpChg chg="add del">
          <ac:chgData name="Aggie Menezes" userId="74619c95fa3483c9" providerId="LiveId" clId="{D3128F82-6912-0F40-BAD3-A276DA5466DC}" dt="2021-02-13T03:47:55.344" v="201"/>
          <ac:grpSpMkLst>
            <pc:docMk/>
            <pc:sldMk cId="62947172" sldId="302"/>
            <ac:grpSpMk id="39" creationId="{AF0E4AD2-152E-8346-BC04-5051E3C02BB1}"/>
          </ac:grpSpMkLst>
        </pc:grpChg>
        <pc:grpChg chg="add del">
          <ac:chgData name="Aggie Menezes" userId="74619c95fa3483c9" providerId="LiveId" clId="{D3128F82-6912-0F40-BAD3-A276DA5466DC}" dt="2021-03-05T13:05:40.361" v="943"/>
          <ac:grpSpMkLst>
            <pc:docMk/>
            <pc:sldMk cId="62947172" sldId="302"/>
            <ac:grpSpMk id="40" creationId="{2E3ED041-232E-5C41-BD69-1FB8A6063056}"/>
          </ac:grpSpMkLst>
        </pc:grpChg>
        <pc:grpChg chg="add">
          <ac:chgData name="Aggie Menezes" userId="74619c95fa3483c9" providerId="LiveId" clId="{D3128F82-6912-0F40-BAD3-A276DA5466DC}" dt="2021-02-13T03:47:55.344" v="201"/>
          <ac:grpSpMkLst>
            <pc:docMk/>
            <pc:sldMk cId="62947172" sldId="302"/>
            <ac:grpSpMk id="61" creationId="{44BF27ED-5060-6F4B-85D6-D5350168E764}"/>
          </ac:grpSpMkLst>
        </pc:grpChg>
        <pc:grpChg chg="add del">
          <ac:chgData name="Aggie Menezes" userId="74619c95fa3483c9" providerId="LiveId" clId="{D3128F82-6912-0F40-BAD3-A276DA5466DC}" dt="2021-02-13T03:48:35.502" v="212"/>
          <ac:grpSpMkLst>
            <pc:docMk/>
            <pc:sldMk cId="62947172" sldId="302"/>
            <ac:grpSpMk id="68" creationId="{75025224-BC0C-6B40-8E47-CDF8BB1E3542}"/>
          </ac:grpSpMkLst>
        </pc:grpChg>
        <pc:grpChg chg="add del">
          <ac:chgData name="Aggie Menezes" userId="74619c95fa3483c9" providerId="LiveId" clId="{D3128F82-6912-0F40-BAD3-A276DA5466DC}" dt="2021-02-13T03:48:35.502" v="212"/>
          <ac:grpSpMkLst>
            <pc:docMk/>
            <pc:sldMk cId="62947172" sldId="302"/>
            <ac:grpSpMk id="69" creationId="{0E5A610B-79AB-344F-9500-4853DAB3A183}"/>
          </ac:grpSpMkLst>
        </pc:grpChg>
        <pc:grpChg chg="add">
          <ac:chgData name="Aggie Menezes" userId="74619c95fa3483c9" providerId="LiveId" clId="{D3128F82-6912-0F40-BAD3-A276DA5466DC}" dt="2021-02-13T03:48:35.502" v="212"/>
          <ac:grpSpMkLst>
            <pc:docMk/>
            <pc:sldMk cId="62947172" sldId="302"/>
            <ac:grpSpMk id="73" creationId="{9C28106D-78D3-C141-8CC2-5F0817C4AFEE}"/>
          </ac:grpSpMkLst>
        </pc:grpChg>
        <pc:grpChg chg="add">
          <ac:chgData name="Aggie Menezes" userId="74619c95fa3483c9" providerId="LiveId" clId="{D3128F82-6912-0F40-BAD3-A276DA5466DC}" dt="2021-02-13T03:48:50.206" v="219"/>
          <ac:grpSpMkLst>
            <pc:docMk/>
            <pc:sldMk cId="62947172" sldId="302"/>
            <ac:grpSpMk id="80" creationId="{B655B55E-F93A-6B40-AE74-3714EA546D97}"/>
          </ac:grpSpMkLst>
        </pc:grpChg>
        <pc:grpChg chg="add">
          <ac:chgData name="Aggie Menezes" userId="74619c95fa3483c9" providerId="LiveId" clId="{D3128F82-6912-0F40-BAD3-A276DA5466DC}" dt="2021-02-13T03:50:03.223" v="226"/>
          <ac:grpSpMkLst>
            <pc:docMk/>
            <pc:sldMk cId="62947172" sldId="302"/>
            <ac:grpSpMk id="87" creationId="{12AFEECF-BC44-2148-AF51-6E6B8BD188C0}"/>
          </ac:grpSpMkLst>
        </pc:grpChg>
        <pc:grpChg chg="add">
          <ac:chgData name="Aggie Menezes" userId="74619c95fa3483c9" providerId="LiveId" clId="{D3128F82-6912-0F40-BAD3-A276DA5466DC}" dt="2021-02-13T03:50:40.655" v="232"/>
          <ac:grpSpMkLst>
            <pc:docMk/>
            <pc:sldMk cId="62947172" sldId="302"/>
            <ac:grpSpMk id="93" creationId="{54AB5F7F-AFC4-E944-95A2-D586C0C6A22B}"/>
          </ac:grpSpMkLst>
        </pc:grpChg>
        <pc:grpChg chg="add">
          <ac:chgData name="Aggie Menezes" userId="74619c95fa3483c9" providerId="LiveId" clId="{D3128F82-6912-0F40-BAD3-A276DA5466DC}" dt="2021-02-13T03:50:44.310" v="238"/>
          <ac:grpSpMkLst>
            <pc:docMk/>
            <pc:sldMk cId="62947172" sldId="302"/>
            <ac:grpSpMk id="99" creationId="{4E12C2C5-B05E-BC4C-96F8-1B96A2E3CB00}"/>
          </ac:grpSpMkLst>
        </pc:grpChg>
        <pc:grpChg chg="add">
          <ac:chgData name="Aggie Menezes" userId="74619c95fa3483c9" providerId="LiveId" clId="{D3128F82-6912-0F40-BAD3-A276DA5466DC}" dt="2021-02-13T03:52:41.058" v="246"/>
          <ac:grpSpMkLst>
            <pc:docMk/>
            <pc:sldMk cId="62947172" sldId="302"/>
            <ac:grpSpMk id="107" creationId="{6601E679-18F2-604F-AC6D-507BAC7C36A7}"/>
          </ac:grpSpMkLst>
        </pc:grpChg>
        <pc:grpChg chg="add">
          <ac:chgData name="Aggie Menezes" userId="74619c95fa3483c9" providerId="LiveId" clId="{D3128F82-6912-0F40-BAD3-A276DA5466DC}" dt="2021-02-13T03:54:01.757" v="255"/>
          <ac:grpSpMkLst>
            <pc:docMk/>
            <pc:sldMk cId="62947172" sldId="302"/>
            <ac:grpSpMk id="116" creationId="{28D8DAD3-D8F7-E749-B7F2-07B84AFBE8AE}"/>
          </ac:grpSpMkLst>
        </pc:grpChg>
        <pc:grpChg chg="add">
          <ac:chgData name="Aggie Menezes" userId="74619c95fa3483c9" providerId="LiveId" clId="{D3128F82-6912-0F40-BAD3-A276DA5466DC}" dt="2021-02-13T03:54:01.757" v="255"/>
          <ac:grpSpMkLst>
            <pc:docMk/>
            <pc:sldMk cId="62947172" sldId="302"/>
            <ac:grpSpMk id="117" creationId="{3E7F1CDE-9DB9-B84C-90AF-DA46533D5617}"/>
          </ac:grpSpMkLst>
        </pc:grpChg>
        <pc:grpChg chg="add del">
          <ac:chgData name="Aggie Menezes" userId="74619c95fa3483c9" providerId="LiveId" clId="{D3128F82-6912-0F40-BAD3-A276DA5466DC}" dt="2021-02-13T03:54:14.095" v="270"/>
          <ac:grpSpMkLst>
            <pc:docMk/>
            <pc:sldMk cId="62947172" sldId="302"/>
            <ac:grpSpMk id="127" creationId="{8A39B02F-C357-0946-ADF9-C7E9AD5EFDE2}"/>
          </ac:grpSpMkLst>
        </pc:grpChg>
        <pc:grpChg chg="add">
          <ac:chgData name="Aggie Menezes" userId="74619c95fa3483c9" providerId="LiveId" clId="{D3128F82-6912-0F40-BAD3-A276DA5466DC}" dt="2021-02-13T03:54:14.095" v="270"/>
          <ac:grpSpMkLst>
            <pc:docMk/>
            <pc:sldMk cId="62947172" sldId="302"/>
            <ac:grpSpMk id="132" creationId="{1417C202-16D7-7444-99E1-84211A251954}"/>
          </ac:grpSpMkLst>
        </pc:grpChg>
        <pc:grpChg chg="add">
          <ac:chgData name="Aggie Menezes" userId="74619c95fa3483c9" providerId="LiveId" clId="{D3128F82-6912-0F40-BAD3-A276DA5466DC}" dt="2021-02-13T03:55:11.606" v="284"/>
          <ac:grpSpMkLst>
            <pc:docMk/>
            <pc:sldMk cId="62947172" sldId="302"/>
            <ac:grpSpMk id="146" creationId="{C541EAED-7649-CC40-A854-63EB1F67725D}"/>
          </ac:grpSpMkLst>
        </pc:grpChg>
        <pc:grpChg chg="add">
          <ac:chgData name="Aggie Menezes" userId="74619c95fa3483c9" providerId="LiveId" clId="{D3128F82-6912-0F40-BAD3-A276DA5466DC}" dt="2021-02-13T03:55:16.280" v="291"/>
          <ac:grpSpMkLst>
            <pc:docMk/>
            <pc:sldMk cId="62947172" sldId="302"/>
            <ac:grpSpMk id="153" creationId="{4381F6B9-EAAA-4647-A283-DB335FBC71B0}"/>
          </ac:grpSpMkLst>
        </pc:grpChg>
        <pc:grpChg chg="add">
          <ac:chgData name="Aggie Menezes" userId="74619c95fa3483c9" providerId="LiveId" clId="{D3128F82-6912-0F40-BAD3-A276DA5466DC}" dt="2021-02-13T03:55:48.739" v="300"/>
          <ac:grpSpMkLst>
            <pc:docMk/>
            <pc:sldMk cId="62947172" sldId="302"/>
            <ac:grpSpMk id="162" creationId="{F33E3238-FF23-914A-9174-6B496FBA8CA3}"/>
          </ac:grpSpMkLst>
        </pc:grpChg>
        <pc:grpChg chg="add">
          <ac:chgData name="Aggie Menezes" userId="74619c95fa3483c9" providerId="LiveId" clId="{D3128F82-6912-0F40-BAD3-A276DA5466DC}" dt="2021-02-13T03:56:03.008" v="309"/>
          <ac:grpSpMkLst>
            <pc:docMk/>
            <pc:sldMk cId="62947172" sldId="302"/>
            <ac:grpSpMk id="171" creationId="{E32006C7-9D4F-C94F-999D-940CC8FB8ADA}"/>
          </ac:grpSpMkLst>
        </pc:grpChg>
        <pc:grpChg chg="add">
          <ac:chgData name="Aggie Menezes" userId="74619c95fa3483c9" providerId="LiveId" clId="{D3128F82-6912-0F40-BAD3-A276DA5466DC}" dt="2021-02-13T03:56:12.851" v="315"/>
          <ac:grpSpMkLst>
            <pc:docMk/>
            <pc:sldMk cId="62947172" sldId="302"/>
            <ac:grpSpMk id="177" creationId="{1F81FEC8-F748-F643-AF62-AECA6E430645}"/>
          </ac:grpSpMkLst>
        </pc:grpChg>
        <pc:inkChg chg="add del topLvl">
          <ac:chgData name="Aggie Menezes" userId="74619c95fa3483c9" providerId="LiveId" clId="{D3128F82-6912-0F40-BAD3-A276DA5466DC}" dt="2021-03-05T13:05:40.328" v="937"/>
          <ac:inkMkLst>
            <pc:docMk/>
            <pc:sldMk cId="62947172" sldId="302"/>
            <ac:inkMk id="2" creationId="{55B49A8B-3182-6743-99B0-6BBAF0DC3E07}"/>
          </ac:inkMkLst>
        </pc:inkChg>
        <pc:inkChg chg="add">
          <ac:chgData name="Aggie Menezes" userId="74619c95fa3483c9" providerId="LiveId" clId="{D3128F82-6912-0F40-BAD3-A276DA5466DC}" dt="2021-02-13T03:46:15.492" v="160"/>
          <ac:inkMkLst>
            <pc:docMk/>
            <pc:sldMk cId="62947172" sldId="302"/>
            <ac:inkMk id="2" creationId="{6FA38359-4B92-C34F-9E3C-4C49DCBE3ECF}"/>
          </ac:inkMkLst>
        </pc:inkChg>
        <pc:inkChg chg="add">
          <ac:chgData name="Aggie Menezes" userId="74619c95fa3483c9" providerId="LiveId" clId="{D3128F82-6912-0F40-BAD3-A276DA5466DC}" dt="2021-02-13T03:46:16.202" v="161"/>
          <ac:inkMkLst>
            <pc:docMk/>
            <pc:sldMk cId="62947172" sldId="302"/>
            <ac:inkMk id="3" creationId="{53B4EA5D-589D-B34F-AF3E-154BEBB200CB}"/>
          </ac:inkMkLst>
        </pc:inkChg>
        <pc:inkChg chg="add">
          <ac:chgData name="Aggie Menezes" userId="74619c95fa3483c9" providerId="LiveId" clId="{D3128F82-6912-0F40-BAD3-A276DA5466DC}" dt="2021-02-13T03:46:16.396" v="162"/>
          <ac:inkMkLst>
            <pc:docMk/>
            <pc:sldMk cId="62947172" sldId="302"/>
            <ac:inkMk id="4" creationId="{5BE49D75-76BF-0646-A909-72E07A63805F}"/>
          </ac:inkMkLst>
        </pc:inkChg>
        <pc:inkChg chg="add del topLvl">
          <ac:chgData name="Aggie Menezes" userId="74619c95fa3483c9" providerId="LiveId" clId="{D3128F82-6912-0F40-BAD3-A276DA5466DC}" dt="2021-03-05T13:05:40.382" v="947"/>
          <ac:inkMkLst>
            <pc:docMk/>
            <pc:sldMk cId="62947172" sldId="302"/>
            <ac:inkMk id="4" creationId="{F3A0DA56-1107-284B-90AB-CD84F32B34CE}"/>
          </ac:inkMkLst>
        </pc:inkChg>
        <pc:inkChg chg="add">
          <ac:chgData name="Aggie Menezes" userId="74619c95fa3483c9" providerId="LiveId" clId="{D3128F82-6912-0F40-BAD3-A276DA5466DC}" dt="2021-02-13T03:46:16.638" v="163"/>
          <ac:inkMkLst>
            <pc:docMk/>
            <pc:sldMk cId="62947172" sldId="302"/>
            <ac:inkMk id="5" creationId="{25B51582-9272-5A45-8FC8-E8423F280A79}"/>
          </ac:inkMkLst>
        </pc:inkChg>
        <pc:inkChg chg="add">
          <ac:chgData name="Aggie Menezes" userId="74619c95fa3483c9" providerId="LiveId" clId="{D3128F82-6912-0F40-BAD3-A276DA5466DC}" dt="2021-02-13T03:46:17.286" v="164"/>
          <ac:inkMkLst>
            <pc:docMk/>
            <pc:sldMk cId="62947172" sldId="302"/>
            <ac:inkMk id="6" creationId="{381B71FC-2DCE-EA45-8678-EAC18954A5E5}"/>
          </ac:inkMkLst>
        </pc:inkChg>
        <pc:inkChg chg="add">
          <ac:chgData name="Aggie Menezes" userId="74619c95fa3483c9" providerId="LiveId" clId="{D3128F82-6912-0F40-BAD3-A276DA5466DC}" dt="2021-02-13T03:46:18.193" v="165"/>
          <ac:inkMkLst>
            <pc:docMk/>
            <pc:sldMk cId="62947172" sldId="302"/>
            <ac:inkMk id="7" creationId="{22624621-E849-DE4D-83EB-F75CC76322DC}"/>
          </ac:inkMkLst>
        </pc:inkChg>
        <pc:inkChg chg="add">
          <ac:chgData name="Aggie Menezes" userId="74619c95fa3483c9" providerId="LiveId" clId="{D3128F82-6912-0F40-BAD3-A276DA5466DC}" dt="2021-02-13T03:46:18.322" v="166"/>
          <ac:inkMkLst>
            <pc:docMk/>
            <pc:sldMk cId="62947172" sldId="302"/>
            <ac:inkMk id="8" creationId="{7846342E-DDB4-7340-9336-B71969C447DD}"/>
          </ac:inkMkLst>
        </pc:inkChg>
        <pc:inkChg chg="add">
          <ac:chgData name="Aggie Menezes" userId="74619c95fa3483c9" providerId="LiveId" clId="{D3128F82-6912-0F40-BAD3-A276DA5466DC}" dt="2021-02-13T03:46:18.636" v="167"/>
          <ac:inkMkLst>
            <pc:docMk/>
            <pc:sldMk cId="62947172" sldId="302"/>
            <ac:inkMk id="9" creationId="{1769A409-A73B-B14F-BC39-B0D85D5404BD}"/>
          </ac:inkMkLst>
        </pc:inkChg>
        <pc:inkChg chg="add">
          <ac:chgData name="Aggie Menezes" userId="74619c95fa3483c9" providerId="LiveId" clId="{D3128F82-6912-0F40-BAD3-A276DA5466DC}" dt="2021-02-13T03:46:19.138" v="168"/>
          <ac:inkMkLst>
            <pc:docMk/>
            <pc:sldMk cId="62947172" sldId="302"/>
            <ac:inkMk id="10" creationId="{51B03609-213F-6749-9DCC-62F6B3AE8521}"/>
          </ac:inkMkLst>
        </pc:inkChg>
        <pc:inkChg chg="add">
          <ac:chgData name="Aggie Menezes" userId="74619c95fa3483c9" providerId="LiveId" clId="{D3128F82-6912-0F40-BAD3-A276DA5466DC}" dt="2021-02-13T03:46:19.440" v="169"/>
          <ac:inkMkLst>
            <pc:docMk/>
            <pc:sldMk cId="62947172" sldId="302"/>
            <ac:inkMk id="11" creationId="{AA9936E1-CD70-094A-BD6D-949C9A40EF51}"/>
          </ac:inkMkLst>
        </pc:inkChg>
        <pc:inkChg chg="add topLvl">
          <ac:chgData name="Aggie Menezes" userId="74619c95fa3483c9" providerId="LiveId" clId="{D3128F82-6912-0F40-BAD3-A276DA5466DC}" dt="2021-02-13T03:47:22.012" v="192"/>
          <ac:inkMkLst>
            <pc:docMk/>
            <pc:sldMk cId="62947172" sldId="302"/>
            <ac:inkMk id="13" creationId="{9DFF6474-3A22-CE41-AF64-8AAE5502CE08}"/>
          </ac:inkMkLst>
        </pc:inkChg>
        <pc:inkChg chg="add topLvl">
          <ac:chgData name="Aggie Menezes" userId="74619c95fa3483c9" providerId="LiveId" clId="{D3128F82-6912-0F40-BAD3-A276DA5466DC}" dt="2021-02-13T03:47:22.012" v="192"/>
          <ac:inkMkLst>
            <pc:docMk/>
            <pc:sldMk cId="62947172" sldId="302"/>
            <ac:inkMk id="14" creationId="{7FA9E987-59DC-1547-8CF8-6F1A172B9911}"/>
          </ac:inkMkLst>
        </pc:inkChg>
        <pc:inkChg chg="add topLvl">
          <ac:chgData name="Aggie Menezes" userId="74619c95fa3483c9" providerId="LiveId" clId="{D3128F82-6912-0F40-BAD3-A276DA5466DC}" dt="2021-02-13T03:47:22.012" v="192"/>
          <ac:inkMkLst>
            <pc:docMk/>
            <pc:sldMk cId="62947172" sldId="302"/>
            <ac:inkMk id="15" creationId="{66C2D092-4E16-1B47-B785-E691E2A88C89}"/>
          </ac:inkMkLst>
        </pc:inkChg>
        <pc:inkChg chg="add topLvl">
          <ac:chgData name="Aggie Menezes" userId="74619c95fa3483c9" providerId="LiveId" clId="{D3128F82-6912-0F40-BAD3-A276DA5466DC}" dt="2021-02-13T03:47:22.012" v="192"/>
          <ac:inkMkLst>
            <pc:docMk/>
            <pc:sldMk cId="62947172" sldId="302"/>
            <ac:inkMk id="16" creationId="{AB54A131-7BBA-194C-B21D-6975131A50A4}"/>
          </ac:inkMkLst>
        </pc:inkChg>
        <pc:inkChg chg="add del topLvl">
          <ac:chgData name="Aggie Menezes" userId="74619c95fa3483c9" providerId="LiveId" clId="{D3128F82-6912-0F40-BAD3-A276DA5466DC}" dt="2021-03-05T13:05:40.340" v="939"/>
          <ac:inkMkLst>
            <pc:docMk/>
            <pc:sldMk cId="62947172" sldId="302"/>
            <ac:inkMk id="17" creationId="{71F5DC59-F59F-1B42-8CF2-EF83C665E68D}"/>
          </ac:inkMkLst>
        </pc:inkChg>
        <pc:inkChg chg="add topLvl">
          <ac:chgData name="Aggie Menezes" userId="74619c95fa3483c9" providerId="LiveId" clId="{D3128F82-6912-0F40-BAD3-A276DA5466DC}" dt="2021-02-13T03:47:22.012" v="192"/>
          <ac:inkMkLst>
            <pc:docMk/>
            <pc:sldMk cId="62947172" sldId="302"/>
            <ac:inkMk id="17" creationId="{D8892AFF-FA80-9C47-B74F-08AD76231815}"/>
          </ac:inkMkLst>
        </pc:inkChg>
        <pc:inkChg chg="add topLvl">
          <ac:chgData name="Aggie Menezes" userId="74619c95fa3483c9" providerId="LiveId" clId="{D3128F82-6912-0F40-BAD3-A276DA5466DC}" dt="2021-02-13T03:47:22.012" v="192"/>
          <ac:inkMkLst>
            <pc:docMk/>
            <pc:sldMk cId="62947172" sldId="302"/>
            <ac:inkMk id="18" creationId="{0C9947BE-BDC8-CD40-9B78-64045D1E688B}"/>
          </ac:inkMkLst>
        </pc:inkChg>
        <pc:inkChg chg="add topLvl">
          <ac:chgData name="Aggie Menezes" userId="74619c95fa3483c9" providerId="LiveId" clId="{D3128F82-6912-0F40-BAD3-A276DA5466DC}" dt="2021-02-13T03:47:22.012" v="192"/>
          <ac:inkMkLst>
            <pc:docMk/>
            <pc:sldMk cId="62947172" sldId="302"/>
            <ac:inkMk id="19" creationId="{681E016C-C549-4945-AD67-54E6ABA7AF8C}"/>
          </ac:inkMkLst>
        </pc:inkChg>
        <pc:inkChg chg="add del topLvl">
          <ac:chgData name="Aggie Menezes" userId="74619c95fa3483c9" providerId="LiveId" clId="{D3128F82-6912-0F40-BAD3-A276DA5466DC}" dt="2021-03-05T13:05:40.402" v="951"/>
          <ac:inkMkLst>
            <pc:docMk/>
            <pc:sldMk cId="62947172" sldId="302"/>
            <ac:inkMk id="19" creationId="{D40E3479-B09B-0940-9A44-14E8A2BAE434}"/>
          </ac:inkMkLst>
        </pc:inkChg>
        <pc:inkChg chg="add del topLvl">
          <ac:chgData name="Aggie Menezes" userId="74619c95fa3483c9" providerId="LiveId" clId="{D3128F82-6912-0F40-BAD3-A276DA5466DC}" dt="2021-03-05T13:05:40.386" v="948"/>
          <ac:inkMkLst>
            <pc:docMk/>
            <pc:sldMk cId="62947172" sldId="302"/>
            <ac:inkMk id="20" creationId="{7387DB09-D5EB-5D4C-A54D-6E6AD5B913BE}"/>
          </ac:inkMkLst>
        </pc:inkChg>
        <pc:inkChg chg="add topLvl">
          <ac:chgData name="Aggie Menezes" userId="74619c95fa3483c9" providerId="LiveId" clId="{D3128F82-6912-0F40-BAD3-A276DA5466DC}" dt="2021-02-13T03:47:22.012" v="192"/>
          <ac:inkMkLst>
            <pc:docMk/>
            <pc:sldMk cId="62947172" sldId="302"/>
            <ac:inkMk id="20" creationId="{8C8194DF-E892-2040-8FBF-CEF1BB698B04}"/>
          </ac:inkMkLst>
        </pc:inkChg>
        <pc:inkChg chg="add topLvl">
          <ac:chgData name="Aggie Menezes" userId="74619c95fa3483c9" providerId="LiveId" clId="{D3128F82-6912-0F40-BAD3-A276DA5466DC}" dt="2021-02-13T03:47:22.012" v="192"/>
          <ac:inkMkLst>
            <pc:docMk/>
            <pc:sldMk cId="62947172" sldId="302"/>
            <ac:inkMk id="21" creationId="{BABD7D00-E1DE-204A-BDB8-32D042490E53}"/>
          </ac:inkMkLst>
        </pc:inkChg>
        <pc:inkChg chg="add del topLvl">
          <ac:chgData name="Aggie Menezes" userId="74619c95fa3483c9" providerId="LiveId" clId="{D3128F82-6912-0F40-BAD3-A276DA5466DC}" dt="2021-03-05T13:05:40.345" v="940"/>
          <ac:inkMkLst>
            <pc:docMk/>
            <pc:sldMk cId="62947172" sldId="302"/>
            <ac:inkMk id="21" creationId="{ED8D053E-1A54-614F-9938-C77D34B435E3}"/>
          </ac:inkMkLst>
        </pc:inkChg>
        <pc:inkChg chg="add topLvl">
          <ac:chgData name="Aggie Menezes" userId="74619c95fa3483c9" providerId="LiveId" clId="{D3128F82-6912-0F40-BAD3-A276DA5466DC}" dt="2021-02-13T03:47:22.012" v="192"/>
          <ac:inkMkLst>
            <pc:docMk/>
            <pc:sldMk cId="62947172" sldId="302"/>
            <ac:inkMk id="22" creationId="{20B31BA0-B221-504A-8A79-0A54C17A74EA}"/>
          </ac:inkMkLst>
        </pc:inkChg>
        <pc:inkChg chg="add del topLvl">
          <ac:chgData name="Aggie Menezes" userId="74619c95fa3483c9" providerId="LiveId" clId="{D3128F82-6912-0F40-BAD3-A276DA5466DC}" dt="2021-03-05T13:05:40.315" v="935"/>
          <ac:inkMkLst>
            <pc:docMk/>
            <pc:sldMk cId="62947172" sldId="302"/>
            <ac:inkMk id="22" creationId="{CFA9E79D-1D0A-9946-BC8A-C68D70B91712}"/>
          </ac:inkMkLst>
        </pc:inkChg>
        <pc:inkChg chg="add del topLvl">
          <ac:chgData name="Aggie Menezes" userId="74619c95fa3483c9" providerId="LiveId" clId="{D3128F82-6912-0F40-BAD3-A276DA5466DC}" dt="2021-03-05T13:05:40.392" v="949"/>
          <ac:inkMkLst>
            <pc:docMk/>
            <pc:sldMk cId="62947172" sldId="302"/>
            <ac:inkMk id="23" creationId="{13F6D509-E942-864A-99F7-FBC6CF1277FD}"/>
          </ac:inkMkLst>
        </pc:inkChg>
        <pc:inkChg chg="add topLvl">
          <ac:chgData name="Aggie Menezes" userId="74619c95fa3483c9" providerId="LiveId" clId="{D3128F82-6912-0F40-BAD3-A276DA5466DC}" dt="2021-02-13T03:47:22.012" v="192"/>
          <ac:inkMkLst>
            <pc:docMk/>
            <pc:sldMk cId="62947172" sldId="302"/>
            <ac:inkMk id="23" creationId="{B3A9B9CC-C1D5-EE44-80C9-1F4E7F985A89}"/>
          </ac:inkMkLst>
        </pc:inkChg>
        <pc:inkChg chg="add del">
          <ac:chgData name="Aggie Menezes" userId="74619c95fa3483c9" providerId="LiveId" clId="{D3128F82-6912-0F40-BAD3-A276DA5466DC}" dt="2021-03-05T13:05:40.355" v="942"/>
          <ac:inkMkLst>
            <pc:docMk/>
            <pc:sldMk cId="62947172" sldId="302"/>
            <ac:inkMk id="25" creationId="{45B60E7F-35DE-814A-9A4F-B87D67FF8A27}"/>
          </ac:inkMkLst>
        </pc:inkChg>
        <pc:inkChg chg="add topLvl">
          <ac:chgData name="Aggie Menezes" userId="74619c95fa3483c9" providerId="LiveId" clId="{D3128F82-6912-0F40-BAD3-A276DA5466DC}" dt="2021-02-13T03:47:22.012" v="192"/>
          <ac:inkMkLst>
            <pc:docMk/>
            <pc:sldMk cId="62947172" sldId="302"/>
            <ac:inkMk id="25" creationId="{8D74442E-75BE-9848-8FF5-7C76190A8169}"/>
          </ac:inkMkLst>
        </pc:inkChg>
        <pc:inkChg chg="add">
          <ac:chgData name="Aggie Menezes" userId="74619c95fa3483c9" providerId="LiveId" clId="{D3128F82-6912-0F40-BAD3-A276DA5466DC}" dt="2021-02-13T03:47:17.647" v="185"/>
          <ac:inkMkLst>
            <pc:docMk/>
            <pc:sldMk cId="62947172" sldId="302"/>
            <ac:inkMk id="27" creationId="{1364DF9F-AA16-B442-B80D-63861F1E23FE}"/>
          </ac:inkMkLst>
        </pc:inkChg>
        <pc:inkChg chg="add del topLvl">
          <ac:chgData name="Aggie Menezes" userId="74619c95fa3483c9" providerId="LiveId" clId="{D3128F82-6912-0F40-BAD3-A276DA5466DC}" dt="2021-03-05T13:05:40.398" v="950"/>
          <ac:inkMkLst>
            <pc:docMk/>
            <pc:sldMk cId="62947172" sldId="302"/>
            <ac:inkMk id="27" creationId="{BD8531DC-B594-AA41-88F2-E9B391909864}"/>
          </ac:inkMkLst>
        </pc:inkChg>
        <pc:inkChg chg="add">
          <ac:chgData name="Aggie Menezes" userId="74619c95fa3483c9" providerId="LiveId" clId="{D3128F82-6912-0F40-BAD3-A276DA5466DC}" dt="2021-02-13T03:47:18.384" v="186"/>
          <ac:inkMkLst>
            <pc:docMk/>
            <pc:sldMk cId="62947172" sldId="302"/>
            <ac:inkMk id="28" creationId="{8D7A4201-094A-3545-9A9A-A27BBEA14D1B}"/>
          </ac:inkMkLst>
        </pc:inkChg>
        <pc:inkChg chg="add del">
          <ac:chgData name="Aggie Menezes" userId="74619c95fa3483c9" providerId="LiveId" clId="{D3128F82-6912-0F40-BAD3-A276DA5466DC}" dt="2021-03-05T13:05:40.377" v="946"/>
          <ac:inkMkLst>
            <pc:docMk/>
            <pc:sldMk cId="62947172" sldId="302"/>
            <ac:inkMk id="28" creationId="{B4AFD7BA-ACA0-8643-B48A-3EDA71C1C8B9}"/>
          </ac:inkMkLst>
        </pc:inkChg>
        <pc:inkChg chg="add">
          <ac:chgData name="Aggie Menezes" userId="74619c95fa3483c9" providerId="LiveId" clId="{D3128F82-6912-0F40-BAD3-A276DA5466DC}" dt="2021-02-13T03:47:19.337" v="187"/>
          <ac:inkMkLst>
            <pc:docMk/>
            <pc:sldMk cId="62947172" sldId="302"/>
            <ac:inkMk id="29" creationId="{25211972-7666-5340-8078-AA2CAF6C88B5}"/>
          </ac:inkMkLst>
        </pc:inkChg>
        <pc:inkChg chg="add del">
          <ac:chgData name="Aggie Menezes" userId="74619c95fa3483c9" providerId="LiveId" clId="{D3128F82-6912-0F40-BAD3-A276DA5466DC}" dt="2021-03-05T13:05:40.334" v="938"/>
          <ac:inkMkLst>
            <pc:docMk/>
            <pc:sldMk cId="62947172" sldId="302"/>
            <ac:inkMk id="29" creationId="{46AFF411-8D7F-9F4D-928D-9D66EA186B80}"/>
          </ac:inkMkLst>
        </pc:inkChg>
        <pc:inkChg chg="add del">
          <ac:chgData name="Aggie Menezes" userId="74619c95fa3483c9" providerId="LiveId" clId="{D3128F82-6912-0F40-BAD3-A276DA5466DC}" dt="2021-03-05T13:05:40.372" v="945"/>
          <ac:inkMkLst>
            <pc:docMk/>
            <pc:sldMk cId="62947172" sldId="302"/>
            <ac:inkMk id="30" creationId="{116E8B13-D23A-434A-BBDA-C4FA47ADBB5B}"/>
          </ac:inkMkLst>
        </pc:inkChg>
        <pc:inkChg chg="add">
          <ac:chgData name="Aggie Menezes" userId="74619c95fa3483c9" providerId="LiveId" clId="{D3128F82-6912-0F40-BAD3-A276DA5466DC}" dt="2021-02-13T03:47:20.560" v="188"/>
          <ac:inkMkLst>
            <pc:docMk/>
            <pc:sldMk cId="62947172" sldId="302"/>
            <ac:inkMk id="30" creationId="{25FA228A-F921-F644-A487-0A2A914C2822}"/>
          </ac:inkMkLst>
        </pc:inkChg>
        <pc:inkChg chg="add del topLvl">
          <ac:chgData name="Aggie Menezes" userId="74619c95fa3483c9" providerId="LiveId" clId="{D3128F82-6912-0F40-BAD3-A276DA5466DC}" dt="2021-03-05T13:05:40.405" v="952"/>
          <ac:inkMkLst>
            <pc:docMk/>
            <pc:sldMk cId="62947172" sldId="302"/>
            <ac:inkMk id="32" creationId="{8F2D1242-F89B-9840-8FBD-B345FCCD7416}"/>
          </ac:inkMkLst>
        </pc:inkChg>
        <pc:inkChg chg="add del">
          <ac:chgData name="Aggie Menezes" userId="74619c95fa3483c9" providerId="LiveId" clId="{D3128F82-6912-0F40-BAD3-A276DA5466DC}" dt="2021-03-05T13:05:40.350" v="941"/>
          <ac:inkMkLst>
            <pc:docMk/>
            <pc:sldMk cId="62947172" sldId="302"/>
            <ac:inkMk id="33" creationId="{0349BD2A-CE44-1147-A668-8EF2DF70D6F6}"/>
          </ac:inkMkLst>
        </pc:inkChg>
        <pc:inkChg chg="add">
          <ac:chgData name="Aggie Menezes" userId="74619c95fa3483c9" providerId="LiveId" clId="{D3128F82-6912-0F40-BAD3-A276DA5466DC}" dt="2021-02-13T03:47:20.771" v="189"/>
          <ac:inkMkLst>
            <pc:docMk/>
            <pc:sldMk cId="62947172" sldId="302"/>
            <ac:inkMk id="33" creationId="{AC85B7BC-E062-CF40-B067-F0F1B1B18383}"/>
          </ac:inkMkLst>
        </pc:inkChg>
        <pc:inkChg chg="add">
          <ac:chgData name="Aggie Menezes" userId="74619c95fa3483c9" providerId="LiveId" clId="{D3128F82-6912-0F40-BAD3-A276DA5466DC}" dt="2021-02-13T03:47:20.993" v="190"/>
          <ac:inkMkLst>
            <pc:docMk/>
            <pc:sldMk cId="62947172" sldId="302"/>
            <ac:inkMk id="34" creationId="{5517D514-8CB6-E743-BD2B-4C51FAB2E143}"/>
          </ac:inkMkLst>
        </pc:inkChg>
        <pc:inkChg chg="add">
          <ac:chgData name="Aggie Menezes" userId="74619c95fa3483c9" providerId="LiveId" clId="{D3128F82-6912-0F40-BAD3-A276DA5466DC}" dt="2021-02-13T03:47:21.145" v="191"/>
          <ac:inkMkLst>
            <pc:docMk/>
            <pc:sldMk cId="62947172" sldId="302"/>
            <ac:inkMk id="35" creationId="{94EC904B-A1FC-0648-8BE5-E8066FDAD356}"/>
          </ac:inkMkLst>
        </pc:inkChg>
        <pc:inkChg chg="add del">
          <ac:chgData name="Aggie Menezes" userId="74619c95fa3483c9" providerId="LiveId" clId="{D3128F82-6912-0F40-BAD3-A276DA5466DC}" dt="2021-03-05T13:05:40.321" v="936"/>
          <ac:inkMkLst>
            <pc:docMk/>
            <pc:sldMk cId="62947172" sldId="302"/>
            <ac:inkMk id="36" creationId="{F6F5275F-143F-C344-ACAA-A7C7033CEEC0}"/>
          </ac:inkMkLst>
        </pc:inkChg>
        <pc:inkChg chg="add topLvl">
          <ac:chgData name="Aggie Menezes" userId="74619c95fa3483c9" providerId="LiveId" clId="{D3128F82-6912-0F40-BAD3-A276DA5466DC}" dt="2021-02-13T03:47:55.344" v="201"/>
          <ac:inkMkLst>
            <pc:docMk/>
            <pc:sldMk cId="62947172" sldId="302"/>
            <ac:inkMk id="37" creationId="{A8F0D0CF-BB11-A143-9DC6-E95855301CE4}"/>
          </ac:inkMkLst>
        </pc:inkChg>
        <pc:inkChg chg="add topLvl">
          <ac:chgData name="Aggie Menezes" userId="74619c95fa3483c9" providerId="LiveId" clId="{D3128F82-6912-0F40-BAD3-A276DA5466DC}" dt="2021-02-13T03:47:55.344" v="201"/>
          <ac:inkMkLst>
            <pc:docMk/>
            <pc:sldMk cId="62947172" sldId="302"/>
            <ac:inkMk id="38" creationId="{04B40283-7235-CC43-B1CF-8BA69C12025D}"/>
          </ac:inkMkLst>
        </pc:inkChg>
        <pc:inkChg chg="add del topLvl">
          <ac:chgData name="Aggie Menezes" userId="74619c95fa3483c9" providerId="LiveId" clId="{D3128F82-6912-0F40-BAD3-A276DA5466DC}" dt="2021-03-05T13:05:40.361" v="943"/>
          <ac:inkMkLst>
            <pc:docMk/>
            <pc:sldMk cId="62947172" sldId="302"/>
            <ac:inkMk id="38" creationId="{9EF7F49D-5D3E-6A4E-82B8-F2E0B4199D74}"/>
          </ac:inkMkLst>
        </pc:inkChg>
        <pc:inkChg chg="add del topLvl">
          <ac:chgData name="Aggie Menezes" userId="74619c95fa3483c9" providerId="LiveId" clId="{D3128F82-6912-0F40-BAD3-A276DA5466DC}" dt="2021-03-05T13:05:40.367" v="944"/>
          <ac:inkMkLst>
            <pc:docMk/>
            <pc:sldMk cId="62947172" sldId="302"/>
            <ac:inkMk id="39" creationId="{66C03DAE-6802-D84F-9E8F-607847AF7695}"/>
          </ac:inkMkLst>
        </pc:inkChg>
        <pc:inkChg chg="add">
          <ac:chgData name="Aggie Menezes" userId="74619c95fa3483c9" providerId="LiveId" clId="{D3128F82-6912-0F40-BAD3-A276DA5466DC}" dt="2021-02-13T03:47:52.076" v="196"/>
          <ac:inkMkLst>
            <pc:docMk/>
            <pc:sldMk cId="62947172" sldId="302"/>
            <ac:inkMk id="40" creationId="{2B727A9E-A0B0-F343-8271-FD3574B3D71A}"/>
          </ac:inkMkLst>
        </pc:inkChg>
        <pc:inkChg chg="add">
          <ac:chgData name="Aggie Menezes" userId="74619c95fa3483c9" providerId="LiveId" clId="{D3128F82-6912-0F40-BAD3-A276DA5466DC}" dt="2021-02-13T03:47:52.417" v="197"/>
          <ac:inkMkLst>
            <pc:docMk/>
            <pc:sldMk cId="62947172" sldId="302"/>
            <ac:inkMk id="57" creationId="{5A403850-3CD6-F640-BCAB-3F3D22647169}"/>
          </ac:inkMkLst>
        </pc:inkChg>
        <pc:inkChg chg="add">
          <ac:chgData name="Aggie Menezes" userId="74619c95fa3483c9" providerId="LiveId" clId="{D3128F82-6912-0F40-BAD3-A276DA5466DC}" dt="2021-02-13T03:47:52.768" v="198"/>
          <ac:inkMkLst>
            <pc:docMk/>
            <pc:sldMk cId="62947172" sldId="302"/>
            <ac:inkMk id="58" creationId="{1A76650A-E693-0F42-A1FD-BAB62227C18D}"/>
          </ac:inkMkLst>
        </pc:inkChg>
        <pc:inkChg chg="add">
          <ac:chgData name="Aggie Menezes" userId="74619c95fa3483c9" providerId="LiveId" clId="{D3128F82-6912-0F40-BAD3-A276DA5466DC}" dt="2021-02-13T03:47:53.827" v="199"/>
          <ac:inkMkLst>
            <pc:docMk/>
            <pc:sldMk cId="62947172" sldId="302"/>
            <ac:inkMk id="59" creationId="{866B76C4-A11E-9841-B53A-50F044218202}"/>
          </ac:inkMkLst>
        </pc:inkChg>
        <pc:inkChg chg="add">
          <ac:chgData name="Aggie Menezes" userId="74619c95fa3483c9" providerId="LiveId" clId="{D3128F82-6912-0F40-BAD3-A276DA5466DC}" dt="2021-02-13T03:47:54.377" v="200"/>
          <ac:inkMkLst>
            <pc:docMk/>
            <pc:sldMk cId="62947172" sldId="302"/>
            <ac:inkMk id="60" creationId="{D140F340-AD31-D546-91C5-D532F95D48E1}"/>
          </ac:inkMkLst>
        </pc:inkChg>
        <pc:inkChg chg="add topLvl">
          <ac:chgData name="Aggie Menezes" userId="74619c95fa3483c9" providerId="LiveId" clId="{D3128F82-6912-0F40-BAD3-A276DA5466DC}" dt="2021-02-13T03:48:35.502" v="212"/>
          <ac:inkMkLst>
            <pc:docMk/>
            <pc:sldMk cId="62947172" sldId="302"/>
            <ac:inkMk id="62" creationId="{D202FB95-1B94-3745-96C5-1E2D89E8721D}"/>
          </ac:inkMkLst>
        </pc:inkChg>
        <pc:inkChg chg="add topLvl">
          <ac:chgData name="Aggie Menezes" userId="74619c95fa3483c9" providerId="LiveId" clId="{D3128F82-6912-0F40-BAD3-A276DA5466DC}" dt="2021-02-13T03:48:35.502" v="212"/>
          <ac:inkMkLst>
            <pc:docMk/>
            <pc:sldMk cId="62947172" sldId="302"/>
            <ac:inkMk id="63" creationId="{997ED2A4-C215-2F41-B781-3A193948E0C1}"/>
          </ac:inkMkLst>
        </pc:inkChg>
        <pc:inkChg chg="add topLvl">
          <ac:chgData name="Aggie Menezes" userId="74619c95fa3483c9" providerId="LiveId" clId="{D3128F82-6912-0F40-BAD3-A276DA5466DC}" dt="2021-02-13T03:48:35.502" v="212"/>
          <ac:inkMkLst>
            <pc:docMk/>
            <pc:sldMk cId="62947172" sldId="302"/>
            <ac:inkMk id="64" creationId="{77F47DD2-D7B9-1C45-A7F4-5E0825B30C87}"/>
          </ac:inkMkLst>
        </pc:inkChg>
        <pc:inkChg chg="add topLvl">
          <ac:chgData name="Aggie Menezes" userId="74619c95fa3483c9" providerId="LiveId" clId="{D3128F82-6912-0F40-BAD3-A276DA5466DC}" dt="2021-02-13T03:48:35.502" v="212"/>
          <ac:inkMkLst>
            <pc:docMk/>
            <pc:sldMk cId="62947172" sldId="302"/>
            <ac:inkMk id="65" creationId="{87493168-6CA6-D644-8045-E5807E900783}"/>
          </ac:inkMkLst>
        </pc:inkChg>
        <pc:inkChg chg="add topLvl">
          <ac:chgData name="Aggie Menezes" userId="74619c95fa3483c9" providerId="LiveId" clId="{D3128F82-6912-0F40-BAD3-A276DA5466DC}" dt="2021-02-13T03:48:35.502" v="212"/>
          <ac:inkMkLst>
            <pc:docMk/>
            <pc:sldMk cId="62947172" sldId="302"/>
            <ac:inkMk id="66" creationId="{3E3F8CD7-CA2F-8142-94A4-F2FBE6B68FA0}"/>
          </ac:inkMkLst>
        </pc:inkChg>
        <pc:inkChg chg="add topLvl">
          <ac:chgData name="Aggie Menezes" userId="74619c95fa3483c9" providerId="LiveId" clId="{D3128F82-6912-0F40-BAD3-A276DA5466DC}" dt="2021-02-13T03:48:35.502" v="212"/>
          <ac:inkMkLst>
            <pc:docMk/>
            <pc:sldMk cId="62947172" sldId="302"/>
            <ac:inkMk id="67" creationId="{FFB97BAE-FD61-E940-BCBB-4225C3477AEF}"/>
          </ac:inkMkLst>
        </pc:inkChg>
        <pc:inkChg chg="add">
          <ac:chgData name="Aggie Menezes" userId="74619c95fa3483c9" providerId="LiveId" clId="{D3128F82-6912-0F40-BAD3-A276DA5466DC}" dt="2021-02-13T03:48:33.309" v="209"/>
          <ac:inkMkLst>
            <pc:docMk/>
            <pc:sldMk cId="62947172" sldId="302"/>
            <ac:inkMk id="70" creationId="{2FD01129-4B75-0A48-BFD6-2790461371DA}"/>
          </ac:inkMkLst>
        </pc:inkChg>
        <pc:inkChg chg="add">
          <ac:chgData name="Aggie Menezes" userId="74619c95fa3483c9" providerId="LiveId" clId="{D3128F82-6912-0F40-BAD3-A276DA5466DC}" dt="2021-02-13T03:48:33.871" v="210"/>
          <ac:inkMkLst>
            <pc:docMk/>
            <pc:sldMk cId="62947172" sldId="302"/>
            <ac:inkMk id="71" creationId="{7E39912C-66DA-B848-94CE-EEB916C30908}"/>
          </ac:inkMkLst>
        </pc:inkChg>
        <pc:inkChg chg="add">
          <ac:chgData name="Aggie Menezes" userId="74619c95fa3483c9" providerId="LiveId" clId="{D3128F82-6912-0F40-BAD3-A276DA5466DC}" dt="2021-02-13T03:48:34.468" v="211"/>
          <ac:inkMkLst>
            <pc:docMk/>
            <pc:sldMk cId="62947172" sldId="302"/>
            <ac:inkMk id="72" creationId="{A931E1CC-3E6D-A845-AEC3-750104AA7946}"/>
          </ac:inkMkLst>
        </pc:inkChg>
        <pc:inkChg chg="add">
          <ac:chgData name="Aggie Menezes" userId="74619c95fa3483c9" providerId="LiveId" clId="{D3128F82-6912-0F40-BAD3-A276DA5466DC}" dt="2021-02-13T03:48:47.540" v="213"/>
          <ac:inkMkLst>
            <pc:docMk/>
            <pc:sldMk cId="62947172" sldId="302"/>
            <ac:inkMk id="74" creationId="{D5AC91A2-9BA5-1F44-BA25-CAF87F583C07}"/>
          </ac:inkMkLst>
        </pc:inkChg>
        <pc:inkChg chg="add">
          <ac:chgData name="Aggie Menezes" userId="74619c95fa3483c9" providerId="LiveId" clId="{D3128F82-6912-0F40-BAD3-A276DA5466DC}" dt="2021-02-13T03:48:48.079" v="214"/>
          <ac:inkMkLst>
            <pc:docMk/>
            <pc:sldMk cId="62947172" sldId="302"/>
            <ac:inkMk id="75" creationId="{DC6E318E-7D8D-BC47-A1CA-1841961602DA}"/>
          </ac:inkMkLst>
        </pc:inkChg>
        <pc:inkChg chg="add">
          <ac:chgData name="Aggie Menezes" userId="74619c95fa3483c9" providerId="LiveId" clId="{D3128F82-6912-0F40-BAD3-A276DA5466DC}" dt="2021-02-13T03:48:48.351" v="215"/>
          <ac:inkMkLst>
            <pc:docMk/>
            <pc:sldMk cId="62947172" sldId="302"/>
            <ac:inkMk id="76" creationId="{94A67B1A-EEAE-044B-9C0E-6A762E024914}"/>
          </ac:inkMkLst>
        </pc:inkChg>
        <pc:inkChg chg="add">
          <ac:chgData name="Aggie Menezes" userId="74619c95fa3483c9" providerId="LiveId" clId="{D3128F82-6912-0F40-BAD3-A276DA5466DC}" dt="2021-02-13T03:48:48.654" v="216"/>
          <ac:inkMkLst>
            <pc:docMk/>
            <pc:sldMk cId="62947172" sldId="302"/>
            <ac:inkMk id="77" creationId="{E938D7D1-17C8-C544-95DA-78501438D741}"/>
          </ac:inkMkLst>
        </pc:inkChg>
        <pc:inkChg chg="add">
          <ac:chgData name="Aggie Menezes" userId="74619c95fa3483c9" providerId="LiveId" clId="{D3128F82-6912-0F40-BAD3-A276DA5466DC}" dt="2021-02-13T03:48:48.895" v="217"/>
          <ac:inkMkLst>
            <pc:docMk/>
            <pc:sldMk cId="62947172" sldId="302"/>
            <ac:inkMk id="78" creationId="{A2A6C4C3-EC92-2245-B4EB-86E483A1F41B}"/>
          </ac:inkMkLst>
        </pc:inkChg>
        <pc:inkChg chg="add">
          <ac:chgData name="Aggie Menezes" userId="74619c95fa3483c9" providerId="LiveId" clId="{D3128F82-6912-0F40-BAD3-A276DA5466DC}" dt="2021-02-13T03:48:49.168" v="218"/>
          <ac:inkMkLst>
            <pc:docMk/>
            <pc:sldMk cId="62947172" sldId="302"/>
            <ac:inkMk id="79" creationId="{F1F73F15-82DA-2D4C-8F34-539C0EF44278}"/>
          </ac:inkMkLst>
        </pc:inkChg>
        <pc:inkChg chg="add">
          <ac:chgData name="Aggie Menezes" userId="74619c95fa3483c9" providerId="LiveId" clId="{D3128F82-6912-0F40-BAD3-A276DA5466DC}" dt="2021-02-13T03:50:01.099" v="220"/>
          <ac:inkMkLst>
            <pc:docMk/>
            <pc:sldMk cId="62947172" sldId="302"/>
            <ac:inkMk id="81" creationId="{8FACA77A-89F0-C444-95D2-A8F48F59CC8D}"/>
          </ac:inkMkLst>
        </pc:inkChg>
        <pc:inkChg chg="add">
          <ac:chgData name="Aggie Menezes" userId="74619c95fa3483c9" providerId="LiveId" clId="{D3128F82-6912-0F40-BAD3-A276DA5466DC}" dt="2021-02-13T03:50:01.342" v="221"/>
          <ac:inkMkLst>
            <pc:docMk/>
            <pc:sldMk cId="62947172" sldId="302"/>
            <ac:inkMk id="82" creationId="{DF48A170-6A7E-9B44-A671-DF875F65540E}"/>
          </ac:inkMkLst>
        </pc:inkChg>
        <pc:inkChg chg="add">
          <ac:chgData name="Aggie Menezes" userId="74619c95fa3483c9" providerId="LiveId" clId="{D3128F82-6912-0F40-BAD3-A276DA5466DC}" dt="2021-02-13T03:50:01.513" v="222"/>
          <ac:inkMkLst>
            <pc:docMk/>
            <pc:sldMk cId="62947172" sldId="302"/>
            <ac:inkMk id="83" creationId="{45BA2CF5-A978-F548-9D3E-363FCE26FCAE}"/>
          </ac:inkMkLst>
        </pc:inkChg>
        <pc:inkChg chg="add">
          <ac:chgData name="Aggie Menezes" userId="74619c95fa3483c9" providerId="LiveId" clId="{D3128F82-6912-0F40-BAD3-A276DA5466DC}" dt="2021-02-13T03:50:01.746" v="223"/>
          <ac:inkMkLst>
            <pc:docMk/>
            <pc:sldMk cId="62947172" sldId="302"/>
            <ac:inkMk id="84" creationId="{5D70DA98-87DC-9F4F-BCB5-4760B0264EF5}"/>
          </ac:inkMkLst>
        </pc:inkChg>
        <pc:inkChg chg="add">
          <ac:chgData name="Aggie Menezes" userId="74619c95fa3483c9" providerId="LiveId" clId="{D3128F82-6912-0F40-BAD3-A276DA5466DC}" dt="2021-02-13T03:50:02.012" v="224"/>
          <ac:inkMkLst>
            <pc:docMk/>
            <pc:sldMk cId="62947172" sldId="302"/>
            <ac:inkMk id="85" creationId="{05AD9F94-247B-9347-A15A-76E685BE67B8}"/>
          </ac:inkMkLst>
        </pc:inkChg>
        <pc:inkChg chg="add">
          <ac:chgData name="Aggie Menezes" userId="74619c95fa3483c9" providerId="LiveId" clId="{D3128F82-6912-0F40-BAD3-A276DA5466DC}" dt="2021-02-13T03:50:02.487" v="225"/>
          <ac:inkMkLst>
            <pc:docMk/>
            <pc:sldMk cId="62947172" sldId="302"/>
            <ac:inkMk id="86" creationId="{9ADC5900-9C3D-7749-9B64-AE0ECA6F2F21}"/>
          </ac:inkMkLst>
        </pc:inkChg>
        <pc:inkChg chg="add">
          <ac:chgData name="Aggie Menezes" userId="74619c95fa3483c9" providerId="LiveId" clId="{D3128F82-6912-0F40-BAD3-A276DA5466DC}" dt="2021-02-13T03:50:38.450" v="227"/>
          <ac:inkMkLst>
            <pc:docMk/>
            <pc:sldMk cId="62947172" sldId="302"/>
            <ac:inkMk id="88" creationId="{410E9BF2-95FB-2849-ACAE-521D4D5B20A9}"/>
          </ac:inkMkLst>
        </pc:inkChg>
        <pc:inkChg chg="add">
          <ac:chgData name="Aggie Menezes" userId="74619c95fa3483c9" providerId="LiveId" clId="{D3128F82-6912-0F40-BAD3-A276DA5466DC}" dt="2021-02-13T03:50:38.662" v="228"/>
          <ac:inkMkLst>
            <pc:docMk/>
            <pc:sldMk cId="62947172" sldId="302"/>
            <ac:inkMk id="89" creationId="{32ECD99B-A32C-C742-9242-564DF449A3F8}"/>
          </ac:inkMkLst>
        </pc:inkChg>
        <pc:inkChg chg="add">
          <ac:chgData name="Aggie Menezes" userId="74619c95fa3483c9" providerId="LiveId" clId="{D3128F82-6912-0F40-BAD3-A276DA5466DC}" dt="2021-02-13T03:50:39.210" v="229"/>
          <ac:inkMkLst>
            <pc:docMk/>
            <pc:sldMk cId="62947172" sldId="302"/>
            <ac:inkMk id="90" creationId="{8C574796-FB2B-644A-92DD-F66C17121440}"/>
          </ac:inkMkLst>
        </pc:inkChg>
        <pc:inkChg chg="add">
          <ac:chgData name="Aggie Menezes" userId="74619c95fa3483c9" providerId="LiveId" clId="{D3128F82-6912-0F40-BAD3-A276DA5466DC}" dt="2021-02-13T03:50:39.737" v="230"/>
          <ac:inkMkLst>
            <pc:docMk/>
            <pc:sldMk cId="62947172" sldId="302"/>
            <ac:inkMk id="91" creationId="{B236FB31-A305-8D42-BDF2-C8118A7C8EB1}"/>
          </ac:inkMkLst>
        </pc:inkChg>
        <pc:inkChg chg="add">
          <ac:chgData name="Aggie Menezes" userId="74619c95fa3483c9" providerId="LiveId" clId="{D3128F82-6912-0F40-BAD3-A276DA5466DC}" dt="2021-02-13T03:50:39.913" v="231"/>
          <ac:inkMkLst>
            <pc:docMk/>
            <pc:sldMk cId="62947172" sldId="302"/>
            <ac:inkMk id="92" creationId="{6F54E17D-0202-FE42-BBAE-39562BC15703}"/>
          </ac:inkMkLst>
        </pc:inkChg>
        <pc:inkChg chg="add">
          <ac:chgData name="Aggie Menezes" userId="74619c95fa3483c9" providerId="LiveId" clId="{D3128F82-6912-0F40-BAD3-A276DA5466DC}" dt="2021-02-13T03:50:41.529" v="233"/>
          <ac:inkMkLst>
            <pc:docMk/>
            <pc:sldMk cId="62947172" sldId="302"/>
            <ac:inkMk id="94" creationId="{256BA626-8109-AF46-A5C2-83C313BC3489}"/>
          </ac:inkMkLst>
        </pc:inkChg>
        <pc:inkChg chg="add">
          <ac:chgData name="Aggie Menezes" userId="74619c95fa3483c9" providerId="LiveId" clId="{D3128F82-6912-0F40-BAD3-A276DA5466DC}" dt="2021-02-13T03:50:42.220" v="234"/>
          <ac:inkMkLst>
            <pc:docMk/>
            <pc:sldMk cId="62947172" sldId="302"/>
            <ac:inkMk id="95" creationId="{D1FD995C-A1BD-324C-A42E-505C22F33807}"/>
          </ac:inkMkLst>
        </pc:inkChg>
        <pc:inkChg chg="add">
          <ac:chgData name="Aggie Menezes" userId="74619c95fa3483c9" providerId="LiveId" clId="{D3128F82-6912-0F40-BAD3-A276DA5466DC}" dt="2021-02-13T03:50:42.611" v="235"/>
          <ac:inkMkLst>
            <pc:docMk/>
            <pc:sldMk cId="62947172" sldId="302"/>
            <ac:inkMk id="96" creationId="{77142497-124D-3648-99AB-338FD9F38221}"/>
          </ac:inkMkLst>
        </pc:inkChg>
        <pc:inkChg chg="add">
          <ac:chgData name="Aggie Menezes" userId="74619c95fa3483c9" providerId="LiveId" clId="{D3128F82-6912-0F40-BAD3-A276DA5466DC}" dt="2021-02-13T03:50:43.125" v="236"/>
          <ac:inkMkLst>
            <pc:docMk/>
            <pc:sldMk cId="62947172" sldId="302"/>
            <ac:inkMk id="97" creationId="{024CA3DB-1FF3-0A46-B192-CE8FE0E7B2EA}"/>
          </ac:inkMkLst>
        </pc:inkChg>
        <pc:inkChg chg="add">
          <ac:chgData name="Aggie Menezes" userId="74619c95fa3483c9" providerId="LiveId" clId="{D3128F82-6912-0F40-BAD3-A276DA5466DC}" dt="2021-02-13T03:50:43.279" v="237"/>
          <ac:inkMkLst>
            <pc:docMk/>
            <pc:sldMk cId="62947172" sldId="302"/>
            <ac:inkMk id="98" creationId="{71ECF3C8-29D0-1E44-B1AF-6F0943DC74A0}"/>
          </ac:inkMkLst>
        </pc:inkChg>
        <pc:inkChg chg="add">
          <ac:chgData name="Aggie Menezes" userId="74619c95fa3483c9" providerId="LiveId" clId="{D3128F82-6912-0F40-BAD3-A276DA5466DC}" dt="2021-02-13T03:52:37.721" v="239"/>
          <ac:inkMkLst>
            <pc:docMk/>
            <pc:sldMk cId="62947172" sldId="302"/>
            <ac:inkMk id="100" creationId="{3F225F55-2536-3D41-BB61-234C24D814BC}"/>
          </ac:inkMkLst>
        </pc:inkChg>
        <pc:inkChg chg="add">
          <ac:chgData name="Aggie Menezes" userId="74619c95fa3483c9" providerId="LiveId" clId="{D3128F82-6912-0F40-BAD3-A276DA5466DC}" dt="2021-02-13T03:52:38.196" v="240"/>
          <ac:inkMkLst>
            <pc:docMk/>
            <pc:sldMk cId="62947172" sldId="302"/>
            <ac:inkMk id="101" creationId="{8D6C1F6B-79B6-C84C-8D28-AFE49EB8CAC3}"/>
          </ac:inkMkLst>
        </pc:inkChg>
        <pc:inkChg chg="add">
          <ac:chgData name="Aggie Menezes" userId="74619c95fa3483c9" providerId="LiveId" clId="{D3128F82-6912-0F40-BAD3-A276DA5466DC}" dt="2021-02-13T03:52:38.975" v="241"/>
          <ac:inkMkLst>
            <pc:docMk/>
            <pc:sldMk cId="62947172" sldId="302"/>
            <ac:inkMk id="102" creationId="{FA34F8E3-AC0A-154F-8451-D978517F6FA2}"/>
          </ac:inkMkLst>
        </pc:inkChg>
        <pc:inkChg chg="add">
          <ac:chgData name="Aggie Menezes" userId="74619c95fa3483c9" providerId="LiveId" clId="{D3128F82-6912-0F40-BAD3-A276DA5466DC}" dt="2021-02-13T03:52:39.128" v="242"/>
          <ac:inkMkLst>
            <pc:docMk/>
            <pc:sldMk cId="62947172" sldId="302"/>
            <ac:inkMk id="103" creationId="{F8EC3F50-293C-FF4E-80BF-4CC42EEB4A63}"/>
          </ac:inkMkLst>
        </pc:inkChg>
        <pc:inkChg chg="add">
          <ac:chgData name="Aggie Menezes" userId="74619c95fa3483c9" providerId="LiveId" clId="{D3128F82-6912-0F40-BAD3-A276DA5466DC}" dt="2021-02-13T03:52:39.271" v="243"/>
          <ac:inkMkLst>
            <pc:docMk/>
            <pc:sldMk cId="62947172" sldId="302"/>
            <ac:inkMk id="104" creationId="{D29BC852-27EA-8240-BD84-AC553DB44D05}"/>
          </ac:inkMkLst>
        </pc:inkChg>
        <pc:inkChg chg="add">
          <ac:chgData name="Aggie Menezes" userId="74619c95fa3483c9" providerId="LiveId" clId="{D3128F82-6912-0F40-BAD3-A276DA5466DC}" dt="2021-02-13T03:52:39.520" v="244"/>
          <ac:inkMkLst>
            <pc:docMk/>
            <pc:sldMk cId="62947172" sldId="302"/>
            <ac:inkMk id="105" creationId="{BC02623F-5FA1-5A46-958B-4B40D4F74E28}"/>
          </ac:inkMkLst>
        </pc:inkChg>
        <pc:inkChg chg="add">
          <ac:chgData name="Aggie Menezes" userId="74619c95fa3483c9" providerId="LiveId" clId="{D3128F82-6912-0F40-BAD3-A276DA5466DC}" dt="2021-02-13T03:52:40.414" v="245"/>
          <ac:inkMkLst>
            <pc:docMk/>
            <pc:sldMk cId="62947172" sldId="302"/>
            <ac:inkMk id="106" creationId="{4EE6DF83-955A-F34D-8BD7-F7CD2EABA92C}"/>
          </ac:inkMkLst>
        </pc:inkChg>
        <pc:inkChg chg="add">
          <ac:chgData name="Aggie Menezes" userId="74619c95fa3483c9" providerId="LiveId" clId="{D3128F82-6912-0F40-BAD3-A276DA5466DC}" dt="2021-02-13T03:53:57.462" v="247"/>
          <ac:inkMkLst>
            <pc:docMk/>
            <pc:sldMk cId="62947172" sldId="302"/>
            <ac:inkMk id="108" creationId="{4C1A24DB-12D0-8341-8B88-C270799E2319}"/>
          </ac:inkMkLst>
        </pc:inkChg>
        <pc:inkChg chg="add">
          <ac:chgData name="Aggie Menezes" userId="74619c95fa3483c9" providerId="LiveId" clId="{D3128F82-6912-0F40-BAD3-A276DA5466DC}" dt="2021-02-13T03:53:57.779" v="248"/>
          <ac:inkMkLst>
            <pc:docMk/>
            <pc:sldMk cId="62947172" sldId="302"/>
            <ac:inkMk id="109" creationId="{2C052220-8A7C-D84C-A095-F3F7E2728A24}"/>
          </ac:inkMkLst>
        </pc:inkChg>
        <pc:inkChg chg="add">
          <ac:chgData name="Aggie Menezes" userId="74619c95fa3483c9" providerId="LiveId" clId="{D3128F82-6912-0F40-BAD3-A276DA5466DC}" dt="2021-02-13T03:53:58.096" v="249"/>
          <ac:inkMkLst>
            <pc:docMk/>
            <pc:sldMk cId="62947172" sldId="302"/>
            <ac:inkMk id="110" creationId="{9ABFD375-BD98-BB4E-921E-B29E033B0014}"/>
          </ac:inkMkLst>
        </pc:inkChg>
        <pc:inkChg chg="add">
          <ac:chgData name="Aggie Menezes" userId="74619c95fa3483c9" providerId="LiveId" clId="{D3128F82-6912-0F40-BAD3-A276DA5466DC}" dt="2021-02-13T03:53:58.246" v="250"/>
          <ac:inkMkLst>
            <pc:docMk/>
            <pc:sldMk cId="62947172" sldId="302"/>
            <ac:inkMk id="111" creationId="{318D6311-1AD4-0A40-A3F1-A356A3753B71}"/>
          </ac:inkMkLst>
        </pc:inkChg>
        <pc:inkChg chg="add">
          <ac:chgData name="Aggie Menezes" userId="74619c95fa3483c9" providerId="LiveId" clId="{D3128F82-6912-0F40-BAD3-A276DA5466DC}" dt="2021-02-13T03:53:58.976" v="251"/>
          <ac:inkMkLst>
            <pc:docMk/>
            <pc:sldMk cId="62947172" sldId="302"/>
            <ac:inkMk id="112" creationId="{33E86FE5-1959-474D-BD52-EEA1C9E8D2A5}"/>
          </ac:inkMkLst>
        </pc:inkChg>
        <pc:inkChg chg="add">
          <ac:chgData name="Aggie Menezes" userId="74619c95fa3483c9" providerId="LiveId" clId="{D3128F82-6912-0F40-BAD3-A276DA5466DC}" dt="2021-02-13T03:53:59.267" v="252"/>
          <ac:inkMkLst>
            <pc:docMk/>
            <pc:sldMk cId="62947172" sldId="302"/>
            <ac:inkMk id="113" creationId="{924EE339-CB05-9C47-A473-38A54C689549}"/>
          </ac:inkMkLst>
        </pc:inkChg>
        <pc:inkChg chg="add">
          <ac:chgData name="Aggie Menezes" userId="74619c95fa3483c9" providerId="LiveId" clId="{D3128F82-6912-0F40-BAD3-A276DA5466DC}" dt="2021-02-13T03:54:00.795" v="253"/>
          <ac:inkMkLst>
            <pc:docMk/>
            <pc:sldMk cId="62947172" sldId="302"/>
            <ac:inkMk id="114" creationId="{8C0DBED7-048D-A843-B09F-0F8A2BFC6E8A}"/>
          </ac:inkMkLst>
        </pc:inkChg>
        <pc:inkChg chg="add">
          <ac:chgData name="Aggie Menezes" userId="74619c95fa3483c9" providerId="LiveId" clId="{D3128F82-6912-0F40-BAD3-A276DA5466DC}" dt="2021-02-13T03:54:00.945" v="254"/>
          <ac:inkMkLst>
            <pc:docMk/>
            <pc:sldMk cId="62947172" sldId="302"/>
            <ac:inkMk id="115" creationId="{A281FAB0-567D-934D-80C3-50C069CB4A31}"/>
          </ac:inkMkLst>
        </pc:inkChg>
        <pc:inkChg chg="add topLvl">
          <ac:chgData name="Aggie Menezes" userId="74619c95fa3483c9" providerId="LiveId" clId="{D3128F82-6912-0F40-BAD3-A276DA5466DC}" dt="2021-02-13T03:54:14.095" v="270"/>
          <ac:inkMkLst>
            <pc:docMk/>
            <pc:sldMk cId="62947172" sldId="302"/>
            <ac:inkMk id="118" creationId="{D784827A-30F6-044C-A1FE-5EA2CE58F61B}"/>
          </ac:inkMkLst>
        </pc:inkChg>
        <pc:inkChg chg="add topLvl">
          <ac:chgData name="Aggie Menezes" userId="74619c95fa3483c9" providerId="LiveId" clId="{D3128F82-6912-0F40-BAD3-A276DA5466DC}" dt="2021-02-13T03:54:14.095" v="270"/>
          <ac:inkMkLst>
            <pc:docMk/>
            <pc:sldMk cId="62947172" sldId="302"/>
            <ac:inkMk id="119" creationId="{B4C8807B-575D-F442-BA8A-FA6541D29061}"/>
          </ac:inkMkLst>
        </pc:inkChg>
        <pc:inkChg chg="add topLvl">
          <ac:chgData name="Aggie Menezes" userId="74619c95fa3483c9" providerId="LiveId" clId="{D3128F82-6912-0F40-BAD3-A276DA5466DC}" dt="2021-02-13T03:54:14.095" v="270"/>
          <ac:inkMkLst>
            <pc:docMk/>
            <pc:sldMk cId="62947172" sldId="302"/>
            <ac:inkMk id="120" creationId="{CF5565BC-C61F-764A-BB3F-43EF8F551B11}"/>
          </ac:inkMkLst>
        </pc:inkChg>
        <pc:inkChg chg="add topLvl">
          <ac:chgData name="Aggie Menezes" userId="74619c95fa3483c9" providerId="LiveId" clId="{D3128F82-6912-0F40-BAD3-A276DA5466DC}" dt="2021-02-13T03:54:14.095" v="270"/>
          <ac:inkMkLst>
            <pc:docMk/>
            <pc:sldMk cId="62947172" sldId="302"/>
            <ac:inkMk id="121" creationId="{29D5CF30-95BB-DE41-8259-2FD05999C4C2}"/>
          </ac:inkMkLst>
        </pc:inkChg>
        <pc:inkChg chg="add topLvl">
          <ac:chgData name="Aggie Menezes" userId="74619c95fa3483c9" providerId="LiveId" clId="{D3128F82-6912-0F40-BAD3-A276DA5466DC}" dt="2021-02-13T03:54:14.095" v="270"/>
          <ac:inkMkLst>
            <pc:docMk/>
            <pc:sldMk cId="62947172" sldId="302"/>
            <ac:inkMk id="122" creationId="{AB295D5C-05B4-684C-BBD3-B3D1A811988B}"/>
          </ac:inkMkLst>
        </pc:inkChg>
        <pc:inkChg chg="add topLvl">
          <ac:chgData name="Aggie Menezes" userId="74619c95fa3483c9" providerId="LiveId" clId="{D3128F82-6912-0F40-BAD3-A276DA5466DC}" dt="2021-02-13T03:54:14.095" v="270"/>
          <ac:inkMkLst>
            <pc:docMk/>
            <pc:sldMk cId="62947172" sldId="302"/>
            <ac:inkMk id="123" creationId="{DF7C3C19-BB8A-1F41-842F-71ED3C383B7D}"/>
          </ac:inkMkLst>
        </pc:inkChg>
        <pc:inkChg chg="add topLvl">
          <ac:chgData name="Aggie Menezes" userId="74619c95fa3483c9" providerId="LiveId" clId="{D3128F82-6912-0F40-BAD3-A276DA5466DC}" dt="2021-02-13T03:54:14.095" v="270"/>
          <ac:inkMkLst>
            <pc:docMk/>
            <pc:sldMk cId="62947172" sldId="302"/>
            <ac:inkMk id="124" creationId="{5B3751E9-8252-C14D-9583-706F786495D4}"/>
          </ac:inkMkLst>
        </pc:inkChg>
        <pc:inkChg chg="add topLvl">
          <ac:chgData name="Aggie Menezes" userId="74619c95fa3483c9" providerId="LiveId" clId="{D3128F82-6912-0F40-BAD3-A276DA5466DC}" dt="2021-02-13T03:54:14.095" v="270"/>
          <ac:inkMkLst>
            <pc:docMk/>
            <pc:sldMk cId="62947172" sldId="302"/>
            <ac:inkMk id="125" creationId="{A5CD1345-D148-9A4F-8A33-3C3AD7C5635F}"/>
          </ac:inkMkLst>
        </pc:inkChg>
        <pc:inkChg chg="add topLvl">
          <ac:chgData name="Aggie Menezes" userId="74619c95fa3483c9" providerId="LiveId" clId="{D3128F82-6912-0F40-BAD3-A276DA5466DC}" dt="2021-02-13T03:54:14.095" v="270"/>
          <ac:inkMkLst>
            <pc:docMk/>
            <pc:sldMk cId="62947172" sldId="302"/>
            <ac:inkMk id="126" creationId="{D8E3A9B1-0329-1C41-A55B-6524D9324F24}"/>
          </ac:inkMkLst>
        </pc:inkChg>
        <pc:inkChg chg="add">
          <ac:chgData name="Aggie Menezes" userId="74619c95fa3483c9" providerId="LiveId" clId="{D3128F82-6912-0F40-BAD3-A276DA5466DC}" dt="2021-02-13T03:54:11.818" v="266"/>
          <ac:inkMkLst>
            <pc:docMk/>
            <pc:sldMk cId="62947172" sldId="302"/>
            <ac:inkMk id="128" creationId="{50944FA6-941E-7747-8410-FEED095AAFCA}"/>
          </ac:inkMkLst>
        </pc:inkChg>
        <pc:inkChg chg="add">
          <ac:chgData name="Aggie Menezes" userId="74619c95fa3483c9" providerId="LiveId" clId="{D3128F82-6912-0F40-BAD3-A276DA5466DC}" dt="2021-02-13T03:54:12.244" v="267"/>
          <ac:inkMkLst>
            <pc:docMk/>
            <pc:sldMk cId="62947172" sldId="302"/>
            <ac:inkMk id="129" creationId="{77EAFA4F-CA47-FB43-949A-24A12643DCB6}"/>
          </ac:inkMkLst>
        </pc:inkChg>
        <pc:inkChg chg="add">
          <ac:chgData name="Aggie Menezes" userId="74619c95fa3483c9" providerId="LiveId" clId="{D3128F82-6912-0F40-BAD3-A276DA5466DC}" dt="2021-02-13T03:54:12.695" v="268"/>
          <ac:inkMkLst>
            <pc:docMk/>
            <pc:sldMk cId="62947172" sldId="302"/>
            <ac:inkMk id="130" creationId="{A3F83650-0EDF-724D-B931-337B3A0F6E3C}"/>
          </ac:inkMkLst>
        </pc:inkChg>
        <pc:inkChg chg="add">
          <ac:chgData name="Aggie Menezes" userId="74619c95fa3483c9" providerId="LiveId" clId="{D3128F82-6912-0F40-BAD3-A276DA5466DC}" dt="2021-02-13T03:54:13.417" v="269"/>
          <ac:inkMkLst>
            <pc:docMk/>
            <pc:sldMk cId="62947172" sldId="302"/>
            <ac:inkMk id="131" creationId="{CB1AFDB6-312B-624E-8E96-8E3FB6E4898E}"/>
          </ac:inkMkLst>
        </pc:inkChg>
        <pc:inkChg chg="add">
          <ac:chgData name="Aggie Menezes" userId="74619c95fa3483c9" providerId="LiveId" clId="{D3128F82-6912-0F40-BAD3-A276DA5466DC}" dt="2021-02-13T03:55:05.099" v="271"/>
          <ac:inkMkLst>
            <pc:docMk/>
            <pc:sldMk cId="62947172" sldId="302"/>
            <ac:inkMk id="133" creationId="{EBD2C42D-78B4-CD48-9134-E7ACB8660A4C}"/>
          </ac:inkMkLst>
        </pc:inkChg>
        <pc:inkChg chg="add">
          <ac:chgData name="Aggie Menezes" userId="74619c95fa3483c9" providerId="LiveId" clId="{D3128F82-6912-0F40-BAD3-A276DA5466DC}" dt="2021-02-13T03:55:05.675" v="272"/>
          <ac:inkMkLst>
            <pc:docMk/>
            <pc:sldMk cId="62947172" sldId="302"/>
            <ac:inkMk id="134" creationId="{0FA62ECF-8344-7D4B-B100-0554BDC9FD9C}"/>
          </ac:inkMkLst>
        </pc:inkChg>
        <pc:inkChg chg="add">
          <ac:chgData name="Aggie Menezes" userId="74619c95fa3483c9" providerId="LiveId" clId="{D3128F82-6912-0F40-BAD3-A276DA5466DC}" dt="2021-02-13T03:55:06.325" v="273"/>
          <ac:inkMkLst>
            <pc:docMk/>
            <pc:sldMk cId="62947172" sldId="302"/>
            <ac:inkMk id="135" creationId="{A51A1BC5-F08B-E64F-B72B-4D6B829A45EE}"/>
          </ac:inkMkLst>
        </pc:inkChg>
        <pc:inkChg chg="add">
          <ac:chgData name="Aggie Menezes" userId="74619c95fa3483c9" providerId="LiveId" clId="{D3128F82-6912-0F40-BAD3-A276DA5466DC}" dt="2021-02-13T03:55:07.037" v="274"/>
          <ac:inkMkLst>
            <pc:docMk/>
            <pc:sldMk cId="62947172" sldId="302"/>
            <ac:inkMk id="136" creationId="{05636E88-353F-554A-AC0F-76EFB6985BCD}"/>
          </ac:inkMkLst>
        </pc:inkChg>
        <pc:inkChg chg="add">
          <ac:chgData name="Aggie Menezes" userId="74619c95fa3483c9" providerId="LiveId" clId="{D3128F82-6912-0F40-BAD3-A276DA5466DC}" dt="2021-02-13T03:55:07.187" v="275"/>
          <ac:inkMkLst>
            <pc:docMk/>
            <pc:sldMk cId="62947172" sldId="302"/>
            <ac:inkMk id="137" creationId="{4A3AB602-4AB6-6741-B69E-C230C4F1ED42}"/>
          </ac:inkMkLst>
        </pc:inkChg>
        <pc:inkChg chg="add">
          <ac:chgData name="Aggie Menezes" userId="74619c95fa3483c9" providerId="LiveId" clId="{D3128F82-6912-0F40-BAD3-A276DA5466DC}" dt="2021-02-13T03:55:07.351" v="276"/>
          <ac:inkMkLst>
            <pc:docMk/>
            <pc:sldMk cId="62947172" sldId="302"/>
            <ac:inkMk id="138" creationId="{111B5F2B-7CC5-DE42-9C49-DBFF72418402}"/>
          </ac:inkMkLst>
        </pc:inkChg>
        <pc:inkChg chg="add">
          <ac:chgData name="Aggie Menezes" userId="74619c95fa3483c9" providerId="LiveId" clId="{D3128F82-6912-0F40-BAD3-A276DA5466DC}" dt="2021-02-13T03:55:07.545" v="277"/>
          <ac:inkMkLst>
            <pc:docMk/>
            <pc:sldMk cId="62947172" sldId="302"/>
            <ac:inkMk id="139" creationId="{70017F76-A4B2-534D-9E6A-5728DF9B963D}"/>
          </ac:inkMkLst>
        </pc:inkChg>
        <pc:inkChg chg="add">
          <ac:chgData name="Aggie Menezes" userId="74619c95fa3483c9" providerId="LiveId" clId="{D3128F82-6912-0F40-BAD3-A276DA5466DC}" dt="2021-02-13T03:55:07.841" v="278"/>
          <ac:inkMkLst>
            <pc:docMk/>
            <pc:sldMk cId="62947172" sldId="302"/>
            <ac:inkMk id="140" creationId="{5DA0CEBB-B99A-0C43-8D27-1C34B9568AA2}"/>
          </ac:inkMkLst>
        </pc:inkChg>
        <pc:inkChg chg="add">
          <ac:chgData name="Aggie Menezes" userId="74619c95fa3483c9" providerId="LiveId" clId="{D3128F82-6912-0F40-BAD3-A276DA5466DC}" dt="2021-02-13T03:55:08" v="279"/>
          <ac:inkMkLst>
            <pc:docMk/>
            <pc:sldMk cId="62947172" sldId="302"/>
            <ac:inkMk id="141" creationId="{1C947E83-F7FF-464C-AD92-5B8CF2CF5DD4}"/>
          </ac:inkMkLst>
        </pc:inkChg>
        <pc:inkChg chg="add">
          <ac:chgData name="Aggie Menezes" userId="74619c95fa3483c9" providerId="LiveId" clId="{D3128F82-6912-0F40-BAD3-A276DA5466DC}" dt="2021-02-13T03:55:08.449" v="280"/>
          <ac:inkMkLst>
            <pc:docMk/>
            <pc:sldMk cId="62947172" sldId="302"/>
            <ac:inkMk id="142" creationId="{963B8BD3-7117-A849-B01D-E4DADC20BA0A}"/>
          </ac:inkMkLst>
        </pc:inkChg>
        <pc:inkChg chg="add">
          <ac:chgData name="Aggie Menezes" userId="74619c95fa3483c9" providerId="LiveId" clId="{D3128F82-6912-0F40-BAD3-A276DA5466DC}" dt="2021-02-13T03:55:09.470" v="281"/>
          <ac:inkMkLst>
            <pc:docMk/>
            <pc:sldMk cId="62947172" sldId="302"/>
            <ac:inkMk id="143" creationId="{7D2B99BE-6C30-AC47-904E-2297E8EC3A29}"/>
          </ac:inkMkLst>
        </pc:inkChg>
        <pc:inkChg chg="add">
          <ac:chgData name="Aggie Menezes" userId="74619c95fa3483c9" providerId="LiveId" clId="{D3128F82-6912-0F40-BAD3-A276DA5466DC}" dt="2021-02-13T03:55:10.092" v="282"/>
          <ac:inkMkLst>
            <pc:docMk/>
            <pc:sldMk cId="62947172" sldId="302"/>
            <ac:inkMk id="144" creationId="{9B4DFF8D-559E-AF42-BBFC-4131F2E92EE5}"/>
          </ac:inkMkLst>
        </pc:inkChg>
        <pc:inkChg chg="add">
          <ac:chgData name="Aggie Menezes" userId="74619c95fa3483c9" providerId="LiveId" clId="{D3128F82-6912-0F40-BAD3-A276DA5466DC}" dt="2021-02-13T03:55:10.708" v="283"/>
          <ac:inkMkLst>
            <pc:docMk/>
            <pc:sldMk cId="62947172" sldId="302"/>
            <ac:inkMk id="145" creationId="{91EEE3E7-E674-2849-B4C3-02605B9EAA3D}"/>
          </ac:inkMkLst>
        </pc:inkChg>
        <pc:inkChg chg="add">
          <ac:chgData name="Aggie Menezes" userId="74619c95fa3483c9" providerId="LiveId" clId="{D3128F82-6912-0F40-BAD3-A276DA5466DC}" dt="2021-02-13T03:55:14.083" v="285"/>
          <ac:inkMkLst>
            <pc:docMk/>
            <pc:sldMk cId="62947172" sldId="302"/>
            <ac:inkMk id="147" creationId="{D9B1BBCD-7D32-014B-95C5-AA454A90E605}"/>
          </ac:inkMkLst>
        </pc:inkChg>
        <pc:inkChg chg="add">
          <ac:chgData name="Aggie Menezes" userId="74619c95fa3483c9" providerId="LiveId" clId="{D3128F82-6912-0F40-BAD3-A276DA5466DC}" dt="2021-02-13T03:55:14.435" v="286"/>
          <ac:inkMkLst>
            <pc:docMk/>
            <pc:sldMk cId="62947172" sldId="302"/>
            <ac:inkMk id="148" creationId="{FE666D22-9076-9C43-A740-B7819CAE30BE}"/>
          </ac:inkMkLst>
        </pc:inkChg>
        <pc:inkChg chg="add">
          <ac:chgData name="Aggie Menezes" userId="74619c95fa3483c9" providerId="LiveId" clId="{D3128F82-6912-0F40-BAD3-A276DA5466DC}" dt="2021-02-13T03:55:14.635" v="287"/>
          <ac:inkMkLst>
            <pc:docMk/>
            <pc:sldMk cId="62947172" sldId="302"/>
            <ac:inkMk id="149" creationId="{F3312E90-3DEB-CC45-A330-DD2805416F95}"/>
          </ac:inkMkLst>
        </pc:inkChg>
        <pc:inkChg chg="add">
          <ac:chgData name="Aggie Menezes" userId="74619c95fa3483c9" providerId="LiveId" clId="{D3128F82-6912-0F40-BAD3-A276DA5466DC}" dt="2021-02-13T03:55:14.912" v="288"/>
          <ac:inkMkLst>
            <pc:docMk/>
            <pc:sldMk cId="62947172" sldId="302"/>
            <ac:inkMk id="150" creationId="{E4E25B50-8F22-3C4B-ADA5-FF526DA5BAFC}"/>
          </ac:inkMkLst>
        </pc:inkChg>
        <pc:inkChg chg="add">
          <ac:chgData name="Aggie Menezes" userId="74619c95fa3483c9" providerId="LiveId" clId="{D3128F82-6912-0F40-BAD3-A276DA5466DC}" dt="2021-02-13T03:55:15.099" v="289"/>
          <ac:inkMkLst>
            <pc:docMk/>
            <pc:sldMk cId="62947172" sldId="302"/>
            <ac:inkMk id="151" creationId="{1809681C-A171-954B-955A-74635A84EF94}"/>
          </ac:inkMkLst>
        </pc:inkChg>
        <pc:inkChg chg="add">
          <ac:chgData name="Aggie Menezes" userId="74619c95fa3483c9" providerId="LiveId" clId="{D3128F82-6912-0F40-BAD3-A276DA5466DC}" dt="2021-02-13T03:55:15.339" v="290"/>
          <ac:inkMkLst>
            <pc:docMk/>
            <pc:sldMk cId="62947172" sldId="302"/>
            <ac:inkMk id="152" creationId="{9AA2BE80-59D1-684C-9A62-2E90FCB7F82E}"/>
          </ac:inkMkLst>
        </pc:inkChg>
        <pc:inkChg chg="add">
          <ac:chgData name="Aggie Menezes" userId="74619c95fa3483c9" providerId="LiveId" clId="{D3128F82-6912-0F40-BAD3-A276DA5466DC}" dt="2021-02-13T03:55:44.337" v="292"/>
          <ac:inkMkLst>
            <pc:docMk/>
            <pc:sldMk cId="62947172" sldId="302"/>
            <ac:inkMk id="154" creationId="{55E30B64-DE84-214F-8D6A-20DC2BD51934}"/>
          </ac:inkMkLst>
        </pc:inkChg>
        <pc:inkChg chg="add">
          <ac:chgData name="Aggie Menezes" userId="74619c95fa3483c9" providerId="LiveId" clId="{D3128F82-6912-0F40-BAD3-A276DA5466DC}" dt="2021-02-13T03:55:44.937" v="293"/>
          <ac:inkMkLst>
            <pc:docMk/>
            <pc:sldMk cId="62947172" sldId="302"/>
            <ac:inkMk id="155" creationId="{7AF69B5D-253F-1641-AE3E-A5D84E53A2A6}"/>
          </ac:inkMkLst>
        </pc:inkChg>
        <pc:inkChg chg="add">
          <ac:chgData name="Aggie Menezes" userId="74619c95fa3483c9" providerId="LiveId" clId="{D3128F82-6912-0F40-BAD3-A276DA5466DC}" dt="2021-02-13T03:55:46.069" v="294"/>
          <ac:inkMkLst>
            <pc:docMk/>
            <pc:sldMk cId="62947172" sldId="302"/>
            <ac:inkMk id="156" creationId="{0D0BCFBB-D6C4-D147-A65F-AB39035A5531}"/>
          </ac:inkMkLst>
        </pc:inkChg>
        <pc:inkChg chg="add">
          <ac:chgData name="Aggie Menezes" userId="74619c95fa3483c9" providerId="LiveId" clId="{D3128F82-6912-0F40-BAD3-A276DA5466DC}" dt="2021-02-13T03:55:46.211" v="295"/>
          <ac:inkMkLst>
            <pc:docMk/>
            <pc:sldMk cId="62947172" sldId="302"/>
            <ac:inkMk id="157" creationId="{C362E8AD-EB30-654F-AC37-EE1D2F3DF0B2}"/>
          </ac:inkMkLst>
        </pc:inkChg>
        <pc:inkChg chg="add">
          <ac:chgData name="Aggie Menezes" userId="74619c95fa3483c9" providerId="LiveId" clId="{D3128F82-6912-0F40-BAD3-A276DA5466DC}" dt="2021-02-13T03:55:47.085" v="296"/>
          <ac:inkMkLst>
            <pc:docMk/>
            <pc:sldMk cId="62947172" sldId="302"/>
            <ac:inkMk id="158" creationId="{576FE735-E98C-4543-8A70-EAFA3E0B2A1E}"/>
          </ac:inkMkLst>
        </pc:inkChg>
        <pc:inkChg chg="add">
          <ac:chgData name="Aggie Menezes" userId="74619c95fa3483c9" providerId="LiveId" clId="{D3128F82-6912-0F40-BAD3-A276DA5466DC}" dt="2021-02-13T03:55:47.428" v="297"/>
          <ac:inkMkLst>
            <pc:docMk/>
            <pc:sldMk cId="62947172" sldId="302"/>
            <ac:inkMk id="159" creationId="{FC6032DE-CB06-B742-B724-641E0076C6D0}"/>
          </ac:inkMkLst>
        </pc:inkChg>
        <pc:inkChg chg="add">
          <ac:chgData name="Aggie Menezes" userId="74619c95fa3483c9" providerId="LiveId" clId="{D3128F82-6912-0F40-BAD3-A276DA5466DC}" dt="2021-02-13T03:55:47.907" v="298"/>
          <ac:inkMkLst>
            <pc:docMk/>
            <pc:sldMk cId="62947172" sldId="302"/>
            <ac:inkMk id="160" creationId="{C47B946F-D9D1-BB42-97F8-97DD47BD52B3}"/>
          </ac:inkMkLst>
        </pc:inkChg>
        <pc:inkChg chg="add">
          <ac:chgData name="Aggie Menezes" userId="74619c95fa3483c9" providerId="LiveId" clId="{D3128F82-6912-0F40-BAD3-A276DA5466DC}" dt="2021-02-13T03:55:48.057" v="299"/>
          <ac:inkMkLst>
            <pc:docMk/>
            <pc:sldMk cId="62947172" sldId="302"/>
            <ac:inkMk id="161" creationId="{D20B3D3E-6577-9842-9E2B-BE4821EA2F68}"/>
          </ac:inkMkLst>
        </pc:inkChg>
        <pc:inkChg chg="add">
          <ac:chgData name="Aggie Menezes" userId="74619c95fa3483c9" providerId="LiveId" clId="{D3128F82-6912-0F40-BAD3-A276DA5466DC}" dt="2021-02-13T03:55:57.519" v="301"/>
          <ac:inkMkLst>
            <pc:docMk/>
            <pc:sldMk cId="62947172" sldId="302"/>
            <ac:inkMk id="163" creationId="{959F399E-DEBE-C647-9759-C86E30973720}"/>
          </ac:inkMkLst>
        </pc:inkChg>
        <pc:inkChg chg="add">
          <ac:chgData name="Aggie Menezes" userId="74619c95fa3483c9" providerId="LiveId" clId="{D3128F82-6912-0F40-BAD3-A276DA5466DC}" dt="2021-02-13T03:55:59.768" v="302"/>
          <ac:inkMkLst>
            <pc:docMk/>
            <pc:sldMk cId="62947172" sldId="302"/>
            <ac:inkMk id="164" creationId="{02E4DA0A-4929-5C4F-8721-D572AA984493}"/>
          </ac:inkMkLst>
        </pc:inkChg>
        <pc:inkChg chg="add">
          <ac:chgData name="Aggie Menezes" userId="74619c95fa3483c9" providerId="LiveId" clId="{D3128F82-6912-0F40-BAD3-A276DA5466DC}" dt="2021-02-13T03:56:00.341" v="303"/>
          <ac:inkMkLst>
            <pc:docMk/>
            <pc:sldMk cId="62947172" sldId="302"/>
            <ac:inkMk id="165" creationId="{0D41EE29-523E-394C-8577-67902C77341F}"/>
          </ac:inkMkLst>
        </pc:inkChg>
        <pc:inkChg chg="add">
          <ac:chgData name="Aggie Menezes" userId="74619c95fa3483c9" providerId="LiveId" clId="{D3128F82-6912-0F40-BAD3-A276DA5466DC}" dt="2021-02-13T03:56:00.583" v="304"/>
          <ac:inkMkLst>
            <pc:docMk/>
            <pc:sldMk cId="62947172" sldId="302"/>
            <ac:inkMk id="166" creationId="{B71EADAA-5DAF-F045-9345-4F5740025A7E}"/>
          </ac:inkMkLst>
        </pc:inkChg>
        <pc:inkChg chg="add">
          <ac:chgData name="Aggie Menezes" userId="74619c95fa3483c9" providerId="LiveId" clId="{D3128F82-6912-0F40-BAD3-A276DA5466DC}" dt="2021-02-13T03:56:01.211" v="305"/>
          <ac:inkMkLst>
            <pc:docMk/>
            <pc:sldMk cId="62947172" sldId="302"/>
            <ac:inkMk id="167" creationId="{4F65BE04-9A58-8946-9ABB-1718CABB42DD}"/>
          </ac:inkMkLst>
        </pc:inkChg>
        <pc:inkChg chg="add">
          <ac:chgData name="Aggie Menezes" userId="74619c95fa3483c9" providerId="LiveId" clId="{D3128F82-6912-0F40-BAD3-A276DA5466DC}" dt="2021-02-13T03:56:01.767" v="306"/>
          <ac:inkMkLst>
            <pc:docMk/>
            <pc:sldMk cId="62947172" sldId="302"/>
            <ac:inkMk id="168" creationId="{7F487C79-9631-1B44-A5AD-059C9F831B38}"/>
          </ac:inkMkLst>
        </pc:inkChg>
        <pc:inkChg chg="add">
          <ac:chgData name="Aggie Menezes" userId="74619c95fa3483c9" providerId="LiveId" clId="{D3128F82-6912-0F40-BAD3-A276DA5466DC}" dt="2021-02-13T03:56:02.102" v="307"/>
          <ac:inkMkLst>
            <pc:docMk/>
            <pc:sldMk cId="62947172" sldId="302"/>
            <ac:inkMk id="169" creationId="{C5C2010A-BD3A-854E-9C86-66F473A98A67}"/>
          </ac:inkMkLst>
        </pc:inkChg>
        <pc:inkChg chg="add">
          <ac:chgData name="Aggie Menezes" userId="74619c95fa3483c9" providerId="LiveId" clId="{D3128F82-6912-0F40-BAD3-A276DA5466DC}" dt="2021-02-13T03:56:02.268" v="308"/>
          <ac:inkMkLst>
            <pc:docMk/>
            <pc:sldMk cId="62947172" sldId="302"/>
            <ac:inkMk id="170" creationId="{73764C8F-A387-6341-8F2A-2E7068DED024}"/>
          </ac:inkMkLst>
        </pc:inkChg>
        <pc:inkChg chg="add">
          <ac:chgData name="Aggie Menezes" userId="74619c95fa3483c9" providerId="LiveId" clId="{D3128F82-6912-0F40-BAD3-A276DA5466DC}" dt="2021-02-13T03:56:09.770" v="310"/>
          <ac:inkMkLst>
            <pc:docMk/>
            <pc:sldMk cId="62947172" sldId="302"/>
            <ac:inkMk id="172" creationId="{D6DFF9FE-D1FB-6A48-B1F2-E72E48BD9196}"/>
          </ac:inkMkLst>
        </pc:inkChg>
        <pc:inkChg chg="add">
          <ac:chgData name="Aggie Menezes" userId="74619c95fa3483c9" providerId="LiveId" clId="{D3128F82-6912-0F40-BAD3-A276DA5466DC}" dt="2021-02-13T03:56:10.716" v="311"/>
          <ac:inkMkLst>
            <pc:docMk/>
            <pc:sldMk cId="62947172" sldId="302"/>
            <ac:inkMk id="173" creationId="{A4138A46-FD77-5F4A-B3A7-7C3E1DA37B88}"/>
          </ac:inkMkLst>
        </pc:inkChg>
        <pc:inkChg chg="add">
          <ac:chgData name="Aggie Menezes" userId="74619c95fa3483c9" providerId="LiveId" clId="{D3128F82-6912-0F40-BAD3-A276DA5466DC}" dt="2021-02-13T03:56:11.008" v="312"/>
          <ac:inkMkLst>
            <pc:docMk/>
            <pc:sldMk cId="62947172" sldId="302"/>
            <ac:inkMk id="174" creationId="{80D723BA-3A29-8645-80F0-04580F213998}"/>
          </ac:inkMkLst>
        </pc:inkChg>
        <pc:inkChg chg="add">
          <ac:chgData name="Aggie Menezes" userId="74619c95fa3483c9" providerId="LiveId" clId="{D3128F82-6912-0F40-BAD3-A276DA5466DC}" dt="2021-02-13T03:56:11.528" v="313"/>
          <ac:inkMkLst>
            <pc:docMk/>
            <pc:sldMk cId="62947172" sldId="302"/>
            <ac:inkMk id="175" creationId="{DE1B3213-6BA0-B049-952C-673E0941347D}"/>
          </ac:inkMkLst>
        </pc:inkChg>
        <pc:inkChg chg="add">
          <ac:chgData name="Aggie Menezes" userId="74619c95fa3483c9" providerId="LiveId" clId="{D3128F82-6912-0F40-BAD3-A276DA5466DC}" dt="2021-02-13T03:56:11.882" v="314"/>
          <ac:inkMkLst>
            <pc:docMk/>
            <pc:sldMk cId="62947172" sldId="302"/>
            <ac:inkMk id="176" creationId="{3230A9BE-E56B-3947-A5EF-80B9DE6F23BF}"/>
          </ac:inkMkLst>
        </pc:inkChg>
      </pc:sldChg>
      <pc:sldChg chg="addSp delSp modSp">
        <pc:chgData name="Aggie Menezes" userId="74619c95fa3483c9" providerId="LiveId" clId="{D3128F82-6912-0F40-BAD3-A276DA5466DC}" dt="2021-03-16T09:18:41.762" v="2905"/>
        <pc:sldMkLst>
          <pc:docMk/>
          <pc:sldMk cId="553119565" sldId="303"/>
        </pc:sldMkLst>
        <pc:grpChg chg="add del">
          <ac:chgData name="Aggie Menezes" userId="74619c95fa3483c9" providerId="LiveId" clId="{D3128F82-6912-0F40-BAD3-A276DA5466DC}" dt="2021-03-16T08:58:42.232" v="2554"/>
          <ac:grpSpMkLst>
            <pc:docMk/>
            <pc:sldMk cId="553119565" sldId="303"/>
            <ac:grpSpMk id="7" creationId="{CD0DEEA4-C37C-DA43-ACBD-5F621C241574}"/>
          </ac:grpSpMkLst>
        </pc:grpChg>
        <pc:grpChg chg="add del">
          <ac:chgData name="Aggie Menezes" userId="74619c95fa3483c9" providerId="LiveId" clId="{D3128F82-6912-0F40-BAD3-A276DA5466DC}" dt="2021-03-16T09:18:35.291" v="2848"/>
          <ac:grpSpMkLst>
            <pc:docMk/>
            <pc:sldMk cId="553119565" sldId="303"/>
            <ac:grpSpMk id="11" creationId="{9CAF7D30-302C-9D4D-86A6-5DB2FDAC96D3}"/>
          </ac:grpSpMkLst>
        </pc:grpChg>
        <pc:grpChg chg="add del">
          <ac:chgData name="Aggie Menezes" userId="74619c95fa3483c9" providerId="LiveId" clId="{D3128F82-6912-0F40-BAD3-A276DA5466DC}" dt="2021-03-16T09:18:41.730" v="2896"/>
          <ac:grpSpMkLst>
            <pc:docMk/>
            <pc:sldMk cId="553119565" sldId="303"/>
            <ac:grpSpMk id="20" creationId="{D17F8313-8352-FE40-ABAF-78AA44DEC287}"/>
          </ac:grpSpMkLst>
        </pc:grpChg>
        <pc:grpChg chg="add del">
          <ac:chgData name="Aggie Menezes" userId="74619c95fa3483c9" providerId="LiveId" clId="{D3128F82-6912-0F40-BAD3-A276DA5466DC}" dt="2021-03-16T08:58:56.107" v="2571"/>
          <ac:grpSpMkLst>
            <pc:docMk/>
            <pc:sldMk cId="553119565" sldId="303"/>
            <ac:grpSpMk id="24" creationId="{A4DB919E-C45D-ED40-8C36-EDC0E8250906}"/>
          </ac:grpSpMkLst>
        </pc:grpChg>
        <pc:grpChg chg="add del">
          <ac:chgData name="Aggie Menezes" userId="74619c95fa3483c9" providerId="LiveId" clId="{D3128F82-6912-0F40-BAD3-A276DA5466DC}" dt="2021-03-16T09:18:35.183" v="2827"/>
          <ac:grpSpMkLst>
            <pc:docMk/>
            <pc:sldMk cId="553119565" sldId="303"/>
            <ac:grpSpMk id="29" creationId="{CFF1E7C9-08AB-3B47-8370-7A339950ECFF}"/>
          </ac:grpSpMkLst>
        </pc:grpChg>
        <pc:grpChg chg="add del">
          <ac:chgData name="Aggie Menezes" userId="74619c95fa3483c9" providerId="LiveId" clId="{D3128F82-6912-0F40-BAD3-A276DA5466DC}" dt="2021-03-16T09:18:41.735" v="2897"/>
          <ac:grpSpMkLst>
            <pc:docMk/>
            <pc:sldMk cId="553119565" sldId="303"/>
            <ac:grpSpMk id="37" creationId="{59F8BB5F-E46A-D34B-8B89-E3C3D10BEE0D}"/>
          </ac:grpSpMkLst>
        </pc:grpChg>
        <pc:grpChg chg="add del">
          <ac:chgData name="Aggie Menezes" userId="74619c95fa3483c9" providerId="LiveId" clId="{D3128F82-6912-0F40-BAD3-A276DA5466DC}" dt="2021-03-16T09:18:35.195" v="2829"/>
          <ac:grpSpMkLst>
            <pc:docMk/>
            <pc:sldMk cId="553119565" sldId="303"/>
            <ac:grpSpMk id="42" creationId="{B8F1A05E-6D60-9645-ACF2-105935E8EE98}"/>
          </ac:grpSpMkLst>
        </pc:grpChg>
        <pc:grpChg chg="add del">
          <ac:chgData name="Aggie Menezes" userId="74619c95fa3483c9" providerId="LiveId" clId="{D3128F82-6912-0F40-BAD3-A276DA5466DC}" dt="2021-03-16T09:18:35.133" v="2819"/>
          <ac:grpSpMkLst>
            <pc:docMk/>
            <pc:sldMk cId="553119565" sldId="303"/>
            <ac:grpSpMk id="45" creationId="{D0E96765-EA08-D542-96C3-A221E3D28605}"/>
          </ac:grpSpMkLst>
        </pc:grpChg>
        <pc:grpChg chg="add del">
          <ac:chgData name="Aggie Menezes" userId="74619c95fa3483c9" providerId="LiveId" clId="{D3128F82-6912-0F40-BAD3-A276DA5466DC}" dt="2021-03-16T09:18:41.698" v="2887"/>
          <ac:grpSpMkLst>
            <pc:docMk/>
            <pc:sldMk cId="553119565" sldId="303"/>
            <ac:grpSpMk id="52" creationId="{B1265CA3-1B19-E847-81BF-81DD9B1CEF36}"/>
          </ac:grpSpMkLst>
        </pc:grpChg>
        <pc:grpChg chg="add del">
          <ac:chgData name="Aggie Menezes" userId="74619c95fa3483c9" providerId="LiveId" clId="{D3128F82-6912-0F40-BAD3-A276DA5466DC}" dt="2021-03-16T09:18:34.967" v="2795"/>
          <ac:grpSpMkLst>
            <pc:docMk/>
            <pc:sldMk cId="553119565" sldId="303"/>
            <ac:grpSpMk id="55" creationId="{DFF645CC-647C-5043-9EC2-6430F7B33FD1}"/>
          </ac:grpSpMkLst>
        </pc:grpChg>
        <pc:grpChg chg="add del">
          <ac:chgData name="Aggie Menezes" userId="74619c95fa3483c9" providerId="LiveId" clId="{D3128F82-6912-0F40-BAD3-A276DA5466DC}" dt="2021-03-16T09:18:41.626" v="2869"/>
          <ac:grpSpMkLst>
            <pc:docMk/>
            <pc:sldMk cId="553119565" sldId="303"/>
            <ac:grpSpMk id="58" creationId="{18284A14-3791-0B43-861F-DC31614F39BF}"/>
          </ac:grpSpMkLst>
        </pc:grpChg>
        <pc:grpChg chg="add del">
          <ac:chgData name="Aggie Menezes" userId="74619c95fa3483c9" providerId="LiveId" clId="{D3128F82-6912-0F40-BAD3-A276DA5466DC}" dt="2021-03-16T09:18:35.077" v="2811"/>
          <ac:grpSpMkLst>
            <pc:docMk/>
            <pc:sldMk cId="553119565" sldId="303"/>
            <ac:grpSpMk id="62" creationId="{9D674E7C-A2B5-8C47-A637-C5DAF8013BD2}"/>
          </ac:grpSpMkLst>
        </pc:grpChg>
        <pc:grpChg chg="add del">
          <ac:chgData name="Aggie Menezes" userId="74619c95fa3483c9" providerId="LiveId" clId="{D3128F82-6912-0F40-BAD3-A276DA5466DC}" dt="2021-03-16T09:18:41.694" v="2886"/>
          <ac:grpSpMkLst>
            <pc:docMk/>
            <pc:sldMk cId="553119565" sldId="303"/>
            <ac:grpSpMk id="66" creationId="{3368CC20-35FE-3546-A359-B844DF0B638A}"/>
          </ac:grpSpMkLst>
        </pc:grpChg>
        <pc:grpChg chg="add del">
          <ac:chgData name="Aggie Menezes" userId="74619c95fa3483c9" providerId="LiveId" clId="{D3128F82-6912-0F40-BAD3-A276DA5466DC}" dt="2021-03-16T09:18:41.685" v="2884"/>
          <ac:grpSpMkLst>
            <pc:docMk/>
            <pc:sldMk cId="553119565" sldId="303"/>
            <ac:grpSpMk id="72" creationId="{FD5250A1-27C5-1B4A-91FA-A4C59B582753}"/>
          </ac:grpSpMkLst>
        </pc:grpChg>
        <pc:grpChg chg="add del">
          <ac:chgData name="Aggie Menezes" userId="74619c95fa3483c9" providerId="LiveId" clId="{D3128F82-6912-0F40-BAD3-A276DA5466DC}" dt="2021-03-16T09:18:35.279" v="2846"/>
          <ac:grpSpMkLst>
            <pc:docMk/>
            <pc:sldMk cId="553119565" sldId="303"/>
            <ac:grpSpMk id="81" creationId="{E907D131-644F-6040-82FA-9EFCB4713E8A}"/>
          </ac:grpSpMkLst>
        </pc:grpChg>
        <pc:grpChg chg="add del">
          <ac:chgData name="Aggie Menezes" userId="74619c95fa3483c9" providerId="LiveId" clId="{D3128F82-6912-0F40-BAD3-A276DA5466DC}" dt="2021-03-16T09:01:27.098" v="2630"/>
          <ac:grpSpMkLst>
            <pc:docMk/>
            <pc:sldMk cId="553119565" sldId="303"/>
            <ac:grpSpMk id="85" creationId="{F8CCA74F-43C4-B54A-8758-A7C51357B299}"/>
          </ac:grpSpMkLst>
        </pc:grpChg>
        <pc:grpChg chg="add del">
          <ac:chgData name="Aggie Menezes" userId="74619c95fa3483c9" providerId="LiveId" clId="{D3128F82-6912-0F40-BAD3-A276DA5466DC}" dt="2021-03-16T09:01:30.330" v="2637"/>
          <ac:grpSpMkLst>
            <pc:docMk/>
            <pc:sldMk cId="553119565" sldId="303"/>
            <ac:grpSpMk id="89" creationId="{6CA26472-D32A-9A4A-BB95-489A7410E1DF}"/>
          </ac:grpSpMkLst>
        </pc:grpChg>
        <pc:grpChg chg="add del">
          <ac:chgData name="Aggie Menezes" userId="74619c95fa3483c9" providerId="LiveId" clId="{D3128F82-6912-0F40-BAD3-A276DA5466DC}" dt="2021-03-16T09:02:32.823" v="2689"/>
          <ac:grpSpMkLst>
            <pc:docMk/>
            <pc:sldMk cId="553119565" sldId="303"/>
            <ac:grpSpMk id="96" creationId="{4AFC30FA-1F05-104D-8BDB-AF6896D6459A}"/>
          </ac:grpSpMkLst>
        </pc:grpChg>
        <pc:grpChg chg="add del">
          <ac:chgData name="Aggie Menezes" userId="74619c95fa3483c9" providerId="LiveId" clId="{D3128F82-6912-0F40-BAD3-A276DA5466DC}" dt="2021-03-16T09:02:32.823" v="2689"/>
          <ac:grpSpMkLst>
            <pc:docMk/>
            <pc:sldMk cId="553119565" sldId="303"/>
            <ac:grpSpMk id="111" creationId="{42F44211-9E20-B34B-8AB3-EEA1049A0D71}"/>
          </ac:grpSpMkLst>
        </pc:grpChg>
        <pc:grpChg chg="add del">
          <ac:chgData name="Aggie Menezes" userId="74619c95fa3483c9" providerId="LiveId" clId="{D3128F82-6912-0F40-BAD3-A276DA5466DC}" dt="2021-03-16T09:02:32.823" v="2689"/>
          <ac:grpSpMkLst>
            <pc:docMk/>
            <pc:sldMk cId="553119565" sldId="303"/>
            <ac:grpSpMk id="118" creationId="{F66DA44B-3DDE-274D-9C92-CB113DDD4F1A}"/>
          </ac:grpSpMkLst>
        </pc:grpChg>
        <pc:grpChg chg="add del">
          <ac:chgData name="Aggie Menezes" userId="74619c95fa3483c9" providerId="LiveId" clId="{D3128F82-6912-0F40-BAD3-A276DA5466DC}" dt="2021-03-16T09:02:32.823" v="2689"/>
          <ac:grpSpMkLst>
            <pc:docMk/>
            <pc:sldMk cId="553119565" sldId="303"/>
            <ac:grpSpMk id="127" creationId="{2F511232-F5D1-2E40-A207-E55162B122FE}"/>
          </ac:grpSpMkLst>
        </pc:grpChg>
        <pc:grpChg chg="add del">
          <ac:chgData name="Aggie Menezes" userId="74619c95fa3483c9" providerId="LiveId" clId="{D3128F82-6912-0F40-BAD3-A276DA5466DC}" dt="2021-03-16T09:18:35.349" v="2862"/>
          <ac:grpSpMkLst>
            <pc:docMk/>
            <pc:sldMk cId="553119565" sldId="303"/>
            <ac:grpSpMk id="146" creationId="{7E700D21-F10C-B743-A8C6-C749F450B617}"/>
          </ac:grpSpMkLst>
        </pc:grpChg>
        <pc:grpChg chg="add del">
          <ac:chgData name="Aggie Menezes" userId="74619c95fa3483c9" providerId="LiveId" clId="{D3128F82-6912-0F40-BAD3-A276DA5466DC}" dt="2021-03-16T09:18:35.344" v="2861"/>
          <ac:grpSpMkLst>
            <pc:docMk/>
            <pc:sldMk cId="553119565" sldId="303"/>
            <ac:grpSpMk id="148" creationId="{17DEA270-C76B-5947-9971-1258A312D689}"/>
          </ac:grpSpMkLst>
        </pc:grpChg>
        <pc:grpChg chg="add del">
          <ac:chgData name="Aggie Menezes" userId="74619c95fa3483c9" providerId="LiveId" clId="{D3128F82-6912-0F40-BAD3-A276DA5466DC}" dt="2021-03-16T09:04:06.454" v="2703"/>
          <ac:grpSpMkLst>
            <pc:docMk/>
            <pc:sldMk cId="553119565" sldId="303"/>
            <ac:grpSpMk id="157" creationId="{0289F5CE-0A78-1B4E-AD9A-034D80EDA306}"/>
          </ac:grpSpMkLst>
        </pc:grpChg>
        <pc:grpChg chg="add del">
          <ac:chgData name="Aggie Menezes" userId="74619c95fa3483c9" providerId="LiveId" clId="{D3128F82-6912-0F40-BAD3-A276DA5466DC}" dt="2021-03-16T09:18:41.660" v="2877"/>
          <ac:grpSpMkLst>
            <pc:docMk/>
            <pc:sldMk cId="553119565" sldId="303"/>
            <ac:grpSpMk id="162" creationId="{A42EDE86-8FB8-2A4B-B69E-C4BD8D2AA492}"/>
          </ac:grpSpMkLst>
        </pc:grpChg>
        <pc:grpChg chg="add del">
          <ac:chgData name="Aggie Menezes" userId="74619c95fa3483c9" providerId="LiveId" clId="{D3128F82-6912-0F40-BAD3-A276DA5466DC}" dt="2021-03-16T09:18:41.743" v="2899"/>
          <ac:grpSpMkLst>
            <pc:docMk/>
            <pc:sldMk cId="553119565" sldId="303"/>
            <ac:grpSpMk id="165" creationId="{282E1343-91C9-8946-9025-57000176A618}"/>
          </ac:grpSpMkLst>
        </pc:grpChg>
        <pc:graphicFrameChg chg="modGraphic">
          <ac:chgData name="Aggie Menezes" userId="74619c95fa3483c9" providerId="LiveId" clId="{D3128F82-6912-0F40-BAD3-A276DA5466DC}" dt="2021-02-02T02:43:45.431" v="37" actId="20577"/>
          <ac:graphicFrameMkLst>
            <pc:docMk/>
            <pc:sldMk cId="553119565" sldId="303"/>
            <ac:graphicFrameMk id="30" creationId="{00000000-0000-0000-0000-000000000000}"/>
          </ac:graphicFrameMkLst>
        </pc:graphicFrameChg>
        <pc:inkChg chg="add del topLvl">
          <ac:chgData name="Aggie Menezes" userId="74619c95fa3483c9" providerId="LiveId" clId="{D3128F82-6912-0F40-BAD3-A276DA5466DC}" dt="2021-03-16T09:18:35.314" v="2853"/>
          <ac:inkMkLst>
            <pc:docMk/>
            <pc:sldMk cId="553119565" sldId="303"/>
            <ac:inkMk id="3" creationId="{741AA94B-B57C-474D-8D1D-2F1E37453D94}"/>
          </ac:inkMkLst>
        </pc:inkChg>
        <pc:inkChg chg="add del topLvl">
          <ac:chgData name="Aggie Menezes" userId="74619c95fa3483c9" providerId="LiveId" clId="{D3128F82-6912-0F40-BAD3-A276DA5466DC}" dt="2021-03-16T09:18:35.291" v="2848"/>
          <ac:inkMkLst>
            <pc:docMk/>
            <pc:sldMk cId="553119565" sldId="303"/>
            <ac:inkMk id="4" creationId="{27C2CA27-C397-AF49-BE01-520BFD315553}"/>
          </ac:inkMkLst>
        </pc:inkChg>
        <pc:inkChg chg="add del topLvl">
          <ac:chgData name="Aggie Menezes" userId="74619c95fa3483c9" providerId="LiveId" clId="{D3128F82-6912-0F40-BAD3-A276DA5466DC}" dt="2021-03-16T09:18:35.267" v="2843"/>
          <ac:inkMkLst>
            <pc:docMk/>
            <pc:sldMk cId="553119565" sldId="303"/>
            <ac:inkMk id="5" creationId="{A2CA6CE4-55BE-724A-BD45-FE4F60450D92}"/>
          </ac:inkMkLst>
        </pc:inkChg>
        <pc:inkChg chg="add del topLvl">
          <ac:chgData name="Aggie Menezes" userId="74619c95fa3483c9" providerId="LiveId" clId="{D3128F82-6912-0F40-BAD3-A276DA5466DC}" dt="2021-03-16T09:18:34.854" v="2778"/>
          <ac:inkMkLst>
            <pc:docMk/>
            <pc:sldMk cId="553119565" sldId="303"/>
            <ac:inkMk id="6" creationId="{084F2F5C-F335-4247-9C79-041602E0D405}"/>
          </ac:inkMkLst>
        </pc:inkChg>
        <pc:inkChg chg="add del">
          <ac:chgData name="Aggie Menezes" userId="74619c95fa3483c9" providerId="LiveId" clId="{D3128F82-6912-0F40-BAD3-A276DA5466DC}" dt="2021-03-16T09:18:35.059" v="2808"/>
          <ac:inkMkLst>
            <pc:docMk/>
            <pc:sldMk cId="553119565" sldId="303"/>
            <ac:inkMk id="8" creationId="{DF1011DF-330E-3D4D-A3A3-214845B11AC1}"/>
          </ac:inkMkLst>
        </pc:inkChg>
        <pc:inkChg chg="add del">
          <ac:chgData name="Aggie Menezes" userId="74619c95fa3483c9" providerId="LiveId" clId="{D3128F82-6912-0F40-BAD3-A276DA5466DC}" dt="2021-03-16T09:18:35.218" v="2833"/>
          <ac:inkMkLst>
            <pc:docMk/>
            <pc:sldMk cId="553119565" sldId="303"/>
            <ac:inkMk id="9" creationId="{A93719F2-9ACB-A249-82E7-953B461A2851}"/>
          </ac:inkMkLst>
        </pc:inkChg>
        <pc:inkChg chg="add del">
          <ac:chgData name="Aggie Menezes" userId="74619c95fa3483c9" providerId="LiveId" clId="{D3128F82-6912-0F40-BAD3-A276DA5466DC}" dt="2021-03-16T09:18:35.246" v="2839"/>
          <ac:inkMkLst>
            <pc:docMk/>
            <pc:sldMk cId="553119565" sldId="303"/>
            <ac:inkMk id="10" creationId="{D52F263A-53D2-2048-9663-77CF6FCD0DB7}"/>
          </ac:inkMkLst>
        </pc:inkChg>
        <pc:inkChg chg="add del">
          <ac:chgData name="Aggie Menezes" userId="74619c95fa3483c9" providerId="LiveId" clId="{D3128F82-6912-0F40-BAD3-A276DA5466DC}" dt="2021-03-16T09:18:41.713" v="2891"/>
          <ac:inkMkLst>
            <pc:docMk/>
            <pc:sldMk cId="553119565" sldId="303"/>
            <ac:inkMk id="12" creationId="{8341E38F-2567-FF43-BA4E-B240BC23BFBB}"/>
          </ac:inkMkLst>
        </pc:inkChg>
        <pc:inkChg chg="add del">
          <ac:chgData name="Aggie Menezes" userId="74619c95fa3483c9" providerId="LiveId" clId="{D3128F82-6912-0F40-BAD3-A276DA5466DC}" dt="2021-03-16T09:18:41.656" v="2876"/>
          <ac:inkMkLst>
            <pc:docMk/>
            <pc:sldMk cId="553119565" sldId="303"/>
            <ac:inkMk id="13" creationId="{295848EC-2DD1-F444-BFFA-A90098F0661E}"/>
          </ac:inkMkLst>
        </pc:inkChg>
        <pc:inkChg chg="add del">
          <ac:chgData name="Aggie Menezes" userId="74619c95fa3483c9" providerId="LiveId" clId="{D3128F82-6912-0F40-BAD3-A276DA5466DC}" dt="2021-03-16T09:18:41.675" v="2881"/>
          <ac:inkMkLst>
            <pc:docMk/>
            <pc:sldMk cId="553119565" sldId="303"/>
            <ac:inkMk id="14" creationId="{2F9A51EF-42A9-C542-B481-A084C317E496}"/>
          </ac:inkMkLst>
        </pc:inkChg>
        <pc:inkChg chg="add del">
          <ac:chgData name="Aggie Menezes" userId="74619c95fa3483c9" providerId="LiveId" clId="{D3128F82-6912-0F40-BAD3-A276DA5466DC}" dt="2021-03-16T09:18:41.622" v="2868"/>
          <ac:inkMkLst>
            <pc:docMk/>
            <pc:sldMk cId="553119565" sldId="303"/>
            <ac:inkMk id="15" creationId="{7BC07C42-DADC-7044-BAAE-2F19D2EBDFC8}"/>
          </ac:inkMkLst>
        </pc:inkChg>
        <pc:inkChg chg="add del topLvl">
          <ac:chgData name="Aggie Menezes" userId="74619c95fa3483c9" providerId="LiveId" clId="{D3128F82-6912-0F40-BAD3-A276DA5466DC}" dt="2021-03-16T09:18:41.759" v="2904"/>
          <ac:inkMkLst>
            <pc:docMk/>
            <pc:sldMk cId="553119565" sldId="303"/>
            <ac:inkMk id="16" creationId="{7241C95D-9620-CA43-B2C3-9C411A4DD343}"/>
          </ac:inkMkLst>
        </pc:inkChg>
        <pc:inkChg chg="add del">
          <ac:chgData name="Aggie Menezes" userId="74619c95fa3483c9" providerId="LiveId" clId="{D3128F82-6912-0F40-BAD3-A276DA5466DC}" dt="2021-03-16T09:18:41.709" v="2890"/>
          <ac:inkMkLst>
            <pc:docMk/>
            <pc:sldMk cId="553119565" sldId="303"/>
            <ac:inkMk id="17" creationId="{36EB871E-79D8-8747-8E58-17753FC304B6}"/>
          </ac:inkMkLst>
        </pc:inkChg>
        <pc:inkChg chg="add del topLvl">
          <ac:chgData name="Aggie Menezes" userId="74619c95fa3483c9" providerId="LiveId" clId="{D3128F82-6912-0F40-BAD3-A276DA5466DC}" dt="2021-03-16T09:18:41.730" v="2896"/>
          <ac:inkMkLst>
            <pc:docMk/>
            <pc:sldMk cId="553119565" sldId="303"/>
            <ac:inkMk id="18" creationId="{A15AB512-B55E-344C-921B-A2E5A5D14DFC}"/>
          </ac:inkMkLst>
        </pc:inkChg>
        <pc:inkChg chg="add del">
          <ac:chgData name="Aggie Menezes" userId="74619c95fa3483c9" providerId="LiveId" clId="{D3128F82-6912-0F40-BAD3-A276DA5466DC}" dt="2021-03-16T09:18:41.636" v="2871"/>
          <ac:inkMkLst>
            <pc:docMk/>
            <pc:sldMk cId="553119565" sldId="303"/>
            <ac:inkMk id="19" creationId="{0CDF1502-BB83-EB43-8C55-DBB99F44C971}"/>
          </ac:inkMkLst>
        </pc:inkChg>
        <pc:inkChg chg="add del topLvl">
          <ac:chgData name="Aggie Menezes" userId="74619c95fa3483c9" providerId="LiveId" clId="{D3128F82-6912-0F40-BAD3-A276DA5466DC}" dt="2021-03-16T09:18:34.931" v="2789"/>
          <ac:inkMkLst>
            <pc:docMk/>
            <pc:sldMk cId="553119565" sldId="303"/>
            <ac:inkMk id="21" creationId="{6C459C86-E212-D34A-A0B6-31B905DFDDB6}"/>
          </ac:inkMkLst>
        </pc:inkChg>
        <pc:inkChg chg="add del topLvl">
          <ac:chgData name="Aggie Menezes" userId="74619c95fa3483c9" providerId="LiveId" clId="{D3128F82-6912-0F40-BAD3-A276DA5466DC}" dt="2021-03-16T09:18:34.825" v="2774"/>
          <ac:inkMkLst>
            <pc:docMk/>
            <pc:sldMk cId="553119565" sldId="303"/>
            <ac:inkMk id="22" creationId="{A2137BC4-32DE-9E46-82D0-DC379B40CF1F}"/>
          </ac:inkMkLst>
        </pc:inkChg>
        <pc:inkChg chg="add del topLvl">
          <ac:chgData name="Aggie Menezes" userId="74619c95fa3483c9" providerId="LiveId" clId="{D3128F82-6912-0F40-BAD3-A276DA5466DC}" dt="2021-03-16T09:18:35.017" v="2801"/>
          <ac:inkMkLst>
            <pc:docMk/>
            <pc:sldMk cId="553119565" sldId="303"/>
            <ac:inkMk id="23" creationId="{08BE48EF-6037-5146-93B9-48D5355EB5C3}"/>
          </ac:inkMkLst>
        </pc:inkChg>
        <pc:inkChg chg="add del topLvl">
          <ac:chgData name="Aggie Menezes" userId="74619c95fa3483c9" providerId="LiveId" clId="{D3128F82-6912-0F40-BAD3-A276DA5466DC}" dt="2021-03-16T09:18:35.183" v="2827"/>
          <ac:inkMkLst>
            <pc:docMk/>
            <pc:sldMk cId="553119565" sldId="303"/>
            <ac:inkMk id="25" creationId="{8DBAD190-E72F-9E4F-AA3F-FA4261770463}"/>
          </ac:inkMkLst>
        </pc:inkChg>
        <pc:inkChg chg="add del topLvl">
          <ac:chgData name="Aggie Menezes" userId="74619c95fa3483c9" providerId="LiveId" clId="{D3128F82-6912-0F40-BAD3-A276DA5466DC}" dt="2021-03-16T09:18:35.322" v="2855"/>
          <ac:inkMkLst>
            <pc:docMk/>
            <pc:sldMk cId="553119565" sldId="303"/>
            <ac:inkMk id="26" creationId="{7CE162A0-DA09-5644-A8A2-3364B7585BA2}"/>
          </ac:inkMkLst>
        </pc:inkChg>
        <pc:inkChg chg="add del">
          <ac:chgData name="Aggie Menezes" userId="74619c95fa3483c9" providerId="LiveId" clId="{D3128F82-6912-0F40-BAD3-A276DA5466DC}" dt="2021-03-16T09:18:34.936" v="2790"/>
          <ac:inkMkLst>
            <pc:docMk/>
            <pc:sldMk cId="553119565" sldId="303"/>
            <ac:inkMk id="27" creationId="{4950E19A-5A91-324E-B05D-125251AA57E2}"/>
          </ac:inkMkLst>
        </pc:inkChg>
        <pc:inkChg chg="add del topLvl">
          <ac:chgData name="Aggie Menezes" userId="74619c95fa3483c9" providerId="LiveId" clId="{D3128F82-6912-0F40-BAD3-A276DA5466DC}" dt="2021-03-16T09:18:41.735" v="2897"/>
          <ac:inkMkLst>
            <pc:docMk/>
            <pc:sldMk cId="553119565" sldId="303"/>
            <ac:inkMk id="31" creationId="{3C5FB99A-DBBB-A14C-86E0-60DEF07EF69C}"/>
          </ac:inkMkLst>
        </pc:inkChg>
        <pc:inkChg chg="add del">
          <ac:chgData name="Aggie Menezes" userId="74619c95fa3483c9" providerId="LiveId" clId="{D3128F82-6912-0F40-BAD3-A276DA5466DC}" dt="2021-03-16T09:18:41.644" v="2873"/>
          <ac:inkMkLst>
            <pc:docMk/>
            <pc:sldMk cId="553119565" sldId="303"/>
            <ac:inkMk id="32" creationId="{194AC562-7F4E-0642-925C-45CC8A578639}"/>
          </ac:inkMkLst>
        </pc:inkChg>
        <pc:inkChg chg="add del topLvl">
          <ac:chgData name="Aggie Menezes" userId="74619c95fa3483c9" providerId="LiveId" clId="{D3128F82-6912-0F40-BAD3-A276DA5466DC}" dt="2021-03-16T09:18:41.762" v="2905"/>
          <ac:inkMkLst>
            <pc:docMk/>
            <pc:sldMk cId="553119565" sldId="303"/>
            <ac:inkMk id="33" creationId="{1B34E32B-4613-8644-9214-DE0BEB0A4B64}"/>
          </ac:inkMkLst>
        </pc:inkChg>
        <pc:inkChg chg="add del">
          <ac:chgData name="Aggie Menezes" userId="74619c95fa3483c9" providerId="LiveId" clId="{D3128F82-6912-0F40-BAD3-A276DA5466DC}" dt="2021-03-16T09:18:41.720" v="2893"/>
          <ac:inkMkLst>
            <pc:docMk/>
            <pc:sldMk cId="553119565" sldId="303"/>
            <ac:inkMk id="34" creationId="{C8BED3C0-F160-134A-92AE-F124A1987D72}"/>
          </ac:inkMkLst>
        </pc:inkChg>
        <pc:inkChg chg="add del">
          <ac:chgData name="Aggie Menezes" userId="74619c95fa3483c9" providerId="LiveId" clId="{D3128F82-6912-0F40-BAD3-A276DA5466DC}" dt="2021-03-16T09:18:41.667" v="2879"/>
          <ac:inkMkLst>
            <pc:docMk/>
            <pc:sldMk cId="553119565" sldId="303"/>
            <ac:inkMk id="35" creationId="{AE76E2CB-8423-1A43-96A7-B461FF34E67D}"/>
          </ac:inkMkLst>
        </pc:inkChg>
        <pc:inkChg chg="add del">
          <ac:chgData name="Aggie Menezes" userId="74619c95fa3483c9" providerId="LiveId" clId="{D3128F82-6912-0F40-BAD3-A276DA5466DC}" dt="2021-03-16T09:18:41.723" v="2894"/>
          <ac:inkMkLst>
            <pc:docMk/>
            <pc:sldMk cId="553119565" sldId="303"/>
            <ac:inkMk id="36" creationId="{DF224A37-C620-4A44-834E-ECD07F2FF4E8}"/>
          </ac:inkMkLst>
        </pc:inkChg>
        <pc:inkChg chg="add del">
          <ac:chgData name="Aggie Menezes" userId="74619c95fa3483c9" providerId="LiveId" clId="{D3128F82-6912-0F40-BAD3-A276DA5466DC}" dt="2021-03-16T09:18:35.028" v="2803"/>
          <ac:inkMkLst>
            <pc:docMk/>
            <pc:sldMk cId="553119565" sldId="303"/>
            <ac:inkMk id="38" creationId="{9091620C-7C80-6343-9ABF-CC163AE9DB7E}"/>
          </ac:inkMkLst>
        </pc:inkChg>
        <pc:inkChg chg="add del topLvl">
          <ac:chgData name="Aggie Menezes" userId="74619c95fa3483c9" providerId="LiveId" clId="{D3128F82-6912-0F40-BAD3-A276DA5466DC}" dt="2021-03-16T09:18:35.195" v="2829"/>
          <ac:inkMkLst>
            <pc:docMk/>
            <pc:sldMk cId="553119565" sldId="303"/>
            <ac:inkMk id="39" creationId="{439507BC-40CD-804D-83B5-AABC52B421EC}"/>
          </ac:inkMkLst>
        </pc:inkChg>
        <pc:inkChg chg="add del topLvl">
          <ac:chgData name="Aggie Menezes" userId="74619c95fa3483c9" providerId="LiveId" clId="{D3128F82-6912-0F40-BAD3-A276DA5466DC}" dt="2021-03-16T09:18:35.329" v="2857"/>
          <ac:inkMkLst>
            <pc:docMk/>
            <pc:sldMk cId="553119565" sldId="303"/>
            <ac:inkMk id="40" creationId="{DB69D5CE-BB57-2B49-A3E2-87CB64FAD79E}"/>
          </ac:inkMkLst>
        </pc:inkChg>
        <pc:inkChg chg="add del">
          <ac:chgData name="Aggie Menezes" userId="74619c95fa3483c9" providerId="LiveId" clId="{D3128F82-6912-0F40-BAD3-A276DA5466DC}" dt="2021-03-16T09:18:34.953" v="2793"/>
          <ac:inkMkLst>
            <pc:docMk/>
            <pc:sldMk cId="553119565" sldId="303"/>
            <ac:inkMk id="41" creationId="{96C004BE-939B-CE41-A1DF-1EFB1CA46ADF}"/>
          </ac:inkMkLst>
        </pc:inkChg>
        <pc:inkChg chg="add del topLvl">
          <ac:chgData name="Aggie Menezes" userId="74619c95fa3483c9" providerId="LiveId" clId="{D3128F82-6912-0F40-BAD3-A276DA5466DC}" dt="2021-03-16T09:18:35.133" v="2819"/>
          <ac:inkMkLst>
            <pc:docMk/>
            <pc:sldMk cId="553119565" sldId="303"/>
            <ac:inkMk id="43" creationId="{A5774802-85E4-BA47-88CA-C39ABF822867}"/>
          </ac:inkMkLst>
        </pc:inkChg>
        <pc:inkChg chg="add del topLvl">
          <ac:chgData name="Aggie Menezes" userId="74619c95fa3483c9" providerId="LiveId" clId="{D3128F82-6912-0F40-BAD3-A276DA5466DC}" dt="2021-03-16T09:18:35.274" v="2845"/>
          <ac:inkMkLst>
            <pc:docMk/>
            <pc:sldMk cId="553119565" sldId="303"/>
            <ac:inkMk id="44" creationId="{4B2481FF-6BB5-0B40-A9B1-C75E263053F5}"/>
          </ac:inkMkLst>
        </pc:inkChg>
        <pc:inkChg chg="add del">
          <ac:chgData name="Aggie Menezes" userId="74619c95fa3483c9" providerId="LiveId" clId="{D3128F82-6912-0F40-BAD3-A276DA5466DC}" dt="2021-03-16T09:18:41.689" v="2885"/>
          <ac:inkMkLst>
            <pc:docMk/>
            <pc:sldMk cId="553119565" sldId="303"/>
            <ac:inkMk id="46" creationId="{93113F5F-E929-C44C-B6D2-E4CCBA80BF93}"/>
          </ac:inkMkLst>
        </pc:inkChg>
        <pc:inkChg chg="add del">
          <ac:chgData name="Aggie Menezes" userId="74619c95fa3483c9" providerId="LiveId" clId="{D3128F82-6912-0F40-BAD3-A276DA5466DC}" dt="2021-03-16T09:18:41.664" v="2878"/>
          <ac:inkMkLst>
            <pc:docMk/>
            <pc:sldMk cId="553119565" sldId="303"/>
            <ac:inkMk id="47" creationId="{AA663E8C-5546-8148-B89C-B09589DCAD1C}"/>
          </ac:inkMkLst>
        </pc:inkChg>
        <pc:inkChg chg="add del">
          <ac:chgData name="Aggie Menezes" userId="74619c95fa3483c9" providerId="LiveId" clId="{D3128F82-6912-0F40-BAD3-A276DA5466DC}" dt="2021-03-16T09:18:41.618" v="2867"/>
          <ac:inkMkLst>
            <pc:docMk/>
            <pc:sldMk cId="553119565" sldId="303"/>
            <ac:inkMk id="48" creationId="{80DB5E14-41D6-A644-8EDE-95D6EC1F9058}"/>
          </ac:inkMkLst>
        </pc:inkChg>
        <pc:inkChg chg="add del topLvl">
          <ac:chgData name="Aggie Menezes" userId="74619c95fa3483c9" providerId="LiveId" clId="{D3128F82-6912-0F40-BAD3-A276DA5466DC}" dt="2021-03-16T09:18:41.747" v="2900"/>
          <ac:inkMkLst>
            <pc:docMk/>
            <pc:sldMk cId="553119565" sldId="303"/>
            <ac:inkMk id="49" creationId="{7A052D18-EB82-6344-A63E-05BF4637EF47}"/>
          </ac:inkMkLst>
        </pc:inkChg>
        <pc:inkChg chg="add del topLvl">
          <ac:chgData name="Aggie Menezes" userId="74619c95fa3483c9" providerId="LiveId" clId="{D3128F82-6912-0F40-BAD3-A276DA5466DC}" dt="2021-03-16T09:18:41.698" v="2887"/>
          <ac:inkMkLst>
            <pc:docMk/>
            <pc:sldMk cId="553119565" sldId="303"/>
            <ac:inkMk id="50" creationId="{3246DF92-DFEA-3846-8D04-4CD10056F5A3}"/>
          </ac:inkMkLst>
        </pc:inkChg>
        <pc:inkChg chg="add del">
          <ac:chgData name="Aggie Menezes" userId="74619c95fa3483c9" providerId="LiveId" clId="{D3128F82-6912-0F40-BAD3-A276DA5466DC}" dt="2021-03-16T09:18:41.648" v="2874"/>
          <ac:inkMkLst>
            <pc:docMk/>
            <pc:sldMk cId="553119565" sldId="303"/>
            <ac:inkMk id="51" creationId="{CDB893B7-3529-7743-BDA9-094A76888A9F}"/>
          </ac:inkMkLst>
        </pc:inkChg>
        <pc:inkChg chg="add del topLvl">
          <ac:chgData name="Aggie Menezes" userId="74619c95fa3483c9" providerId="LiveId" clId="{D3128F82-6912-0F40-BAD3-A276DA5466DC}" dt="2021-03-16T09:18:35.339" v="2860"/>
          <ac:inkMkLst>
            <pc:docMk/>
            <pc:sldMk cId="553119565" sldId="303"/>
            <ac:inkMk id="53" creationId="{99F5690D-AA79-2241-87C0-F6F3398ECED8}"/>
          </ac:inkMkLst>
        </pc:inkChg>
        <pc:inkChg chg="add del topLvl">
          <ac:chgData name="Aggie Menezes" userId="74619c95fa3483c9" providerId="LiveId" clId="{D3128F82-6912-0F40-BAD3-A276DA5466DC}" dt="2021-03-16T09:18:34.967" v="2795"/>
          <ac:inkMkLst>
            <pc:docMk/>
            <pc:sldMk cId="553119565" sldId="303"/>
            <ac:inkMk id="54" creationId="{AC556BB5-51E2-1D4C-9487-2459303A1047}"/>
          </ac:inkMkLst>
        </pc:inkChg>
        <pc:inkChg chg="add del topLvl">
          <ac:chgData name="Aggie Menezes" userId="74619c95fa3483c9" providerId="LiveId" clId="{D3128F82-6912-0F40-BAD3-A276DA5466DC}" dt="2021-03-16T09:18:41.678" v="2882"/>
          <ac:inkMkLst>
            <pc:docMk/>
            <pc:sldMk cId="553119565" sldId="303"/>
            <ac:inkMk id="56" creationId="{0D295B7F-7ECA-AF4A-AAED-AEB015DD36BC}"/>
          </ac:inkMkLst>
        </pc:inkChg>
        <pc:inkChg chg="add del topLvl">
          <ac:chgData name="Aggie Menezes" userId="74619c95fa3483c9" providerId="LiveId" clId="{D3128F82-6912-0F40-BAD3-A276DA5466DC}" dt="2021-03-16T09:18:41.626" v="2869"/>
          <ac:inkMkLst>
            <pc:docMk/>
            <pc:sldMk cId="553119565" sldId="303"/>
            <ac:inkMk id="57" creationId="{9E76DC30-5CDC-B542-85AC-C22B8077E689}"/>
          </ac:inkMkLst>
        </pc:inkChg>
        <pc:inkChg chg="add del">
          <ac:chgData name="Aggie Menezes" userId="74619c95fa3483c9" providerId="LiveId" clId="{D3128F82-6912-0F40-BAD3-A276DA5466DC}" dt="2021-03-16T09:18:34.893" v="2783"/>
          <ac:inkMkLst>
            <pc:docMk/>
            <pc:sldMk cId="553119565" sldId="303"/>
            <ac:inkMk id="59" creationId="{6F8827BB-748D-964B-9CC4-665D3864B04D}"/>
          </ac:inkMkLst>
        </pc:inkChg>
        <pc:inkChg chg="add del topLvl">
          <ac:chgData name="Aggie Menezes" userId="74619c95fa3483c9" providerId="LiveId" clId="{D3128F82-6912-0F40-BAD3-A276DA5466DC}" dt="2021-03-16T09:18:35.077" v="2811"/>
          <ac:inkMkLst>
            <pc:docMk/>
            <pc:sldMk cId="553119565" sldId="303"/>
            <ac:inkMk id="60" creationId="{D38266EE-80E2-9045-9914-F93F3F2D795A}"/>
          </ac:inkMkLst>
        </pc:inkChg>
        <pc:inkChg chg="add del topLvl">
          <ac:chgData name="Aggie Menezes" userId="74619c95fa3483c9" providerId="LiveId" clId="{D3128F82-6912-0F40-BAD3-A276DA5466DC}" dt="2021-03-16T09:18:35.231" v="2836"/>
          <ac:inkMkLst>
            <pc:docMk/>
            <pc:sldMk cId="553119565" sldId="303"/>
            <ac:inkMk id="61" creationId="{2EFA1740-996E-7A40-BF13-C0F555A346C3}"/>
          </ac:inkMkLst>
        </pc:inkChg>
        <pc:inkChg chg="add del">
          <ac:chgData name="Aggie Menezes" userId="74619c95fa3483c9" providerId="LiveId" clId="{D3128F82-6912-0F40-BAD3-A276DA5466DC}" dt="2021-03-16T09:18:34.811" v="2772"/>
          <ac:inkMkLst>
            <pc:docMk/>
            <pc:sldMk cId="553119565" sldId="303"/>
            <ac:inkMk id="63" creationId="{9222F5FF-025C-E14F-8F90-AC3859C0F8A4}"/>
          </ac:inkMkLst>
        </pc:inkChg>
        <pc:inkChg chg="add del topLvl">
          <ac:chgData name="Aggie Menezes" userId="74619c95fa3483c9" providerId="LiveId" clId="{D3128F82-6912-0F40-BAD3-A276DA5466DC}" dt="2021-03-16T09:18:41.750" v="2901"/>
          <ac:inkMkLst>
            <pc:docMk/>
            <pc:sldMk cId="553119565" sldId="303"/>
            <ac:inkMk id="64" creationId="{6E2873A2-DE3A-3B48-8A1A-713CB95E4069}"/>
          </ac:inkMkLst>
        </pc:inkChg>
        <pc:inkChg chg="add del topLvl">
          <ac:chgData name="Aggie Menezes" userId="74619c95fa3483c9" providerId="LiveId" clId="{D3128F82-6912-0F40-BAD3-A276DA5466DC}" dt="2021-03-16T09:18:41.694" v="2886"/>
          <ac:inkMkLst>
            <pc:docMk/>
            <pc:sldMk cId="553119565" sldId="303"/>
            <ac:inkMk id="65" creationId="{B7D03A6D-CE38-3E40-84E6-0DC8B5CD0D7F}"/>
          </ac:inkMkLst>
        </pc:inkChg>
        <pc:inkChg chg="add del">
          <ac:chgData name="Aggie Menezes" userId="74619c95fa3483c9" providerId="LiveId" clId="{D3128F82-6912-0F40-BAD3-A276DA5466DC}" dt="2021-03-16T09:18:41.651" v="2875"/>
          <ac:inkMkLst>
            <pc:docMk/>
            <pc:sldMk cId="553119565" sldId="303"/>
            <ac:inkMk id="67" creationId="{C01C16ED-0E19-6C4F-B004-48E87943C2B9}"/>
          </ac:inkMkLst>
        </pc:inkChg>
        <pc:inkChg chg="add del">
          <ac:chgData name="Aggie Menezes" userId="74619c95fa3483c9" providerId="LiveId" clId="{D3128F82-6912-0F40-BAD3-A276DA5466DC}" dt="2021-03-16T09:18:41.610" v="2865"/>
          <ac:inkMkLst>
            <pc:docMk/>
            <pc:sldMk cId="553119565" sldId="303"/>
            <ac:inkMk id="68" creationId="{1FA64FFF-7663-0540-B1A0-2EAA9C78E479}"/>
          </ac:inkMkLst>
        </pc:inkChg>
        <pc:inkChg chg="add del topLvl">
          <ac:chgData name="Aggie Menezes" userId="74619c95fa3483c9" providerId="LiveId" clId="{D3128F82-6912-0F40-BAD3-A276DA5466DC}" dt="2021-03-16T09:18:41.726" v="2895"/>
          <ac:inkMkLst>
            <pc:docMk/>
            <pc:sldMk cId="553119565" sldId="303"/>
            <ac:inkMk id="69" creationId="{8CCBB0CA-1166-A541-A716-CC6E6343675C}"/>
          </ac:inkMkLst>
        </pc:inkChg>
        <pc:inkChg chg="add del topLvl">
          <ac:chgData name="Aggie Menezes" userId="74619c95fa3483c9" providerId="LiveId" clId="{D3128F82-6912-0F40-BAD3-A276DA5466DC}" dt="2021-03-16T09:18:41.685" v="2884"/>
          <ac:inkMkLst>
            <pc:docMk/>
            <pc:sldMk cId="553119565" sldId="303"/>
            <ac:inkMk id="70" creationId="{44FF03DB-BBB2-3F44-87FF-12D7307486FC}"/>
          </ac:inkMkLst>
        </pc:inkChg>
        <pc:inkChg chg="add del">
          <ac:chgData name="Aggie Menezes" userId="74619c95fa3483c9" providerId="LiveId" clId="{D3128F82-6912-0F40-BAD3-A276DA5466DC}" dt="2021-03-16T09:18:41.639" v="2872"/>
          <ac:inkMkLst>
            <pc:docMk/>
            <pc:sldMk cId="553119565" sldId="303"/>
            <ac:inkMk id="71" creationId="{9528D091-86DA-0E40-94B2-C6D1F41C8DA6}"/>
          </ac:inkMkLst>
        </pc:inkChg>
        <pc:inkChg chg="add del">
          <ac:chgData name="Aggie Menezes" userId="74619c95fa3483c9" providerId="LiveId" clId="{D3128F82-6912-0F40-BAD3-A276DA5466DC}" dt="2021-03-16T09:18:35.033" v="2804"/>
          <ac:inkMkLst>
            <pc:docMk/>
            <pc:sldMk cId="553119565" sldId="303"/>
            <ac:inkMk id="73" creationId="{832B3D62-8629-144F-BED7-A578A24BC4A8}"/>
          </ac:inkMkLst>
        </pc:inkChg>
        <pc:inkChg chg="add del">
          <ac:chgData name="Aggie Menezes" userId="74619c95fa3483c9" providerId="LiveId" clId="{D3128F82-6912-0F40-BAD3-A276DA5466DC}" dt="2021-03-16T09:18:35.207" v="2831"/>
          <ac:inkMkLst>
            <pc:docMk/>
            <pc:sldMk cId="553119565" sldId="303"/>
            <ac:inkMk id="74" creationId="{A83213DB-791E-0642-B1E3-2B0D9D452689}"/>
          </ac:inkMkLst>
        </pc:inkChg>
        <pc:inkChg chg="add del topLvl">
          <ac:chgData name="Aggie Menezes" userId="74619c95fa3483c9" providerId="LiveId" clId="{D3128F82-6912-0F40-BAD3-A276DA5466DC}" dt="2021-03-16T09:18:35.332" v="2858"/>
          <ac:inkMkLst>
            <pc:docMk/>
            <pc:sldMk cId="553119565" sldId="303"/>
            <ac:inkMk id="75" creationId="{453D92DA-D77C-5941-9A9F-CCEA7607F688}"/>
          </ac:inkMkLst>
        </pc:inkChg>
        <pc:inkChg chg="add del">
          <ac:chgData name="Aggie Menezes" userId="74619c95fa3483c9" providerId="LiveId" clId="{D3128F82-6912-0F40-BAD3-A276DA5466DC}" dt="2021-03-16T09:18:34.947" v="2792"/>
          <ac:inkMkLst>
            <pc:docMk/>
            <pc:sldMk cId="553119565" sldId="303"/>
            <ac:inkMk id="76" creationId="{BCB0DDE6-BBE0-F74B-86DC-288857E8BF76}"/>
          </ac:inkMkLst>
        </pc:inkChg>
        <pc:inkChg chg="add del">
          <ac:chgData name="Aggie Menezes" userId="74619c95fa3483c9" providerId="LiveId" clId="{D3128F82-6912-0F40-BAD3-A276DA5466DC}" dt="2021-03-16T09:18:35.147" v="2821"/>
          <ac:inkMkLst>
            <pc:docMk/>
            <pc:sldMk cId="553119565" sldId="303"/>
            <ac:inkMk id="77" creationId="{74B35CD4-F7ED-3E46-BD97-9D546A5DE232}"/>
          </ac:inkMkLst>
        </pc:inkChg>
        <pc:inkChg chg="add del topLvl">
          <ac:chgData name="Aggie Menezes" userId="74619c95fa3483c9" providerId="LiveId" clId="{D3128F82-6912-0F40-BAD3-A276DA5466DC}" dt="2021-03-16T09:18:35.279" v="2846"/>
          <ac:inkMkLst>
            <pc:docMk/>
            <pc:sldMk cId="553119565" sldId="303"/>
            <ac:inkMk id="78" creationId="{1CE910E4-A38D-9F4E-9521-C0B0A60BDC55}"/>
          </ac:inkMkLst>
        </pc:inkChg>
        <pc:inkChg chg="add del">
          <ac:chgData name="Aggie Menezes" userId="74619c95fa3483c9" providerId="LiveId" clId="{D3128F82-6912-0F40-BAD3-A276DA5466DC}" dt="2021-03-16T09:18:34.858" v="2779"/>
          <ac:inkMkLst>
            <pc:docMk/>
            <pc:sldMk cId="553119565" sldId="303"/>
            <ac:inkMk id="79" creationId="{CD68D03B-68C6-0E4D-B47B-B310E07414BE}"/>
          </ac:inkMkLst>
        </pc:inkChg>
        <pc:inkChg chg="add del">
          <ac:chgData name="Aggie Menezes" userId="74619c95fa3483c9" providerId="LiveId" clId="{D3128F82-6912-0F40-BAD3-A276DA5466DC}" dt="2021-03-16T09:18:35.072" v="2810"/>
          <ac:inkMkLst>
            <pc:docMk/>
            <pc:sldMk cId="553119565" sldId="303"/>
            <ac:inkMk id="80" creationId="{21E58171-08E4-D543-A6E2-0001C5CF13D4}"/>
          </ac:inkMkLst>
        </pc:inkChg>
        <pc:inkChg chg="add del topLvl">
          <ac:chgData name="Aggie Menezes" userId="74619c95fa3483c9" providerId="LiveId" clId="{D3128F82-6912-0F40-BAD3-A276DA5466DC}" dt="2021-03-16T09:18:35.344" v="2861"/>
          <ac:inkMkLst>
            <pc:docMk/>
            <pc:sldMk cId="553119565" sldId="303"/>
            <ac:inkMk id="82" creationId="{51C60992-8480-6F42-B117-7A28CC920616}"/>
          </ac:inkMkLst>
        </pc:inkChg>
        <pc:inkChg chg="add del topLvl">
          <ac:chgData name="Aggie Menezes" userId="74619c95fa3483c9" providerId="LiveId" clId="{D3128F82-6912-0F40-BAD3-A276DA5466DC}" dt="2021-03-16T09:18:34.980" v="2796"/>
          <ac:inkMkLst>
            <pc:docMk/>
            <pc:sldMk cId="553119565" sldId="303"/>
            <ac:inkMk id="83" creationId="{2ED2B7FD-972A-B341-BFBC-560517BA3401}"/>
          </ac:inkMkLst>
        </pc:inkChg>
        <pc:inkChg chg="add del topLvl">
          <ac:chgData name="Aggie Menezes" userId="74619c95fa3483c9" providerId="LiveId" clId="{D3128F82-6912-0F40-BAD3-A276DA5466DC}" dt="2021-03-16T09:18:35.160" v="2823"/>
          <ac:inkMkLst>
            <pc:docMk/>
            <pc:sldMk cId="553119565" sldId="303"/>
            <ac:inkMk id="84" creationId="{13F64FF6-AE53-B542-9033-7C83D1D6A147}"/>
          </ac:inkMkLst>
        </pc:inkChg>
        <pc:inkChg chg="add del topLvl">
          <ac:chgData name="Aggie Menezes" userId="74619c95fa3483c9" providerId="LiveId" clId="{D3128F82-6912-0F40-BAD3-A276DA5466DC}" dt="2021-03-16T09:18:35.302" v="2850"/>
          <ac:inkMkLst>
            <pc:docMk/>
            <pc:sldMk cId="553119565" sldId="303"/>
            <ac:inkMk id="86" creationId="{B43D4608-17C4-E944-A877-C6AF781918E6}"/>
          </ac:inkMkLst>
        </pc:inkChg>
        <pc:inkChg chg="add del topLvl">
          <ac:chgData name="Aggie Menezes" userId="74619c95fa3483c9" providerId="LiveId" clId="{D3128F82-6912-0F40-BAD3-A276DA5466DC}" dt="2021-03-16T09:18:34.889" v="2782"/>
          <ac:inkMkLst>
            <pc:docMk/>
            <pc:sldMk cId="553119565" sldId="303"/>
            <ac:inkMk id="87" creationId="{BB9510B6-B036-4949-96BD-3080B70CECDF}"/>
          </ac:inkMkLst>
        </pc:inkChg>
        <pc:inkChg chg="add del topLvl">
          <ac:chgData name="Aggie Menezes" userId="74619c95fa3483c9" providerId="LiveId" clId="{D3128F82-6912-0F40-BAD3-A276DA5466DC}" dt="2021-03-16T09:18:35.096" v="2813"/>
          <ac:inkMkLst>
            <pc:docMk/>
            <pc:sldMk cId="553119565" sldId="303"/>
            <ac:inkMk id="88" creationId="{C4AE89FB-ABA9-F442-B17C-E84F161CD1EE}"/>
          </ac:inkMkLst>
        </pc:inkChg>
        <pc:inkChg chg="add del topLvl">
          <ac:chgData name="Aggie Menezes" userId="74619c95fa3483c9" providerId="LiveId" clId="{D3128F82-6912-0F40-BAD3-A276DA5466DC}" dt="2021-03-16T09:18:35.237" v="2837"/>
          <ac:inkMkLst>
            <pc:docMk/>
            <pc:sldMk cId="553119565" sldId="303"/>
            <ac:inkMk id="90" creationId="{19516BD6-E833-B948-B94F-58901FFB72D1}"/>
          </ac:inkMkLst>
        </pc:inkChg>
        <pc:inkChg chg="add del topLvl">
          <ac:chgData name="Aggie Menezes" userId="74619c95fa3483c9" providerId="LiveId" clId="{D3128F82-6912-0F40-BAD3-A276DA5466DC}" dt="2021-03-16T09:18:34.820" v="2773"/>
          <ac:inkMkLst>
            <pc:docMk/>
            <pc:sldMk cId="553119565" sldId="303"/>
            <ac:inkMk id="91" creationId="{6BE3E8E4-6E11-934E-AA2F-8EF9E956D844}"/>
          </ac:inkMkLst>
        </pc:inkChg>
        <pc:inkChg chg="add del topLvl">
          <ac:chgData name="Aggie Menezes" userId="74619c95fa3483c9" providerId="LiveId" clId="{D3128F82-6912-0F40-BAD3-A276DA5466DC}" dt="2021-03-16T09:18:35.012" v="2800"/>
          <ac:inkMkLst>
            <pc:docMk/>
            <pc:sldMk cId="553119565" sldId="303"/>
            <ac:inkMk id="92" creationId="{B36A424E-A3E3-5942-BDA3-F76BA529781B}"/>
          </ac:inkMkLst>
        </pc:inkChg>
        <pc:inkChg chg="add del topLvl">
          <ac:chgData name="Aggie Menezes" userId="74619c95fa3483c9" providerId="LiveId" clId="{D3128F82-6912-0F40-BAD3-A276DA5466DC}" dt="2021-03-16T09:18:35.179" v="2826"/>
          <ac:inkMkLst>
            <pc:docMk/>
            <pc:sldMk cId="553119565" sldId="303"/>
            <ac:inkMk id="93" creationId="{F5A1C80D-2077-9D4B-B364-F08C9047264D}"/>
          </ac:inkMkLst>
        </pc:inkChg>
        <pc:inkChg chg="add del topLvl">
          <ac:chgData name="Aggie Menezes" userId="74619c95fa3483c9" providerId="LiveId" clId="{D3128F82-6912-0F40-BAD3-A276DA5466DC}" dt="2021-03-16T09:18:35.319" v="2854"/>
          <ac:inkMkLst>
            <pc:docMk/>
            <pc:sldMk cId="553119565" sldId="303"/>
            <ac:inkMk id="94" creationId="{819B64D7-E2FA-D441-8223-4616DDAFB0D0}"/>
          </ac:inkMkLst>
        </pc:inkChg>
        <pc:inkChg chg="add del topLvl">
          <ac:chgData name="Aggie Menezes" userId="74619c95fa3483c9" providerId="LiveId" clId="{D3128F82-6912-0F40-BAD3-A276DA5466DC}" dt="2021-03-16T09:18:34.922" v="2787"/>
          <ac:inkMkLst>
            <pc:docMk/>
            <pc:sldMk cId="553119565" sldId="303"/>
            <ac:inkMk id="95" creationId="{B5308ED9-6ECB-4C46-8070-AF3E5FA4A860}"/>
          </ac:inkMkLst>
        </pc:inkChg>
        <pc:inkChg chg="add del topLvl">
          <ac:chgData name="Aggie Menezes" userId="74619c95fa3483c9" providerId="LiveId" clId="{D3128F82-6912-0F40-BAD3-A276DA5466DC}" dt="2021-03-16T09:18:35.116" v="2816"/>
          <ac:inkMkLst>
            <pc:docMk/>
            <pc:sldMk cId="553119565" sldId="303"/>
            <ac:inkMk id="97" creationId="{96B05BC2-FDE3-7D4E-B676-D5167F151B8C}"/>
          </ac:inkMkLst>
        </pc:inkChg>
        <pc:inkChg chg="add del topLvl">
          <ac:chgData name="Aggie Menezes" userId="74619c95fa3483c9" providerId="LiveId" clId="{D3128F82-6912-0F40-BAD3-A276DA5466DC}" dt="2021-03-16T09:18:35.263" v="2842"/>
          <ac:inkMkLst>
            <pc:docMk/>
            <pc:sldMk cId="553119565" sldId="303"/>
            <ac:inkMk id="98" creationId="{0BAFB3EE-14B9-BC40-9BF3-03EFD18058AD}"/>
          </ac:inkMkLst>
        </pc:inkChg>
        <pc:inkChg chg="add del topLvl">
          <ac:chgData name="Aggie Menezes" userId="74619c95fa3483c9" providerId="LiveId" clId="{D3128F82-6912-0F40-BAD3-A276DA5466DC}" dt="2021-03-16T09:18:34.842" v="2776"/>
          <ac:inkMkLst>
            <pc:docMk/>
            <pc:sldMk cId="553119565" sldId="303"/>
            <ac:inkMk id="99" creationId="{C1EAFFD5-CE8D-2644-B066-4BC178BAC04D}"/>
          </ac:inkMkLst>
        </pc:inkChg>
        <pc:inkChg chg="add del topLvl">
          <ac:chgData name="Aggie Menezes" userId="74619c95fa3483c9" providerId="LiveId" clId="{D3128F82-6912-0F40-BAD3-A276DA5466DC}" dt="2021-03-16T09:18:35.041" v="2805"/>
          <ac:inkMkLst>
            <pc:docMk/>
            <pc:sldMk cId="553119565" sldId="303"/>
            <ac:inkMk id="100" creationId="{385277EC-12DB-3744-9D4F-76955D94D442}"/>
          </ac:inkMkLst>
        </pc:inkChg>
        <pc:inkChg chg="add del topLvl">
          <ac:chgData name="Aggie Menezes" userId="74619c95fa3483c9" providerId="LiveId" clId="{D3128F82-6912-0F40-BAD3-A276DA5466DC}" dt="2021-03-16T09:18:35.202" v="2830"/>
          <ac:inkMkLst>
            <pc:docMk/>
            <pc:sldMk cId="553119565" sldId="303"/>
            <ac:inkMk id="101" creationId="{FE0F7AAE-3725-974D-93E2-02BB418E6C80}"/>
          </ac:inkMkLst>
        </pc:inkChg>
        <pc:inkChg chg="add del topLvl">
          <ac:chgData name="Aggie Menezes" userId="74619c95fa3483c9" providerId="LiveId" clId="{D3128F82-6912-0F40-BAD3-A276DA5466DC}" dt="2021-03-16T09:18:35.336" v="2859"/>
          <ac:inkMkLst>
            <pc:docMk/>
            <pc:sldMk cId="553119565" sldId="303"/>
            <ac:inkMk id="102" creationId="{098CF272-CF56-444E-935A-55E8090ACF06}"/>
          </ac:inkMkLst>
        </pc:inkChg>
        <pc:inkChg chg="add del topLvl">
          <ac:chgData name="Aggie Menezes" userId="74619c95fa3483c9" providerId="LiveId" clId="{D3128F82-6912-0F40-BAD3-A276DA5466DC}" dt="2021-03-16T09:18:34.962" v="2794"/>
          <ac:inkMkLst>
            <pc:docMk/>
            <pc:sldMk cId="553119565" sldId="303"/>
            <ac:inkMk id="103" creationId="{088EA359-CF39-D34B-A375-4B60F4176F9F}"/>
          </ac:inkMkLst>
        </pc:inkChg>
        <pc:inkChg chg="add del topLvl">
          <ac:chgData name="Aggie Menezes" userId="74619c95fa3483c9" providerId="LiveId" clId="{D3128F82-6912-0F40-BAD3-A276DA5466DC}" dt="2021-03-16T09:18:35.140" v="2820"/>
          <ac:inkMkLst>
            <pc:docMk/>
            <pc:sldMk cId="553119565" sldId="303"/>
            <ac:inkMk id="104" creationId="{1BF947B7-CD24-8749-ABC0-89A938C233E1}"/>
          </ac:inkMkLst>
        </pc:inkChg>
        <pc:inkChg chg="add del topLvl">
          <ac:chgData name="Aggie Menezes" userId="74619c95fa3483c9" providerId="LiveId" clId="{D3128F82-6912-0F40-BAD3-A276DA5466DC}" dt="2021-03-16T09:18:35.286" v="2847"/>
          <ac:inkMkLst>
            <pc:docMk/>
            <pc:sldMk cId="553119565" sldId="303"/>
            <ac:inkMk id="105" creationId="{86952FCF-86EC-6347-80C0-6067EA4A95E1}"/>
          </ac:inkMkLst>
        </pc:inkChg>
        <pc:inkChg chg="add del topLvl">
          <ac:chgData name="Aggie Menezes" userId="74619c95fa3483c9" providerId="LiveId" clId="{D3128F82-6912-0F40-BAD3-A276DA5466DC}" dt="2021-03-16T09:18:34.869" v="2780"/>
          <ac:inkMkLst>
            <pc:docMk/>
            <pc:sldMk cId="553119565" sldId="303"/>
            <ac:inkMk id="106" creationId="{381A5329-63B5-6241-8C89-FAD0176313DB}"/>
          </ac:inkMkLst>
        </pc:inkChg>
        <pc:inkChg chg="add del topLvl">
          <ac:chgData name="Aggie Menezes" userId="74619c95fa3483c9" providerId="LiveId" clId="{D3128F82-6912-0F40-BAD3-A276DA5466DC}" dt="2021-03-16T09:18:35.067" v="2809"/>
          <ac:inkMkLst>
            <pc:docMk/>
            <pc:sldMk cId="553119565" sldId="303"/>
            <ac:inkMk id="107" creationId="{B5C5C2F2-C4BC-BE46-B26D-9A2D5F2C573A}"/>
          </ac:inkMkLst>
        </pc:inkChg>
        <pc:inkChg chg="add del topLvl">
          <ac:chgData name="Aggie Menezes" userId="74619c95fa3483c9" providerId="LiveId" clId="{D3128F82-6912-0F40-BAD3-A276DA5466DC}" dt="2021-03-16T09:18:35.228" v="2835"/>
          <ac:inkMkLst>
            <pc:docMk/>
            <pc:sldMk cId="553119565" sldId="303"/>
            <ac:inkMk id="108" creationId="{181F219E-2275-BF41-91D2-6190B267C1C9}"/>
          </ac:inkMkLst>
        </pc:inkChg>
        <pc:inkChg chg="add del topLvl">
          <ac:chgData name="Aggie Menezes" userId="74619c95fa3483c9" providerId="LiveId" clId="{D3128F82-6912-0F40-BAD3-A276DA5466DC}" dt="2021-03-16T09:18:35.354" v="2863"/>
          <ac:inkMkLst>
            <pc:docMk/>
            <pc:sldMk cId="553119565" sldId="303"/>
            <ac:inkMk id="109" creationId="{812024C4-A530-0B44-8F88-9F17555A476E}"/>
          </ac:inkMkLst>
        </pc:inkChg>
        <pc:inkChg chg="add del topLvl">
          <ac:chgData name="Aggie Menezes" userId="74619c95fa3483c9" providerId="LiveId" clId="{D3128F82-6912-0F40-BAD3-A276DA5466DC}" dt="2021-03-16T09:18:34.996" v="2798"/>
          <ac:inkMkLst>
            <pc:docMk/>
            <pc:sldMk cId="553119565" sldId="303"/>
            <ac:inkMk id="110" creationId="{66FF55EE-390B-B043-8E8C-E86B2C5A0695}"/>
          </ac:inkMkLst>
        </pc:inkChg>
        <pc:inkChg chg="add del topLvl">
          <ac:chgData name="Aggie Menezes" userId="74619c95fa3483c9" providerId="LiveId" clId="{D3128F82-6912-0F40-BAD3-A276DA5466DC}" dt="2021-03-16T09:18:35.172" v="2825"/>
          <ac:inkMkLst>
            <pc:docMk/>
            <pc:sldMk cId="553119565" sldId="303"/>
            <ac:inkMk id="112" creationId="{0705430E-16A0-584E-A27E-78A6B39D24EA}"/>
          </ac:inkMkLst>
        </pc:inkChg>
        <pc:inkChg chg="add del topLvl">
          <ac:chgData name="Aggie Menezes" userId="74619c95fa3483c9" providerId="LiveId" clId="{D3128F82-6912-0F40-BAD3-A276DA5466DC}" dt="2021-03-16T09:18:35.311" v="2852"/>
          <ac:inkMkLst>
            <pc:docMk/>
            <pc:sldMk cId="553119565" sldId="303"/>
            <ac:inkMk id="113" creationId="{E827C0DA-7EC6-9949-92AE-BBD508EA623F}"/>
          </ac:inkMkLst>
        </pc:inkChg>
        <pc:inkChg chg="add del topLvl">
          <ac:chgData name="Aggie Menezes" userId="74619c95fa3483c9" providerId="LiveId" clId="{D3128F82-6912-0F40-BAD3-A276DA5466DC}" dt="2021-03-16T09:18:34.913" v="2786"/>
          <ac:inkMkLst>
            <pc:docMk/>
            <pc:sldMk cId="553119565" sldId="303"/>
            <ac:inkMk id="114" creationId="{DC706D1E-8689-B642-98EF-58E48653854F}"/>
          </ac:inkMkLst>
        </pc:inkChg>
        <pc:inkChg chg="add del topLvl">
          <ac:chgData name="Aggie Menezes" userId="74619c95fa3483c9" providerId="LiveId" clId="{D3128F82-6912-0F40-BAD3-A276DA5466DC}" dt="2021-03-16T09:18:35.109" v="2815"/>
          <ac:inkMkLst>
            <pc:docMk/>
            <pc:sldMk cId="553119565" sldId="303"/>
            <ac:inkMk id="115" creationId="{42C021F0-4B9B-CC44-84CA-4E546B027825}"/>
          </ac:inkMkLst>
        </pc:inkChg>
        <pc:inkChg chg="add del topLvl">
          <ac:chgData name="Aggie Menezes" userId="74619c95fa3483c9" providerId="LiveId" clId="{D3128F82-6912-0F40-BAD3-A276DA5466DC}" dt="2021-03-16T09:18:35.050" v="2806"/>
          <ac:inkMkLst>
            <pc:docMk/>
            <pc:sldMk cId="553119565" sldId="303"/>
            <ac:inkMk id="116" creationId="{13A2DEAE-CD8C-F744-98C9-348D1EAB36A6}"/>
          </ac:inkMkLst>
        </pc:inkChg>
        <pc:inkChg chg="add del topLvl">
          <ac:chgData name="Aggie Menezes" userId="74619c95fa3483c9" providerId="LiveId" clId="{D3128F82-6912-0F40-BAD3-A276DA5466DC}" dt="2021-03-16T09:18:35.154" v="2822"/>
          <ac:inkMkLst>
            <pc:docMk/>
            <pc:sldMk cId="553119565" sldId="303"/>
            <ac:inkMk id="117" creationId="{9FD31CF7-2B5B-9D42-AD80-8A08B346A6B6}"/>
          </ac:inkMkLst>
        </pc:inkChg>
        <pc:inkChg chg="add del topLvl">
          <ac:chgData name="Aggie Menezes" userId="74619c95fa3483c9" providerId="LiveId" clId="{D3128F82-6912-0F40-BAD3-A276DA5466DC}" dt="2021-03-16T09:18:35.297" v="2849"/>
          <ac:inkMkLst>
            <pc:docMk/>
            <pc:sldMk cId="553119565" sldId="303"/>
            <ac:inkMk id="119" creationId="{420B0CBA-66D1-3E42-9AA4-7333ADCF24AE}"/>
          </ac:inkMkLst>
        </pc:inkChg>
        <pc:inkChg chg="add del topLvl">
          <ac:chgData name="Aggie Menezes" userId="74619c95fa3483c9" providerId="LiveId" clId="{D3128F82-6912-0F40-BAD3-A276DA5466DC}" dt="2021-03-16T09:18:34.879" v="2781"/>
          <ac:inkMkLst>
            <pc:docMk/>
            <pc:sldMk cId="553119565" sldId="303"/>
            <ac:inkMk id="120" creationId="{9D2858DE-AE88-8C4E-B685-5253DF5C8F44}"/>
          </ac:inkMkLst>
        </pc:inkChg>
        <pc:inkChg chg="add del topLvl">
          <ac:chgData name="Aggie Menezes" userId="74619c95fa3483c9" providerId="LiveId" clId="{D3128F82-6912-0F40-BAD3-A276DA5466DC}" dt="2021-03-16T09:18:35.086" v="2812"/>
          <ac:inkMkLst>
            <pc:docMk/>
            <pc:sldMk cId="553119565" sldId="303"/>
            <ac:inkMk id="121" creationId="{CF5DBC24-30CF-7449-9F52-A625958CE8BD}"/>
          </ac:inkMkLst>
        </pc:inkChg>
        <pc:inkChg chg="add del topLvl">
          <ac:chgData name="Aggie Menezes" userId="74619c95fa3483c9" providerId="LiveId" clId="{D3128F82-6912-0F40-BAD3-A276DA5466DC}" dt="2021-03-16T09:18:35.242" v="2838"/>
          <ac:inkMkLst>
            <pc:docMk/>
            <pc:sldMk cId="553119565" sldId="303"/>
            <ac:inkMk id="122" creationId="{51895ECA-2B10-0B43-94A0-92CBA7C6795C}"/>
          </ac:inkMkLst>
        </pc:inkChg>
        <pc:inkChg chg="add del topLvl">
          <ac:chgData name="Aggie Menezes" userId="74619c95fa3483c9" providerId="LiveId" clId="{D3128F82-6912-0F40-BAD3-A276DA5466DC}" dt="2021-03-16T09:18:34.805" v="2771"/>
          <ac:inkMkLst>
            <pc:docMk/>
            <pc:sldMk cId="553119565" sldId="303"/>
            <ac:inkMk id="123" creationId="{A4E86F86-E4F2-7448-BC19-935BEAA16C1D}"/>
          </ac:inkMkLst>
        </pc:inkChg>
        <pc:inkChg chg="add del topLvl">
          <ac:chgData name="Aggie Menezes" userId="74619c95fa3483c9" providerId="LiveId" clId="{D3128F82-6912-0F40-BAD3-A276DA5466DC}" dt="2021-03-16T09:18:35.004" v="2799"/>
          <ac:inkMkLst>
            <pc:docMk/>
            <pc:sldMk cId="553119565" sldId="303"/>
            <ac:inkMk id="124" creationId="{BD4AA930-F941-9D41-BF8F-0E31BD1EC4DB}"/>
          </ac:inkMkLst>
        </pc:inkChg>
        <pc:inkChg chg="add del topLvl">
          <ac:chgData name="Aggie Menezes" userId="74619c95fa3483c9" providerId="LiveId" clId="{D3128F82-6912-0F40-BAD3-A276DA5466DC}" dt="2021-03-16T09:18:35.123" v="2817"/>
          <ac:inkMkLst>
            <pc:docMk/>
            <pc:sldMk cId="553119565" sldId="303"/>
            <ac:inkMk id="125" creationId="{9D61E8E5-25BA-7944-8493-C0BE23CFA72A}"/>
          </ac:inkMkLst>
        </pc:inkChg>
        <pc:inkChg chg="add del topLvl">
          <ac:chgData name="Aggie Menezes" userId="74619c95fa3483c9" providerId="LiveId" clId="{D3128F82-6912-0F40-BAD3-A276DA5466DC}" dt="2021-03-16T09:18:35.166" v="2824"/>
          <ac:inkMkLst>
            <pc:docMk/>
            <pc:sldMk cId="553119565" sldId="303"/>
            <ac:inkMk id="126" creationId="{E8728A4E-CCF5-304B-BC44-0DD3B11724F4}"/>
          </ac:inkMkLst>
        </pc:inkChg>
        <pc:inkChg chg="add del">
          <ac:chgData name="Aggie Menezes" userId="74619c95fa3483c9" providerId="LiveId" clId="{D3128F82-6912-0F40-BAD3-A276DA5466DC}" dt="2021-03-16T09:18:35.223" v="2834"/>
          <ac:inkMkLst>
            <pc:docMk/>
            <pc:sldMk cId="553119565" sldId="303"/>
            <ac:inkMk id="128" creationId="{6010728B-70BA-654B-ABED-B1C47FDD61DF}"/>
          </ac:inkMkLst>
        </pc:inkChg>
        <pc:inkChg chg="add del topLvl">
          <ac:chgData name="Aggie Menezes" userId="74619c95fa3483c9" providerId="LiveId" clId="{D3128F82-6912-0F40-BAD3-A276DA5466DC}" dt="2021-03-16T09:18:35.349" v="2862"/>
          <ac:inkMkLst>
            <pc:docMk/>
            <pc:sldMk cId="553119565" sldId="303"/>
            <ac:inkMk id="129" creationId="{15B1BF68-ED49-1140-9152-DAD8B95C3F57}"/>
          </ac:inkMkLst>
        </pc:inkChg>
        <pc:inkChg chg="add del">
          <ac:chgData name="Aggie Menezes" userId="74619c95fa3483c9" providerId="LiveId" clId="{D3128F82-6912-0F40-BAD3-A276DA5466DC}" dt="2021-03-16T09:18:34.987" v="2797"/>
          <ac:inkMkLst>
            <pc:docMk/>
            <pc:sldMk cId="553119565" sldId="303"/>
            <ac:inkMk id="130" creationId="{4C528189-7632-2F48-9F2A-AEA452127605}"/>
          </ac:inkMkLst>
        </pc:inkChg>
        <pc:inkChg chg="add del topLvl">
          <ac:chgData name="Aggie Menezes" userId="74619c95fa3483c9" providerId="LiveId" clId="{D3128F82-6912-0F40-BAD3-A276DA5466DC}" dt="2021-03-16T09:18:41.613" v="2866"/>
          <ac:inkMkLst>
            <pc:docMk/>
            <pc:sldMk cId="553119565" sldId="303"/>
            <ac:inkMk id="131" creationId="{355A3F54-FF71-0648-A244-CDFD5770DECE}"/>
          </ac:inkMkLst>
        </pc:inkChg>
        <pc:inkChg chg="add del">
          <ac:chgData name="Aggie Menezes" userId="74619c95fa3483c9" providerId="LiveId" clId="{D3128F82-6912-0F40-BAD3-A276DA5466DC}" dt="2021-03-16T09:18:35.307" v="2851"/>
          <ac:inkMkLst>
            <pc:docMk/>
            <pc:sldMk cId="553119565" sldId="303"/>
            <ac:inkMk id="132" creationId="{5A85CB93-EFAE-9D42-A544-AF361691A202}"/>
          </ac:inkMkLst>
        </pc:inkChg>
        <pc:inkChg chg="add del">
          <ac:chgData name="Aggie Menezes" userId="74619c95fa3483c9" providerId="LiveId" clId="{D3128F82-6912-0F40-BAD3-A276DA5466DC}" dt="2021-03-16T09:18:34.903" v="2785"/>
          <ac:inkMkLst>
            <pc:docMk/>
            <pc:sldMk cId="553119565" sldId="303"/>
            <ac:inkMk id="133" creationId="{E4E87C26-4EAD-7B4C-BA9C-5A1AED280F9E}"/>
          </ac:inkMkLst>
        </pc:inkChg>
        <pc:inkChg chg="add del">
          <ac:chgData name="Aggie Menezes" userId="74619c95fa3483c9" providerId="LiveId" clId="{D3128F82-6912-0F40-BAD3-A276DA5466DC}" dt="2021-03-16T09:18:35.102" v="2814"/>
          <ac:inkMkLst>
            <pc:docMk/>
            <pc:sldMk cId="553119565" sldId="303"/>
            <ac:inkMk id="134" creationId="{365BB1EB-1F7F-9046-8C09-1F954C6B8FEC}"/>
          </ac:inkMkLst>
        </pc:inkChg>
        <pc:inkChg chg="add del">
          <ac:chgData name="Aggie Menezes" userId="74619c95fa3483c9" providerId="LiveId" clId="{D3128F82-6912-0F40-BAD3-A276DA5466DC}" dt="2021-03-16T09:18:35.252" v="2840"/>
          <ac:inkMkLst>
            <pc:docMk/>
            <pc:sldMk cId="553119565" sldId="303"/>
            <ac:inkMk id="135" creationId="{E7654D60-37BD-7345-B75F-AD6FD2A1ACA0}"/>
          </ac:inkMkLst>
        </pc:inkChg>
        <pc:inkChg chg="add del">
          <ac:chgData name="Aggie Menezes" userId="74619c95fa3483c9" providerId="LiveId" clId="{D3128F82-6912-0F40-BAD3-A276DA5466DC}" dt="2021-03-16T09:18:34.831" v="2775"/>
          <ac:inkMkLst>
            <pc:docMk/>
            <pc:sldMk cId="553119565" sldId="303"/>
            <ac:inkMk id="136" creationId="{692C48BF-F0AE-A340-A310-1FD2B398BD4F}"/>
          </ac:inkMkLst>
        </pc:inkChg>
        <pc:inkChg chg="add del">
          <ac:chgData name="Aggie Menezes" userId="74619c95fa3483c9" providerId="LiveId" clId="{D3128F82-6912-0F40-BAD3-A276DA5466DC}" dt="2021-03-16T09:18:35.022" v="2802"/>
          <ac:inkMkLst>
            <pc:docMk/>
            <pc:sldMk cId="553119565" sldId="303"/>
            <ac:inkMk id="137" creationId="{C665497B-B5F6-D048-96BF-E014C298CFBA}"/>
          </ac:inkMkLst>
        </pc:inkChg>
        <pc:inkChg chg="add del">
          <ac:chgData name="Aggie Menezes" userId="74619c95fa3483c9" providerId="LiveId" clId="{D3128F82-6912-0F40-BAD3-A276DA5466DC}" dt="2021-03-16T09:18:35.189" v="2828"/>
          <ac:inkMkLst>
            <pc:docMk/>
            <pc:sldMk cId="553119565" sldId="303"/>
            <ac:inkMk id="138" creationId="{A05C5569-2061-EF46-9E69-586277643894}"/>
          </ac:inkMkLst>
        </pc:inkChg>
        <pc:inkChg chg="add del">
          <ac:chgData name="Aggie Menezes" userId="74619c95fa3483c9" providerId="LiveId" clId="{D3128F82-6912-0F40-BAD3-A276DA5466DC}" dt="2021-03-16T09:18:35.327" v="2856"/>
          <ac:inkMkLst>
            <pc:docMk/>
            <pc:sldMk cId="553119565" sldId="303"/>
            <ac:inkMk id="139" creationId="{BFF01CAC-8FD1-0244-B173-881ED9360DF7}"/>
          </ac:inkMkLst>
        </pc:inkChg>
        <pc:inkChg chg="add del">
          <ac:chgData name="Aggie Menezes" userId="74619c95fa3483c9" providerId="LiveId" clId="{D3128F82-6912-0F40-BAD3-A276DA5466DC}" dt="2021-03-16T09:18:34.943" v="2791"/>
          <ac:inkMkLst>
            <pc:docMk/>
            <pc:sldMk cId="553119565" sldId="303"/>
            <ac:inkMk id="140" creationId="{9186B4A2-36EC-684C-B17A-6252108D3238}"/>
          </ac:inkMkLst>
        </pc:inkChg>
        <pc:inkChg chg="add del">
          <ac:chgData name="Aggie Menezes" userId="74619c95fa3483c9" providerId="LiveId" clId="{D3128F82-6912-0F40-BAD3-A276DA5466DC}" dt="2021-03-16T09:18:35.128" v="2818"/>
          <ac:inkMkLst>
            <pc:docMk/>
            <pc:sldMk cId="553119565" sldId="303"/>
            <ac:inkMk id="141" creationId="{524ADAD6-D3A6-1845-B2D6-79C884DCB89E}"/>
          </ac:inkMkLst>
        </pc:inkChg>
        <pc:inkChg chg="add del">
          <ac:chgData name="Aggie Menezes" userId="74619c95fa3483c9" providerId="LiveId" clId="{D3128F82-6912-0F40-BAD3-A276DA5466DC}" dt="2021-03-16T09:18:35.271" v="2844"/>
          <ac:inkMkLst>
            <pc:docMk/>
            <pc:sldMk cId="553119565" sldId="303"/>
            <ac:inkMk id="142" creationId="{5C736D51-B674-E74C-BA41-A3705B700E77}"/>
          </ac:inkMkLst>
        </pc:inkChg>
        <pc:inkChg chg="add del">
          <ac:chgData name="Aggie Menezes" userId="74619c95fa3483c9" providerId="LiveId" clId="{D3128F82-6912-0F40-BAD3-A276DA5466DC}" dt="2021-03-16T09:18:34.849" v="2777"/>
          <ac:inkMkLst>
            <pc:docMk/>
            <pc:sldMk cId="553119565" sldId="303"/>
            <ac:inkMk id="143" creationId="{B31BC0AF-714C-294A-A7F7-8A172881AFBF}"/>
          </ac:inkMkLst>
        </pc:inkChg>
        <pc:inkChg chg="add del">
          <ac:chgData name="Aggie Menezes" userId="74619c95fa3483c9" providerId="LiveId" clId="{D3128F82-6912-0F40-BAD3-A276DA5466DC}" dt="2021-03-16T09:18:35.055" v="2807"/>
          <ac:inkMkLst>
            <pc:docMk/>
            <pc:sldMk cId="553119565" sldId="303"/>
            <ac:inkMk id="144" creationId="{A4507A39-6A0A-6447-ADEB-0817A6A563E6}"/>
          </ac:inkMkLst>
        </pc:inkChg>
        <pc:inkChg chg="add del">
          <ac:chgData name="Aggie Menezes" userId="74619c95fa3483c9" providerId="LiveId" clId="{D3128F82-6912-0F40-BAD3-A276DA5466DC}" dt="2021-03-16T09:18:35.213" v="2832"/>
          <ac:inkMkLst>
            <pc:docMk/>
            <pc:sldMk cId="553119565" sldId="303"/>
            <ac:inkMk id="145" creationId="{E33E1629-5016-2B40-A2BE-2D1D3CEA9479}"/>
          </ac:inkMkLst>
        </pc:inkChg>
        <pc:inkChg chg="add del">
          <ac:chgData name="Aggie Menezes" userId="74619c95fa3483c9" providerId="LiveId" clId="{D3128F82-6912-0F40-BAD3-A276DA5466DC}" dt="2021-03-16T09:18:35.257" v="2841"/>
          <ac:inkMkLst>
            <pc:docMk/>
            <pc:sldMk cId="553119565" sldId="303"/>
            <ac:inkMk id="147" creationId="{3A489556-7C80-2141-AB88-EC758B4F8CE9}"/>
          </ac:inkMkLst>
        </pc:inkChg>
        <pc:inkChg chg="add del">
          <ac:chgData name="Aggie Menezes" userId="74619c95fa3483c9" providerId="LiveId" clId="{D3128F82-6912-0F40-BAD3-A276DA5466DC}" dt="2021-03-16T09:18:34.896" v="2784"/>
          <ac:inkMkLst>
            <pc:docMk/>
            <pc:sldMk cId="553119565" sldId="303"/>
            <ac:inkMk id="149" creationId="{8BAECE3A-4DB0-4D45-BD9C-22FA6C2C9ECB}"/>
          </ac:inkMkLst>
        </pc:inkChg>
        <pc:inkChg chg="add del">
          <ac:chgData name="Aggie Menezes" userId="74619c95fa3483c9" providerId="LiveId" clId="{D3128F82-6912-0F40-BAD3-A276DA5466DC}" dt="2021-03-16T09:18:41.756" v="2903"/>
          <ac:inkMkLst>
            <pc:docMk/>
            <pc:sldMk cId="553119565" sldId="303"/>
            <ac:inkMk id="150" creationId="{7A31EB30-6DB6-4E4D-B942-1F88C159373D}"/>
          </ac:inkMkLst>
        </pc:inkChg>
        <pc:inkChg chg="add del">
          <ac:chgData name="Aggie Menezes" userId="74619c95fa3483c9" providerId="LiveId" clId="{D3128F82-6912-0F40-BAD3-A276DA5466DC}" dt="2021-03-16T09:18:41.670" v="2880"/>
          <ac:inkMkLst>
            <pc:docMk/>
            <pc:sldMk cId="553119565" sldId="303"/>
            <ac:inkMk id="151" creationId="{3C7BA3EE-F77E-5B4B-802C-859869E94E28}"/>
          </ac:inkMkLst>
        </pc:inkChg>
        <pc:inkChg chg="add del">
          <ac:chgData name="Aggie Menezes" userId="74619c95fa3483c9" providerId="LiveId" clId="{D3128F82-6912-0F40-BAD3-A276DA5466DC}" dt="2021-03-16T09:18:41.739" v="2898"/>
          <ac:inkMkLst>
            <pc:docMk/>
            <pc:sldMk cId="553119565" sldId="303"/>
            <ac:inkMk id="152" creationId="{8E4BCC8B-368E-9642-A487-B8D9EEDB19E2}"/>
          </ac:inkMkLst>
        </pc:inkChg>
        <pc:inkChg chg="add del">
          <ac:chgData name="Aggie Menezes" userId="74619c95fa3483c9" providerId="LiveId" clId="{D3128F82-6912-0F40-BAD3-A276DA5466DC}" dt="2021-03-16T09:18:41.716" v="2892"/>
          <ac:inkMkLst>
            <pc:docMk/>
            <pc:sldMk cId="553119565" sldId="303"/>
            <ac:inkMk id="153" creationId="{78B47594-4778-224A-BE55-B561CBA0ACA8}"/>
          </ac:inkMkLst>
        </pc:inkChg>
        <pc:inkChg chg="add del topLvl">
          <ac:chgData name="Aggie Menezes" userId="74619c95fa3483c9" providerId="LiveId" clId="{D3128F82-6912-0F40-BAD3-A276DA5466DC}" dt="2021-03-16T09:18:41.631" v="2870"/>
          <ac:inkMkLst>
            <pc:docMk/>
            <pc:sldMk cId="553119565" sldId="303"/>
            <ac:inkMk id="154" creationId="{79A8645C-F309-244F-86E7-9CB9838FD289}"/>
          </ac:inkMkLst>
        </pc:inkChg>
        <pc:inkChg chg="add del topLvl">
          <ac:chgData name="Aggie Menezes" userId="74619c95fa3483c9" providerId="LiveId" clId="{D3128F82-6912-0F40-BAD3-A276DA5466DC}" dt="2021-03-16T09:18:41.702" v="2888"/>
          <ac:inkMkLst>
            <pc:docMk/>
            <pc:sldMk cId="553119565" sldId="303"/>
            <ac:inkMk id="155" creationId="{4CDCEC70-E5D6-1949-9BC5-C3E9FBB269EC}"/>
          </ac:inkMkLst>
        </pc:inkChg>
        <pc:inkChg chg="add del topLvl">
          <ac:chgData name="Aggie Menezes" userId="74619c95fa3483c9" providerId="LiveId" clId="{D3128F82-6912-0F40-BAD3-A276DA5466DC}" dt="2021-03-16T09:18:41.660" v="2877"/>
          <ac:inkMkLst>
            <pc:docMk/>
            <pc:sldMk cId="553119565" sldId="303"/>
            <ac:inkMk id="156" creationId="{C56638CF-98F9-EA41-98EB-EE1EADCC29B8}"/>
          </ac:inkMkLst>
        </pc:inkChg>
        <pc:inkChg chg="add del">
          <ac:chgData name="Aggie Menezes" userId="74619c95fa3483c9" providerId="LiveId" clId="{D3128F82-6912-0F40-BAD3-A276DA5466DC}" dt="2021-03-16T09:18:41.680" v="2883"/>
          <ac:inkMkLst>
            <pc:docMk/>
            <pc:sldMk cId="553119565" sldId="303"/>
            <ac:inkMk id="158" creationId="{F9323B7F-322C-D340-A3FA-9DEF97072B78}"/>
          </ac:inkMkLst>
        </pc:inkChg>
        <pc:inkChg chg="add">
          <ac:chgData name="Aggie Menezes" userId="74619c95fa3483c9" providerId="LiveId" clId="{D3128F82-6912-0F40-BAD3-A276DA5466DC}" dt="2021-03-16T09:03:46.411" v="2700"/>
          <ac:inkMkLst>
            <pc:docMk/>
            <pc:sldMk cId="553119565" sldId="303"/>
            <ac:inkMk id="159" creationId="{8C33078A-1BC7-FE4E-A777-EB0837148B4B}"/>
          </ac:inkMkLst>
        </pc:inkChg>
        <pc:inkChg chg="add del">
          <ac:chgData name="Aggie Menezes" userId="74619c95fa3483c9" providerId="LiveId" clId="{D3128F82-6912-0F40-BAD3-A276DA5466DC}" dt="2021-03-16T09:18:41.705" v="2889"/>
          <ac:inkMkLst>
            <pc:docMk/>
            <pc:sldMk cId="553119565" sldId="303"/>
            <ac:inkMk id="160" creationId="{67FCF56C-8D92-0C44-A769-AA4495B46C5A}"/>
          </ac:inkMkLst>
        </pc:inkChg>
        <pc:inkChg chg="add del">
          <ac:chgData name="Aggie Menezes" userId="74619c95fa3483c9" providerId="LiveId" clId="{D3128F82-6912-0F40-BAD3-A276DA5466DC}" dt="2021-03-16T09:18:41.606" v="2864"/>
          <ac:inkMkLst>
            <pc:docMk/>
            <pc:sldMk cId="553119565" sldId="303"/>
            <ac:inkMk id="161" creationId="{16B523EE-2A4A-3C4A-BA16-975EBAAE7263}"/>
          </ac:inkMkLst>
        </pc:inkChg>
        <pc:inkChg chg="add del topLvl">
          <ac:chgData name="Aggie Menezes" userId="74619c95fa3483c9" providerId="LiveId" clId="{D3128F82-6912-0F40-BAD3-A276DA5466DC}" dt="2021-03-16T09:18:41.754" v="2902"/>
          <ac:inkMkLst>
            <pc:docMk/>
            <pc:sldMk cId="553119565" sldId="303"/>
            <ac:inkMk id="163" creationId="{725E2E71-9DCE-C145-A8AC-7A9FB9EA4F37}"/>
          </ac:inkMkLst>
        </pc:inkChg>
        <pc:inkChg chg="add del topLvl">
          <ac:chgData name="Aggie Menezes" userId="74619c95fa3483c9" providerId="LiveId" clId="{D3128F82-6912-0F40-BAD3-A276DA5466DC}" dt="2021-03-16T09:18:41.743" v="2899"/>
          <ac:inkMkLst>
            <pc:docMk/>
            <pc:sldMk cId="553119565" sldId="303"/>
            <ac:inkMk id="164" creationId="{330C09E7-E82E-5E43-B379-F7ADABD66EA2}"/>
          </ac:inkMkLst>
        </pc:inkChg>
        <pc:inkChg chg="add del">
          <ac:chgData name="Aggie Menezes" userId="74619c95fa3483c9" providerId="LiveId" clId="{D3128F82-6912-0F40-BAD3-A276DA5466DC}" dt="2021-03-16T09:18:34.927" v="2788"/>
          <ac:inkMkLst>
            <pc:docMk/>
            <pc:sldMk cId="553119565" sldId="303"/>
            <ac:inkMk id="166" creationId="{FAD94D46-E60A-EC47-8411-CC7940D05625}"/>
          </ac:inkMkLst>
        </pc:inkChg>
      </pc:sldChg>
      <pc:sldChg chg="addSp delSp modSp">
        <pc:chgData name="Aggie Menezes" userId="74619c95fa3483c9" providerId="LiveId" clId="{D3128F82-6912-0F40-BAD3-A276DA5466DC}" dt="2021-03-18T10:34:58.249" v="3904"/>
        <pc:sldMkLst>
          <pc:docMk/>
          <pc:sldMk cId="3498740623" sldId="304"/>
        </pc:sldMkLst>
        <pc:grpChg chg="add del">
          <ac:chgData name="Aggie Menezes" userId="74619c95fa3483c9" providerId="LiveId" clId="{D3128F82-6912-0F40-BAD3-A276DA5466DC}" dt="2021-03-18T10:34:38.296" v="3852"/>
          <ac:grpSpMkLst>
            <pc:docMk/>
            <pc:sldMk cId="3498740623" sldId="304"/>
            <ac:grpSpMk id="11" creationId="{60DEE10E-05F0-C84D-BF2D-D280E7CA02F5}"/>
          </ac:grpSpMkLst>
        </pc:grpChg>
        <pc:grpChg chg="add del">
          <ac:chgData name="Aggie Menezes" userId="74619c95fa3483c9" providerId="LiveId" clId="{D3128F82-6912-0F40-BAD3-A276DA5466DC}" dt="2021-03-18T10:34:38.104" v="3820"/>
          <ac:grpSpMkLst>
            <pc:docMk/>
            <pc:sldMk cId="3498740623" sldId="304"/>
            <ac:grpSpMk id="15" creationId="{1DBAFD99-42C3-CC44-94A5-4E71CF61759A}"/>
          </ac:grpSpMkLst>
        </pc:grpChg>
        <pc:grpChg chg="add del">
          <ac:chgData name="Aggie Menezes" userId="74619c95fa3483c9" providerId="LiveId" clId="{D3128F82-6912-0F40-BAD3-A276DA5466DC}" dt="2021-03-16T08:53:51.073" v="2450"/>
          <ac:grpSpMkLst>
            <pc:docMk/>
            <pc:sldMk cId="3498740623" sldId="304"/>
            <ac:grpSpMk id="19" creationId="{72B70134-293C-1640-983E-BFA463957F34}"/>
          </ac:grpSpMkLst>
        </pc:grpChg>
        <pc:grpChg chg="add del">
          <ac:chgData name="Aggie Menezes" userId="74619c95fa3483c9" providerId="LiveId" clId="{D3128F82-6912-0F40-BAD3-A276DA5466DC}" dt="2021-03-18T10:34:38.244" v="3843"/>
          <ac:grpSpMkLst>
            <pc:docMk/>
            <pc:sldMk cId="3498740623" sldId="304"/>
            <ac:grpSpMk id="21" creationId="{2CD547F8-317A-ED45-AD2A-135E5AE61212}"/>
          </ac:grpSpMkLst>
        </pc:grpChg>
        <pc:grpChg chg="add del">
          <ac:chgData name="Aggie Menezes" userId="74619c95fa3483c9" providerId="LiveId" clId="{D3128F82-6912-0F40-BAD3-A276DA5466DC}" dt="2021-03-18T10:34:57.824" v="3903"/>
          <ac:grpSpMkLst>
            <pc:docMk/>
            <pc:sldMk cId="3498740623" sldId="304"/>
            <ac:grpSpMk id="25" creationId="{4747E056-31ED-8743-9E99-CF59B294B098}"/>
          </ac:grpSpMkLst>
        </pc:grpChg>
        <pc:grpChg chg="add del">
          <ac:chgData name="Aggie Menezes" userId="74619c95fa3483c9" providerId="LiveId" clId="{D3128F82-6912-0F40-BAD3-A276DA5466DC}" dt="2021-03-16T08:54:06.674" v="2460"/>
          <ac:grpSpMkLst>
            <pc:docMk/>
            <pc:sldMk cId="3498740623" sldId="304"/>
            <ac:grpSpMk id="31" creationId="{7FFFCB89-0636-C548-BE4D-360E5FD3CFD0}"/>
          </ac:grpSpMkLst>
        </pc:grpChg>
        <pc:grpChg chg="add del">
          <ac:chgData name="Aggie Menezes" userId="74619c95fa3483c9" providerId="LiveId" clId="{D3128F82-6912-0F40-BAD3-A276DA5466DC}" dt="2021-03-16T08:54:20.928" v="2483"/>
          <ac:grpSpMkLst>
            <pc:docMk/>
            <pc:sldMk cId="3498740623" sldId="304"/>
            <ac:grpSpMk id="33" creationId="{1E045BA6-D23C-6246-90DD-40B603A9F21B}"/>
          </ac:grpSpMkLst>
        </pc:grpChg>
        <pc:grpChg chg="add del">
          <ac:chgData name="Aggie Menezes" userId="74619c95fa3483c9" providerId="LiveId" clId="{D3128F82-6912-0F40-BAD3-A276DA5466DC}" dt="2021-03-18T10:34:44.865" v="3898"/>
          <ac:grpSpMkLst>
            <pc:docMk/>
            <pc:sldMk cId="3498740623" sldId="304"/>
            <ac:grpSpMk id="42" creationId="{768D2B24-2920-5843-B19E-879F611F74FB}"/>
          </ac:grpSpMkLst>
        </pc:grpChg>
        <pc:grpChg chg="add del">
          <ac:chgData name="Aggie Menezes" userId="74619c95fa3483c9" providerId="LiveId" clId="{D3128F82-6912-0F40-BAD3-A276DA5466DC}" dt="2021-03-18T10:34:44.875" v="3900"/>
          <ac:grpSpMkLst>
            <pc:docMk/>
            <pc:sldMk cId="3498740623" sldId="304"/>
            <ac:grpSpMk id="56" creationId="{B88D55DE-26D8-8243-AD79-4663BAD06D2A}"/>
          </ac:grpSpMkLst>
        </pc:grpChg>
        <pc:grpChg chg="add del">
          <ac:chgData name="Aggie Menezes" userId="74619c95fa3483c9" providerId="LiveId" clId="{D3128F82-6912-0F40-BAD3-A276DA5466DC}" dt="2021-03-18T10:34:38.278" v="3849"/>
          <ac:grpSpMkLst>
            <pc:docMk/>
            <pc:sldMk cId="3498740623" sldId="304"/>
            <ac:grpSpMk id="62" creationId="{C5397774-2098-DA4E-9A6F-0F97EFA13D8B}"/>
          </ac:grpSpMkLst>
        </pc:grpChg>
        <pc:grpChg chg="add del">
          <ac:chgData name="Aggie Menezes" userId="74619c95fa3483c9" providerId="LiveId" clId="{D3128F82-6912-0F40-BAD3-A276DA5466DC}" dt="2021-03-16T08:56:25.297" v="2507"/>
          <ac:grpSpMkLst>
            <pc:docMk/>
            <pc:sldMk cId="3498740623" sldId="304"/>
            <ac:grpSpMk id="73" creationId="{C90E5321-2532-6844-AE89-DE191235EDCC}"/>
          </ac:grpSpMkLst>
        </pc:grpChg>
        <pc:grpChg chg="add del">
          <ac:chgData name="Aggie Menezes" userId="74619c95fa3483c9" providerId="LiveId" clId="{D3128F82-6912-0F40-BAD3-A276DA5466DC}" dt="2021-03-18T10:34:38.376" v="3870"/>
          <ac:grpSpMkLst>
            <pc:docMk/>
            <pc:sldMk cId="3498740623" sldId="304"/>
            <ac:grpSpMk id="80" creationId="{B6453A86-216E-0E44-8CE8-49B243CDC62E}"/>
          </ac:grpSpMkLst>
        </pc:grpChg>
        <pc:grpChg chg="add del">
          <ac:chgData name="Aggie Menezes" userId="74619c95fa3483c9" providerId="LiveId" clId="{D3128F82-6912-0F40-BAD3-A276DA5466DC}" dt="2021-03-18T10:34:38.144" v="3826"/>
          <ac:grpSpMkLst>
            <pc:docMk/>
            <pc:sldMk cId="3498740623" sldId="304"/>
            <ac:grpSpMk id="83" creationId="{E8AFE624-BDC8-6048-989A-82ABAABC33EC}"/>
          </ac:grpSpMkLst>
        </pc:grpChg>
        <pc:grpChg chg="add del">
          <ac:chgData name="Aggie Menezes" userId="74619c95fa3483c9" providerId="LiveId" clId="{D3128F82-6912-0F40-BAD3-A276DA5466DC}" dt="2021-03-16T08:57:49.842" v="2544"/>
          <ac:grpSpMkLst>
            <pc:docMk/>
            <pc:sldMk cId="3498740623" sldId="304"/>
            <ac:grpSpMk id="99" creationId="{5C5D80D5-308F-7E43-AD8C-380949BACAED}"/>
          </ac:grpSpMkLst>
        </pc:grpChg>
        <pc:grpChg chg="add del mod">
          <ac:chgData name="Aggie Menezes" userId="74619c95fa3483c9" providerId="LiveId" clId="{D3128F82-6912-0F40-BAD3-A276DA5466DC}" dt="2021-03-18T10:34:38.381" v="3871"/>
          <ac:grpSpMkLst>
            <pc:docMk/>
            <pc:sldMk cId="3498740623" sldId="304"/>
            <ac:grpSpMk id="117" creationId="{70C1ED09-1A95-2241-BC9E-DDF28940D9C2}"/>
          </ac:grpSpMkLst>
        </pc:grpChg>
        <pc:graphicFrameChg chg="mod">
          <ac:chgData name="Aggie Menezes" userId="74619c95fa3483c9" providerId="LiveId" clId="{D3128F82-6912-0F40-BAD3-A276DA5466DC}" dt="2021-03-18T10:34:02.142" v="3806" actId="1076"/>
          <ac:graphicFrameMkLst>
            <pc:docMk/>
            <pc:sldMk cId="3498740623" sldId="304"/>
            <ac:graphicFrameMk id="6" creationId="{7D20EB48-EB12-1F41-98AD-CB69B6E1938D}"/>
          </ac:graphicFrameMkLst>
        </pc:graphicFrameChg>
        <pc:inkChg chg="add del">
          <ac:chgData name="Aggie Menezes" userId="74619c95fa3483c9" providerId="LiveId" clId="{D3128F82-6912-0F40-BAD3-A276DA5466DC}" dt="2021-03-18T10:34:39.441" v="3874"/>
          <ac:inkMkLst>
            <pc:docMk/>
            <pc:sldMk cId="3498740623" sldId="304"/>
            <ac:inkMk id="4" creationId="{BE9ABDBB-45DB-4F43-B9E2-0D25096E8F36}"/>
          </ac:inkMkLst>
        </pc:inkChg>
        <pc:inkChg chg="add del">
          <ac:chgData name="Aggie Menezes" userId="74619c95fa3483c9" providerId="LiveId" clId="{D3128F82-6912-0F40-BAD3-A276DA5466DC}" dt="2021-03-18T10:34:42.132" v="3880"/>
          <ac:inkMkLst>
            <pc:docMk/>
            <pc:sldMk cId="3498740623" sldId="304"/>
            <ac:inkMk id="5" creationId="{18323AEF-157E-3148-BFA2-A0261F5ADD7E}"/>
          </ac:inkMkLst>
        </pc:inkChg>
        <pc:inkChg chg="add del topLvl">
          <ac:chgData name="Aggie Menezes" userId="74619c95fa3483c9" providerId="LiveId" clId="{D3128F82-6912-0F40-BAD3-A276DA5466DC}" dt="2021-03-18T10:34:38.296" v="3852"/>
          <ac:inkMkLst>
            <pc:docMk/>
            <pc:sldMk cId="3498740623" sldId="304"/>
            <ac:inkMk id="7" creationId="{ACA61C91-0587-0B46-A85F-7E481AD5992E}"/>
          </ac:inkMkLst>
        </pc:inkChg>
        <pc:inkChg chg="add del">
          <ac:chgData name="Aggie Menezes" userId="74619c95fa3483c9" providerId="LiveId" clId="{D3128F82-6912-0F40-BAD3-A276DA5466DC}" dt="2021-03-18T10:34:38.064" v="3814"/>
          <ac:inkMkLst>
            <pc:docMk/>
            <pc:sldMk cId="3498740623" sldId="304"/>
            <ac:inkMk id="8" creationId="{CEC53BFB-6539-B546-BF86-E9AA677C7612}"/>
          </ac:inkMkLst>
        </pc:inkChg>
        <pc:inkChg chg="add del topLvl">
          <ac:chgData name="Aggie Menezes" userId="74619c95fa3483c9" providerId="LiveId" clId="{D3128F82-6912-0F40-BAD3-A276DA5466DC}" dt="2021-03-18T10:34:38.346" v="3863"/>
          <ac:inkMkLst>
            <pc:docMk/>
            <pc:sldMk cId="3498740623" sldId="304"/>
            <ac:inkMk id="9" creationId="{0F3AC952-2C2C-DD46-BDF4-0E7A3180EC9E}"/>
          </ac:inkMkLst>
        </pc:inkChg>
        <pc:inkChg chg="add del">
          <ac:chgData name="Aggie Menezes" userId="74619c95fa3483c9" providerId="LiveId" clId="{D3128F82-6912-0F40-BAD3-A276DA5466DC}" dt="2021-03-18T10:34:38.164" v="3829"/>
          <ac:inkMkLst>
            <pc:docMk/>
            <pc:sldMk cId="3498740623" sldId="304"/>
            <ac:inkMk id="10" creationId="{B12A21CE-C574-BE4E-B769-F37D5B0B80E4}"/>
          </ac:inkMkLst>
        </pc:inkChg>
        <pc:inkChg chg="add topLvl">
          <ac:chgData name="Aggie Menezes" userId="74619c95fa3483c9" providerId="LiveId" clId="{D3128F82-6912-0F40-BAD3-A276DA5466DC}" dt="2021-03-18T10:34:38.104" v="3820"/>
          <ac:inkMkLst>
            <pc:docMk/>
            <pc:sldMk cId="3498740623" sldId="304"/>
            <ac:inkMk id="12" creationId="{EEA7CDE1-EABF-8340-8C64-87668339E30F}"/>
          </ac:inkMkLst>
        </pc:inkChg>
        <pc:inkChg chg="add del topLvl">
          <ac:chgData name="Aggie Menezes" userId="74619c95fa3483c9" providerId="LiveId" clId="{D3128F82-6912-0F40-BAD3-A276DA5466DC}" dt="2021-03-18T10:34:38.104" v="3820"/>
          <ac:inkMkLst>
            <pc:docMk/>
            <pc:sldMk cId="3498740623" sldId="304"/>
            <ac:inkMk id="13" creationId="{08C7AA67-9F16-F74A-A2A8-5039CBEFAE5D}"/>
          </ac:inkMkLst>
        </pc:inkChg>
        <pc:inkChg chg="add del">
          <ac:chgData name="Aggie Menezes" userId="74619c95fa3483c9" providerId="LiveId" clId="{D3128F82-6912-0F40-BAD3-A276DA5466DC}" dt="2021-03-18T10:34:38.077" v="3816"/>
          <ac:inkMkLst>
            <pc:docMk/>
            <pc:sldMk cId="3498740623" sldId="304"/>
            <ac:inkMk id="14" creationId="{169F3044-4297-1F40-9087-B3C5C4814E68}"/>
          </ac:inkMkLst>
        </pc:inkChg>
        <pc:inkChg chg="add del">
          <ac:chgData name="Aggie Menezes" userId="74619c95fa3483c9" providerId="LiveId" clId="{D3128F82-6912-0F40-BAD3-A276DA5466DC}" dt="2021-03-18T10:34:38.217" v="3838"/>
          <ac:inkMkLst>
            <pc:docMk/>
            <pc:sldMk cId="3498740623" sldId="304"/>
            <ac:inkMk id="16" creationId="{0C295267-D52B-1F49-BA8B-45C0810AE00A}"/>
          </ac:inkMkLst>
        </pc:inkChg>
        <pc:inkChg chg="add del topLvl">
          <ac:chgData name="Aggie Menezes" userId="74619c95fa3483c9" providerId="LiveId" clId="{D3128F82-6912-0F40-BAD3-A276DA5466DC}" dt="2021-03-18T10:34:38.244" v="3843"/>
          <ac:inkMkLst>
            <pc:docMk/>
            <pc:sldMk cId="3498740623" sldId="304"/>
            <ac:inkMk id="17" creationId="{342DE4D1-0760-F543-8826-8430FE440093}"/>
          </ac:inkMkLst>
        </pc:inkChg>
        <pc:inkChg chg="add del topLvl">
          <ac:chgData name="Aggie Menezes" userId="74619c95fa3483c9" providerId="LiveId" clId="{D3128F82-6912-0F40-BAD3-A276DA5466DC}" dt="2021-03-18T10:34:38.213" v="3837"/>
          <ac:inkMkLst>
            <pc:docMk/>
            <pc:sldMk cId="3498740623" sldId="304"/>
            <ac:inkMk id="18" creationId="{6985AF7D-0A59-D14E-91E8-81065C1F5C37}"/>
          </ac:inkMkLst>
        </pc:inkChg>
        <pc:inkChg chg="add del topLvl">
          <ac:chgData name="Aggie Menezes" userId="74619c95fa3483c9" providerId="LiveId" clId="{D3128F82-6912-0F40-BAD3-A276DA5466DC}" dt="2021-03-18T10:34:38.367" v="3868"/>
          <ac:inkMkLst>
            <pc:docMk/>
            <pc:sldMk cId="3498740623" sldId="304"/>
            <ac:inkMk id="20" creationId="{FB05B758-FCFB-DE4B-A6FA-684ABAA2E2CE}"/>
          </ac:inkMkLst>
        </pc:inkChg>
        <pc:inkChg chg="add del topLvl">
          <ac:chgData name="Aggie Menezes" userId="74619c95fa3483c9" providerId="LiveId" clId="{D3128F82-6912-0F40-BAD3-A276DA5466DC}" dt="2021-03-18T10:34:57.824" v="3903"/>
          <ac:inkMkLst>
            <pc:docMk/>
            <pc:sldMk cId="3498740623" sldId="304"/>
            <ac:inkMk id="22" creationId="{3C95C0E4-EFE0-C947-A50A-B4460F94C321}"/>
          </ac:inkMkLst>
        </pc:inkChg>
        <pc:inkChg chg="add del topLvl">
          <ac:chgData name="Aggie Menezes" userId="74619c95fa3483c9" providerId="LiveId" clId="{D3128F82-6912-0F40-BAD3-A276DA5466DC}" dt="2021-03-18T10:34:58.249" v="3904"/>
          <ac:inkMkLst>
            <pc:docMk/>
            <pc:sldMk cId="3498740623" sldId="304"/>
            <ac:inkMk id="23" creationId="{C728FB33-76CE-F143-8C28-B8F173778B59}"/>
          </ac:inkMkLst>
        </pc:inkChg>
        <pc:inkChg chg="add del">
          <ac:chgData name="Aggie Menezes" userId="74619c95fa3483c9" providerId="LiveId" clId="{D3128F82-6912-0F40-BAD3-A276DA5466DC}" dt="2021-03-18T10:34:42.134" v="3881"/>
          <ac:inkMkLst>
            <pc:docMk/>
            <pc:sldMk cId="3498740623" sldId="304"/>
            <ac:inkMk id="24" creationId="{919D85D3-F40B-AA4C-8028-92A881DE52C4}"/>
          </ac:inkMkLst>
        </pc:inkChg>
        <pc:inkChg chg="add del topLvl">
          <ac:chgData name="Aggie Menezes" userId="74619c95fa3483c9" providerId="LiveId" clId="{D3128F82-6912-0F40-BAD3-A276DA5466DC}" dt="2021-03-18T10:34:40.334" v="3876"/>
          <ac:inkMkLst>
            <pc:docMk/>
            <pc:sldMk cId="3498740623" sldId="304"/>
            <ac:inkMk id="26" creationId="{D238F678-CEE2-0D43-A4F6-FA86CF9DC5E3}"/>
          </ac:inkMkLst>
        </pc:inkChg>
        <pc:inkChg chg="add del topLvl">
          <ac:chgData name="Aggie Menezes" userId="74619c95fa3483c9" providerId="LiveId" clId="{D3128F82-6912-0F40-BAD3-A276DA5466DC}" dt="2021-03-18T10:34:44.841" v="3892"/>
          <ac:inkMkLst>
            <pc:docMk/>
            <pc:sldMk cId="3498740623" sldId="304"/>
            <ac:inkMk id="27" creationId="{CBC14102-663F-2246-9C00-2E719378EA72}"/>
          </ac:inkMkLst>
        </pc:inkChg>
        <pc:inkChg chg="add del topLvl">
          <ac:chgData name="Aggie Menezes" userId="74619c95fa3483c9" providerId="LiveId" clId="{D3128F82-6912-0F40-BAD3-A276DA5466DC}" dt="2021-03-18T10:34:56.935" v="3902"/>
          <ac:inkMkLst>
            <pc:docMk/>
            <pc:sldMk cId="3498740623" sldId="304"/>
            <ac:inkMk id="29" creationId="{07DF084A-97C3-3F45-A131-E7C48C467A62}"/>
          </ac:inkMkLst>
        </pc:inkChg>
        <pc:inkChg chg="add del topLvl">
          <ac:chgData name="Aggie Menezes" userId="74619c95fa3483c9" providerId="LiveId" clId="{D3128F82-6912-0F40-BAD3-A276DA5466DC}" dt="2021-03-18T10:34:40.328" v="3875"/>
          <ac:inkMkLst>
            <pc:docMk/>
            <pc:sldMk cId="3498740623" sldId="304"/>
            <ac:inkMk id="32" creationId="{1F69BB23-0C35-134F-8D17-A64A2D9355C9}"/>
          </ac:inkMkLst>
        </pc:inkChg>
        <pc:inkChg chg="add del topLvl">
          <ac:chgData name="Aggie Menezes" userId="74619c95fa3483c9" providerId="LiveId" clId="{D3128F82-6912-0F40-BAD3-A276DA5466DC}" dt="2021-03-18T10:34:44.865" v="3898"/>
          <ac:inkMkLst>
            <pc:docMk/>
            <pc:sldMk cId="3498740623" sldId="304"/>
            <ac:inkMk id="34" creationId="{C172A8F6-3466-7544-A440-A02952FE1E06}"/>
          </ac:inkMkLst>
        </pc:inkChg>
        <pc:inkChg chg="add del topLvl">
          <ac:chgData name="Aggie Menezes" userId="74619c95fa3483c9" providerId="LiveId" clId="{D3128F82-6912-0F40-BAD3-A276DA5466DC}" dt="2021-03-18T10:34:44.878" v="3901"/>
          <ac:inkMkLst>
            <pc:docMk/>
            <pc:sldMk cId="3498740623" sldId="304"/>
            <ac:inkMk id="35" creationId="{6F142D24-2C74-9E44-B640-ECE3B3089098}"/>
          </ac:inkMkLst>
        </pc:inkChg>
        <pc:inkChg chg="add del">
          <ac:chgData name="Aggie Menezes" userId="74619c95fa3483c9" providerId="LiveId" clId="{D3128F82-6912-0F40-BAD3-A276DA5466DC}" dt="2021-03-18T10:34:44.845" v="3893"/>
          <ac:inkMkLst>
            <pc:docMk/>
            <pc:sldMk cId="3498740623" sldId="304"/>
            <ac:inkMk id="36" creationId="{28E425CB-22CA-A441-A167-D08EC2126987}"/>
          </ac:inkMkLst>
        </pc:inkChg>
        <pc:inkChg chg="add del">
          <ac:chgData name="Aggie Menezes" userId="74619c95fa3483c9" providerId="LiveId" clId="{D3128F82-6912-0F40-BAD3-A276DA5466DC}" dt="2021-03-18T10:34:42.141" v="3883"/>
          <ac:inkMkLst>
            <pc:docMk/>
            <pc:sldMk cId="3498740623" sldId="304"/>
            <ac:inkMk id="37" creationId="{BBC77DCF-B26F-CD4B-B9E5-2D0C2C4DA817}"/>
          </ac:inkMkLst>
        </pc:inkChg>
        <pc:inkChg chg="add del">
          <ac:chgData name="Aggie Menezes" userId="74619c95fa3483c9" providerId="LiveId" clId="{D3128F82-6912-0F40-BAD3-A276DA5466DC}" dt="2021-03-18T10:34:42.144" v="3884"/>
          <ac:inkMkLst>
            <pc:docMk/>
            <pc:sldMk cId="3498740623" sldId="304"/>
            <ac:inkMk id="38" creationId="{079F1210-445F-B74A-B483-62D4FE7DE847}"/>
          </ac:inkMkLst>
        </pc:inkChg>
        <pc:inkChg chg="add del">
          <ac:chgData name="Aggie Menezes" userId="74619c95fa3483c9" providerId="LiveId" clId="{D3128F82-6912-0F40-BAD3-A276DA5466DC}" dt="2021-03-18T10:34:42.120" v="3877"/>
          <ac:inkMkLst>
            <pc:docMk/>
            <pc:sldMk cId="3498740623" sldId="304"/>
            <ac:inkMk id="39" creationId="{90453B01-844C-3448-9739-959A285F5BE0}"/>
          </ac:inkMkLst>
        </pc:inkChg>
        <pc:inkChg chg="add del">
          <ac:chgData name="Aggie Menezes" userId="74619c95fa3483c9" providerId="LiveId" clId="{D3128F82-6912-0F40-BAD3-A276DA5466DC}" dt="2021-03-18T10:34:42.129" v="3879"/>
          <ac:inkMkLst>
            <pc:docMk/>
            <pc:sldMk cId="3498740623" sldId="304"/>
            <ac:inkMk id="40" creationId="{880CB58D-934E-EC45-A750-F50991ABE859}"/>
          </ac:inkMkLst>
        </pc:inkChg>
        <pc:inkChg chg="add del">
          <ac:chgData name="Aggie Menezes" userId="74619c95fa3483c9" providerId="LiveId" clId="{D3128F82-6912-0F40-BAD3-A276DA5466DC}" dt="2021-03-18T10:34:42.125" v="3878"/>
          <ac:inkMkLst>
            <pc:docMk/>
            <pc:sldMk cId="3498740623" sldId="304"/>
            <ac:inkMk id="41" creationId="{F86003FE-1E9C-054E-B615-D983206FF80B}"/>
          </ac:inkMkLst>
        </pc:inkChg>
        <pc:inkChg chg="add del">
          <ac:chgData name="Aggie Menezes" userId="74619c95fa3483c9" providerId="LiveId" clId="{D3128F82-6912-0F40-BAD3-A276DA5466DC}" dt="2021-03-18T10:34:44.861" v="3897"/>
          <ac:inkMkLst>
            <pc:docMk/>
            <pc:sldMk cId="3498740623" sldId="304"/>
            <ac:inkMk id="43" creationId="{459F0938-1EB0-1D44-97BC-D558307951B0}"/>
          </ac:inkMkLst>
        </pc:inkChg>
        <pc:inkChg chg="add del">
          <ac:chgData name="Aggie Menezes" userId="74619c95fa3483c9" providerId="LiveId" clId="{D3128F82-6912-0F40-BAD3-A276DA5466DC}" dt="2021-03-18T10:34:44.822" v="3888"/>
          <ac:inkMkLst>
            <pc:docMk/>
            <pc:sldMk cId="3498740623" sldId="304"/>
            <ac:inkMk id="44" creationId="{BD818AC3-9DE4-6542-AD78-8740A1E5741D}"/>
          </ac:inkMkLst>
        </pc:inkChg>
        <pc:inkChg chg="add del">
          <ac:chgData name="Aggie Menezes" userId="74619c95fa3483c9" providerId="LiveId" clId="{D3128F82-6912-0F40-BAD3-A276DA5466DC}" dt="2021-03-18T10:34:44.870" v="3899"/>
          <ac:inkMkLst>
            <pc:docMk/>
            <pc:sldMk cId="3498740623" sldId="304"/>
            <ac:inkMk id="45" creationId="{25F7F6BD-2CCA-A044-80C4-121B3D35F1E4}"/>
          </ac:inkMkLst>
        </pc:inkChg>
        <pc:inkChg chg="add del">
          <ac:chgData name="Aggie Menezes" userId="74619c95fa3483c9" providerId="LiveId" clId="{D3128F82-6912-0F40-BAD3-A276DA5466DC}" dt="2021-03-18T10:34:44.853" v="3895"/>
          <ac:inkMkLst>
            <pc:docMk/>
            <pc:sldMk cId="3498740623" sldId="304"/>
            <ac:inkMk id="46" creationId="{5BEC53DF-2C27-3845-AF14-909627B65037}"/>
          </ac:inkMkLst>
        </pc:inkChg>
        <pc:inkChg chg="add del">
          <ac:chgData name="Aggie Menezes" userId="74619c95fa3483c9" providerId="LiveId" clId="{D3128F82-6912-0F40-BAD3-A276DA5466DC}" dt="2021-03-18T10:34:44.817" v="3887"/>
          <ac:inkMkLst>
            <pc:docMk/>
            <pc:sldMk cId="3498740623" sldId="304"/>
            <ac:inkMk id="47" creationId="{1809435B-2ADC-C342-BBE6-96DE50D79944}"/>
          </ac:inkMkLst>
        </pc:inkChg>
        <pc:inkChg chg="add del">
          <ac:chgData name="Aggie Menezes" userId="74619c95fa3483c9" providerId="LiveId" clId="{D3128F82-6912-0F40-BAD3-A276DA5466DC}" dt="2021-03-18T10:34:44.827" v="3889"/>
          <ac:inkMkLst>
            <pc:docMk/>
            <pc:sldMk cId="3498740623" sldId="304"/>
            <ac:inkMk id="48" creationId="{27C6E9A2-557C-5A43-8928-8000CE060A6D}"/>
          </ac:inkMkLst>
        </pc:inkChg>
        <pc:inkChg chg="add del">
          <ac:chgData name="Aggie Menezes" userId="74619c95fa3483c9" providerId="LiveId" clId="{D3128F82-6912-0F40-BAD3-A276DA5466DC}" dt="2021-03-18T10:34:44.857" v="3896"/>
          <ac:inkMkLst>
            <pc:docMk/>
            <pc:sldMk cId="3498740623" sldId="304"/>
            <ac:inkMk id="49" creationId="{1EA14084-323A-284A-BB80-E89407EE1912}"/>
          </ac:inkMkLst>
        </pc:inkChg>
        <pc:inkChg chg="add del">
          <ac:chgData name="Aggie Menezes" userId="74619c95fa3483c9" providerId="LiveId" clId="{D3128F82-6912-0F40-BAD3-A276DA5466DC}" dt="2021-03-18T10:34:44.837" v="3891"/>
          <ac:inkMkLst>
            <pc:docMk/>
            <pc:sldMk cId="3498740623" sldId="304"/>
            <ac:inkMk id="50" creationId="{670639F6-E13F-8642-B6C7-B9997474DE95}"/>
          </ac:inkMkLst>
        </pc:inkChg>
        <pc:inkChg chg="add del">
          <ac:chgData name="Aggie Menezes" userId="74619c95fa3483c9" providerId="LiveId" clId="{D3128F82-6912-0F40-BAD3-A276DA5466DC}" dt="2021-03-18T10:34:44.849" v="3894"/>
          <ac:inkMkLst>
            <pc:docMk/>
            <pc:sldMk cId="3498740623" sldId="304"/>
            <ac:inkMk id="51" creationId="{394DCB0D-C585-1141-9D10-56492D08BCB2}"/>
          </ac:inkMkLst>
        </pc:inkChg>
        <pc:inkChg chg="add del">
          <ac:chgData name="Aggie Menezes" userId="74619c95fa3483c9" providerId="LiveId" clId="{D3128F82-6912-0F40-BAD3-A276DA5466DC}" dt="2021-03-18T10:34:44.811" v="3886"/>
          <ac:inkMkLst>
            <pc:docMk/>
            <pc:sldMk cId="3498740623" sldId="304"/>
            <ac:inkMk id="52" creationId="{27A1C038-2C33-944D-A50D-371EC0F3F395}"/>
          </ac:inkMkLst>
        </pc:inkChg>
        <pc:inkChg chg="add del">
          <ac:chgData name="Aggie Menezes" userId="74619c95fa3483c9" providerId="LiveId" clId="{D3128F82-6912-0F40-BAD3-A276DA5466DC}" dt="2021-03-18T10:34:44.831" v="3890"/>
          <ac:inkMkLst>
            <pc:docMk/>
            <pc:sldMk cId="3498740623" sldId="304"/>
            <ac:inkMk id="53" creationId="{54EDDA64-716A-5748-9FE7-7D0812B6A588}"/>
          </ac:inkMkLst>
        </pc:inkChg>
        <pc:inkChg chg="add del">
          <ac:chgData name="Aggie Menezes" userId="74619c95fa3483c9" providerId="LiveId" clId="{D3128F82-6912-0F40-BAD3-A276DA5466DC}" dt="2021-03-18T10:34:44.805" v="3885"/>
          <ac:inkMkLst>
            <pc:docMk/>
            <pc:sldMk cId="3498740623" sldId="304"/>
            <ac:inkMk id="54" creationId="{0516F6F6-6C38-CB47-8F9E-2EF272B49FD8}"/>
          </ac:inkMkLst>
        </pc:inkChg>
        <pc:inkChg chg="add del topLvl">
          <ac:chgData name="Aggie Menezes" userId="74619c95fa3483c9" providerId="LiveId" clId="{D3128F82-6912-0F40-BAD3-A276DA5466DC}" dt="2021-03-18T10:34:44.875" v="3900"/>
          <ac:inkMkLst>
            <pc:docMk/>
            <pc:sldMk cId="3498740623" sldId="304"/>
            <ac:inkMk id="55" creationId="{D801DF92-3E5D-AA40-B2DB-594F19DCE3D4}"/>
          </ac:inkMkLst>
        </pc:inkChg>
        <pc:inkChg chg="add del topLvl">
          <ac:chgData name="Aggie Menezes" userId="74619c95fa3483c9" providerId="LiveId" clId="{D3128F82-6912-0F40-BAD3-A276DA5466DC}" dt="2021-03-18T10:34:38.321" v="3857"/>
          <ac:inkMkLst>
            <pc:docMk/>
            <pc:sldMk cId="3498740623" sldId="304"/>
            <ac:inkMk id="57" creationId="{6E173AF4-D5C9-C04E-9593-AC8BB5D28041}"/>
          </ac:inkMkLst>
        </pc:inkChg>
        <pc:inkChg chg="add del">
          <ac:chgData name="Aggie Menezes" userId="74619c95fa3483c9" providerId="LiveId" clId="{D3128F82-6912-0F40-BAD3-A276DA5466DC}" dt="2021-03-18T10:34:38.133" v="3824"/>
          <ac:inkMkLst>
            <pc:docMk/>
            <pc:sldMk cId="3498740623" sldId="304"/>
            <ac:inkMk id="58" creationId="{2020D8A4-2E53-2144-AE44-3BF08DE50887}"/>
          </ac:inkMkLst>
        </pc:inkChg>
        <pc:inkChg chg="add del topLvl">
          <ac:chgData name="Aggie Menezes" userId="74619c95fa3483c9" providerId="LiveId" clId="{D3128F82-6912-0F40-BAD3-A276DA5466DC}" dt="2021-03-18T10:34:38.278" v="3849"/>
          <ac:inkMkLst>
            <pc:docMk/>
            <pc:sldMk cId="3498740623" sldId="304"/>
            <ac:inkMk id="59" creationId="{7110A742-DFBC-4845-A52C-FB808D7D0B35}"/>
          </ac:inkMkLst>
        </pc:inkChg>
        <pc:inkChg chg="add del">
          <ac:chgData name="Aggie Menezes" userId="74619c95fa3483c9" providerId="LiveId" clId="{D3128F82-6912-0F40-BAD3-A276DA5466DC}" dt="2021-03-18T10:34:38.033" v="3810"/>
          <ac:inkMkLst>
            <pc:docMk/>
            <pc:sldMk cId="3498740623" sldId="304"/>
            <ac:inkMk id="60" creationId="{7B180501-164C-9447-8911-A22C2B108D86}"/>
          </ac:inkMkLst>
        </pc:inkChg>
        <pc:inkChg chg="add del">
          <ac:chgData name="Aggie Menezes" userId="74619c95fa3483c9" providerId="LiveId" clId="{D3128F82-6912-0F40-BAD3-A276DA5466DC}" dt="2021-03-18T10:34:38.232" v="3841"/>
          <ac:inkMkLst>
            <pc:docMk/>
            <pc:sldMk cId="3498740623" sldId="304"/>
            <ac:inkMk id="61" creationId="{2C194C73-65A7-8846-8DD1-0AE3AAB7B251}"/>
          </ac:inkMkLst>
        </pc:inkChg>
        <pc:inkChg chg="add del topLvl">
          <ac:chgData name="Aggie Menezes" userId="74619c95fa3483c9" providerId="LiveId" clId="{D3128F82-6912-0F40-BAD3-A276DA5466DC}" dt="2021-03-18T10:34:38.113" v="3821"/>
          <ac:inkMkLst>
            <pc:docMk/>
            <pc:sldMk cId="3498740623" sldId="304"/>
            <ac:inkMk id="63" creationId="{4E3EEABB-A164-E842-806A-2FDF327C8FF1}"/>
          </ac:inkMkLst>
        </pc:inkChg>
        <pc:inkChg chg="add del topLvl">
          <ac:chgData name="Aggie Menezes" userId="74619c95fa3483c9" providerId="LiveId" clId="{D3128F82-6912-0F40-BAD3-A276DA5466DC}" dt="2021-03-18T10:34:38.273" v="3848"/>
          <ac:inkMkLst>
            <pc:docMk/>
            <pc:sldMk cId="3498740623" sldId="304"/>
            <ac:inkMk id="64" creationId="{E0ECABAD-576F-7248-9AD4-0D84FB3B4D3E}"/>
          </ac:inkMkLst>
        </pc:inkChg>
        <pc:inkChg chg="add del topLvl">
          <ac:chgData name="Aggie Menezes" userId="74619c95fa3483c9" providerId="LiveId" clId="{D3128F82-6912-0F40-BAD3-A276DA5466DC}" dt="2021-03-18T10:34:38.029" v="3809"/>
          <ac:inkMkLst>
            <pc:docMk/>
            <pc:sldMk cId="3498740623" sldId="304"/>
            <ac:inkMk id="65" creationId="{0AABED19-E0AF-A544-883A-56EC69D01E10}"/>
          </ac:inkMkLst>
        </pc:inkChg>
        <pc:inkChg chg="add del topLvl">
          <ac:chgData name="Aggie Menezes" userId="74619c95fa3483c9" providerId="LiveId" clId="{D3128F82-6912-0F40-BAD3-A276DA5466DC}" dt="2021-03-18T10:34:38.222" v="3839"/>
          <ac:inkMkLst>
            <pc:docMk/>
            <pc:sldMk cId="3498740623" sldId="304"/>
            <ac:inkMk id="66" creationId="{4C5341FE-5094-6D43-9FD9-077F9E9F2576}"/>
          </ac:inkMkLst>
        </pc:inkChg>
        <pc:inkChg chg="add del topLvl">
          <ac:chgData name="Aggie Menezes" userId="74619c95fa3483c9" providerId="LiveId" clId="{D3128F82-6912-0F40-BAD3-A276DA5466DC}" dt="2021-03-18T10:34:38.376" v="3870"/>
          <ac:inkMkLst>
            <pc:docMk/>
            <pc:sldMk cId="3498740623" sldId="304"/>
            <ac:inkMk id="67" creationId="{FA21A185-8169-E740-85BA-3BACF00F34D5}"/>
          </ac:inkMkLst>
        </pc:inkChg>
        <pc:inkChg chg="add del topLvl">
          <ac:chgData name="Aggie Menezes" userId="74619c95fa3483c9" providerId="LiveId" clId="{D3128F82-6912-0F40-BAD3-A276DA5466DC}" dt="2021-03-18T10:34:38.189" v="3833"/>
          <ac:inkMkLst>
            <pc:docMk/>
            <pc:sldMk cId="3498740623" sldId="304"/>
            <ac:inkMk id="68" creationId="{D715721E-FCC1-2249-A6C4-7C4C7A9F5E0B}"/>
          </ac:inkMkLst>
        </pc:inkChg>
        <pc:inkChg chg="add del topLvl">
          <ac:chgData name="Aggie Menezes" userId="74619c95fa3483c9" providerId="LiveId" clId="{D3128F82-6912-0F40-BAD3-A276DA5466DC}" dt="2021-03-18T10:34:38.343" v="3862"/>
          <ac:inkMkLst>
            <pc:docMk/>
            <pc:sldMk cId="3498740623" sldId="304"/>
            <ac:inkMk id="69" creationId="{044C1EA3-F011-D741-BC8F-6D220F0EAE8F}"/>
          </ac:inkMkLst>
        </pc:inkChg>
        <pc:inkChg chg="add del topLvl">
          <ac:chgData name="Aggie Menezes" userId="74619c95fa3483c9" providerId="LiveId" clId="{D3128F82-6912-0F40-BAD3-A276DA5466DC}" dt="2021-03-18T10:34:38.160" v="3828"/>
          <ac:inkMkLst>
            <pc:docMk/>
            <pc:sldMk cId="3498740623" sldId="304"/>
            <ac:inkMk id="70" creationId="{AFE0941C-5692-A843-A9CF-67B1E3F96325}"/>
          </ac:inkMkLst>
        </pc:inkChg>
        <pc:inkChg chg="add del topLvl">
          <ac:chgData name="Aggie Menezes" userId="74619c95fa3483c9" providerId="LiveId" clId="{D3128F82-6912-0F40-BAD3-A276DA5466DC}" dt="2021-03-18T10:34:38.318" v="3856"/>
          <ac:inkMkLst>
            <pc:docMk/>
            <pc:sldMk cId="3498740623" sldId="304"/>
            <ac:inkMk id="71" creationId="{68723AC9-BF17-3445-A680-51EC64524121}"/>
          </ac:inkMkLst>
        </pc:inkChg>
        <pc:inkChg chg="add del topLvl">
          <ac:chgData name="Aggie Menezes" userId="74619c95fa3483c9" providerId="LiveId" clId="{D3128F82-6912-0F40-BAD3-A276DA5466DC}" dt="2021-03-18T10:34:38.082" v="3817"/>
          <ac:inkMkLst>
            <pc:docMk/>
            <pc:sldMk cId="3498740623" sldId="304"/>
            <ac:inkMk id="72" creationId="{55C49C31-1D52-B24C-99E1-1DE7EF3A2EF1}"/>
          </ac:inkMkLst>
        </pc:inkChg>
        <pc:inkChg chg="add del">
          <ac:chgData name="Aggie Menezes" userId="74619c95fa3483c9" providerId="LiveId" clId="{D3128F82-6912-0F40-BAD3-A276DA5466DC}" dt="2021-03-18T10:34:38.370" v="3869"/>
          <ac:inkMkLst>
            <pc:docMk/>
            <pc:sldMk cId="3498740623" sldId="304"/>
            <ac:inkMk id="74" creationId="{7651765A-12F9-5640-8CED-716669B04FA9}"/>
          </ac:inkMkLst>
        </pc:inkChg>
        <pc:inkChg chg="add del">
          <ac:chgData name="Aggie Menezes" userId="74619c95fa3483c9" providerId="LiveId" clId="{D3128F82-6912-0F40-BAD3-A276DA5466DC}" dt="2021-03-18T10:34:38.269" v="3847"/>
          <ac:inkMkLst>
            <pc:docMk/>
            <pc:sldMk cId="3498740623" sldId="304"/>
            <ac:inkMk id="75" creationId="{FFDED20F-4185-5E4A-B82F-FA3469F5A012}"/>
          </ac:inkMkLst>
        </pc:inkChg>
        <pc:inkChg chg="add del topLvl">
          <ac:chgData name="Aggie Menezes" userId="74619c95fa3483c9" providerId="LiveId" clId="{D3128F82-6912-0F40-BAD3-A276DA5466DC}" dt="2021-03-18T10:34:38.388" v="3873"/>
          <ac:inkMkLst>
            <pc:docMk/>
            <pc:sldMk cId="3498740623" sldId="304"/>
            <ac:inkMk id="76" creationId="{CF808F57-64C3-3A40-8823-4EF12DC50DD8}"/>
          </ac:inkMkLst>
        </pc:inkChg>
        <pc:inkChg chg="add del">
          <ac:chgData name="Aggie Menezes" userId="74619c95fa3483c9" providerId="LiveId" clId="{D3128F82-6912-0F40-BAD3-A276DA5466DC}" dt="2021-03-18T10:34:38.203" v="3835"/>
          <ac:inkMkLst>
            <pc:docMk/>
            <pc:sldMk cId="3498740623" sldId="304"/>
            <ac:inkMk id="77" creationId="{078175C0-CA25-444B-9D99-6335CE5F4F27}"/>
          </ac:inkMkLst>
        </pc:inkChg>
        <pc:inkChg chg="add del">
          <ac:chgData name="Aggie Menezes" userId="74619c95fa3483c9" providerId="LiveId" clId="{D3128F82-6912-0F40-BAD3-A276DA5466DC}" dt="2021-03-18T10:34:38.364" v="3867"/>
          <ac:inkMkLst>
            <pc:docMk/>
            <pc:sldMk cId="3498740623" sldId="304"/>
            <ac:inkMk id="78" creationId="{331F6CB5-5E98-F74E-8151-639CE2366A10}"/>
          </ac:inkMkLst>
        </pc:inkChg>
        <pc:inkChg chg="add del">
          <ac:chgData name="Aggie Menezes" userId="74619c95fa3483c9" providerId="LiveId" clId="{D3128F82-6912-0F40-BAD3-A276DA5466DC}" dt="2021-03-18T10:34:38.184" v="3832"/>
          <ac:inkMkLst>
            <pc:docMk/>
            <pc:sldMk cId="3498740623" sldId="304"/>
            <ac:inkMk id="79" creationId="{A760566C-1791-264E-85C4-18307049514D}"/>
          </ac:inkMkLst>
        </pc:inkChg>
        <pc:inkChg chg="add del topLvl">
          <ac:chgData name="Aggie Menezes" userId="74619c95fa3483c9" providerId="LiveId" clId="{D3128F82-6912-0F40-BAD3-A276DA5466DC}" dt="2021-03-18T10:34:38.339" v="3861"/>
          <ac:inkMkLst>
            <pc:docMk/>
            <pc:sldMk cId="3498740623" sldId="304"/>
            <ac:inkMk id="81" creationId="{77FD5119-275F-2943-8A43-DFE231D3873F}"/>
          </ac:inkMkLst>
        </pc:inkChg>
        <pc:inkChg chg="add del topLvl">
          <ac:chgData name="Aggie Menezes" userId="74619c95fa3483c9" providerId="LiveId" clId="{D3128F82-6912-0F40-BAD3-A276DA5466DC}" dt="2021-03-18T10:34:38.144" v="3826"/>
          <ac:inkMkLst>
            <pc:docMk/>
            <pc:sldMk cId="3498740623" sldId="304"/>
            <ac:inkMk id="82" creationId="{969BD383-50F9-634C-BDC9-B60ED83F31D7}"/>
          </ac:inkMkLst>
        </pc:inkChg>
        <pc:inkChg chg="add del topLvl">
          <ac:chgData name="Aggie Menezes" userId="74619c95fa3483c9" providerId="LiveId" clId="{D3128F82-6912-0F40-BAD3-A276DA5466DC}" dt="2021-03-18T10:34:38.309" v="3854"/>
          <ac:inkMkLst>
            <pc:docMk/>
            <pc:sldMk cId="3498740623" sldId="304"/>
            <ac:inkMk id="84" creationId="{BDD8AB57-9949-194E-AA42-E7C6A612DDC8}"/>
          </ac:inkMkLst>
        </pc:inkChg>
        <pc:inkChg chg="add del topLvl">
          <ac:chgData name="Aggie Menezes" userId="74619c95fa3483c9" providerId="LiveId" clId="{D3128F82-6912-0F40-BAD3-A276DA5466DC}" dt="2021-03-18T10:34:38.072" v="3815"/>
          <ac:inkMkLst>
            <pc:docMk/>
            <pc:sldMk cId="3498740623" sldId="304"/>
            <ac:inkMk id="85" creationId="{00770F49-C764-F346-B1D6-F2451EC14F9C}"/>
          </ac:inkMkLst>
        </pc:inkChg>
        <pc:inkChg chg="add del topLvl">
          <ac:chgData name="Aggie Menezes" userId="74619c95fa3483c9" providerId="LiveId" clId="{D3128F82-6912-0F40-BAD3-A276DA5466DC}" dt="2021-03-18T10:34:38.252" v="3844"/>
          <ac:inkMkLst>
            <pc:docMk/>
            <pc:sldMk cId="3498740623" sldId="304"/>
            <ac:inkMk id="86" creationId="{D1AF1742-FD4E-E142-8F33-52513A9C7912}"/>
          </ac:inkMkLst>
        </pc:inkChg>
        <pc:inkChg chg="add del topLvl">
          <ac:chgData name="Aggie Menezes" userId="74619c95fa3483c9" providerId="LiveId" clId="{D3128F82-6912-0F40-BAD3-A276DA5466DC}" dt="2021-03-18T10:34:38.154" v="3827"/>
          <ac:inkMkLst>
            <pc:docMk/>
            <pc:sldMk cId="3498740623" sldId="304"/>
            <ac:inkMk id="87" creationId="{B828979E-F566-3340-B592-6CAFCAB02DB9}"/>
          </ac:inkMkLst>
        </pc:inkChg>
        <pc:inkChg chg="add del topLvl">
          <ac:chgData name="Aggie Menezes" userId="74619c95fa3483c9" providerId="LiveId" clId="{D3128F82-6912-0F40-BAD3-A276DA5466DC}" dt="2021-03-18T10:34:38.314" v="3855"/>
          <ac:inkMkLst>
            <pc:docMk/>
            <pc:sldMk cId="3498740623" sldId="304"/>
            <ac:inkMk id="88" creationId="{2797B3CE-8505-0D4E-B083-7C9E31C55207}"/>
          </ac:inkMkLst>
        </pc:inkChg>
        <pc:inkChg chg="add del topLvl">
          <ac:chgData name="Aggie Menezes" userId="74619c95fa3483c9" providerId="LiveId" clId="{D3128F82-6912-0F40-BAD3-A276DA5466DC}" dt="2021-03-18T10:34:38.100" v="3819"/>
          <ac:inkMkLst>
            <pc:docMk/>
            <pc:sldMk cId="3498740623" sldId="304"/>
            <ac:inkMk id="89" creationId="{5F831009-0BB0-4D49-9C05-4CD5A77F6D4E}"/>
          </ac:inkMkLst>
        </pc:inkChg>
        <pc:inkChg chg="add del topLvl">
          <ac:chgData name="Aggie Menezes" userId="74619c95fa3483c9" providerId="LiveId" clId="{D3128F82-6912-0F40-BAD3-A276DA5466DC}" dt="2021-03-18T10:34:38.258" v="3845"/>
          <ac:inkMkLst>
            <pc:docMk/>
            <pc:sldMk cId="3498740623" sldId="304"/>
            <ac:inkMk id="90" creationId="{2341C08C-DBCC-AB41-A240-62096F44DB54}"/>
          </ac:inkMkLst>
        </pc:inkChg>
        <pc:inkChg chg="add del topLvl">
          <ac:chgData name="Aggie Menezes" userId="74619c95fa3483c9" providerId="LiveId" clId="{D3128F82-6912-0F40-BAD3-A276DA5466DC}" dt="2021-03-18T10:34:38.386" v="3872"/>
          <ac:inkMkLst>
            <pc:docMk/>
            <pc:sldMk cId="3498740623" sldId="304"/>
            <ac:inkMk id="91" creationId="{F792CB34-B458-5F4D-858B-C87BE8234725}"/>
          </ac:inkMkLst>
        </pc:inkChg>
        <pc:inkChg chg="add del topLvl">
          <ac:chgData name="Aggie Menezes" userId="74619c95fa3483c9" providerId="LiveId" clId="{D3128F82-6912-0F40-BAD3-A276DA5466DC}" dt="2021-03-18T10:34:38.209" v="3836"/>
          <ac:inkMkLst>
            <pc:docMk/>
            <pc:sldMk cId="3498740623" sldId="304"/>
            <ac:inkMk id="92" creationId="{C77F77D5-63D7-E94D-A81A-7C0298B35F73}"/>
          </ac:inkMkLst>
        </pc:inkChg>
        <pc:inkChg chg="add del topLvl">
          <ac:chgData name="Aggie Menezes" userId="74619c95fa3483c9" providerId="LiveId" clId="{D3128F82-6912-0F40-BAD3-A276DA5466DC}" dt="2021-03-18T10:34:38.360" v="3866"/>
          <ac:inkMkLst>
            <pc:docMk/>
            <pc:sldMk cId="3498740623" sldId="304"/>
            <ac:inkMk id="93" creationId="{3DBBB59F-DBF8-944C-9557-D6BD353F0886}"/>
          </ac:inkMkLst>
        </pc:inkChg>
        <pc:inkChg chg="add del topLvl">
          <ac:chgData name="Aggie Menezes" userId="74619c95fa3483c9" providerId="LiveId" clId="{D3128F82-6912-0F40-BAD3-A276DA5466DC}" dt="2021-03-18T10:34:38.178" v="3831"/>
          <ac:inkMkLst>
            <pc:docMk/>
            <pc:sldMk cId="3498740623" sldId="304"/>
            <ac:inkMk id="94" creationId="{D6098D34-2BC2-1742-A28E-E108747CCD0A}"/>
          </ac:inkMkLst>
        </pc:inkChg>
        <pc:inkChg chg="add del topLvl">
          <ac:chgData name="Aggie Menezes" userId="74619c95fa3483c9" providerId="LiveId" clId="{D3128F82-6912-0F40-BAD3-A276DA5466DC}" dt="2021-03-18T10:34:38.336" v="3860"/>
          <ac:inkMkLst>
            <pc:docMk/>
            <pc:sldMk cId="3498740623" sldId="304"/>
            <ac:inkMk id="95" creationId="{A4D4A888-1F13-8B4B-AE81-64CD416C8FED}"/>
          </ac:inkMkLst>
        </pc:inkChg>
        <pc:inkChg chg="add del topLvl">
          <ac:chgData name="Aggie Menezes" userId="74619c95fa3483c9" providerId="LiveId" clId="{D3128F82-6912-0F40-BAD3-A276DA5466DC}" dt="2021-03-18T10:34:38.332" v="3859"/>
          <ac:inkMkLst>
            <pc:docMk/>
            <pc:sldMk cId="3498740623" sldId="304"/>
            <ac:inkMk id="96" creationId="{A9DCC9EB-2B4D-714D-9345-70A88EA8DEBE}"/>
          </ac:inkMkLst>
        </pc:inkChg>
        <pc:inkChg chg="add del topLvl">
          <ac:chgData name="Aggie Menezes" userId="74619c95fa3483c9" providerId="LiveId" clId="{D3128F82-6912-0F40-BAD3-A276DA5466DC}" dt="2021-03-18T10:34:38.140" v="3825"/>
          <ac:inkMkLst>
            <pc:docMk/>
            <pc:sldMk cId="3498740623" sldId="304"/>
            <ac:inkMk id="97" creationId="{BDF252AD-55D3-A54C-8327-992BD9738029}"/>
          </ac:inkMkLst>
        </pc:inkChg>
        <pc:inkChg chg="add del topLvl">
          <ac:chgData name="Aggie Menezes" userId="74619c95fa3483c9" providerId="LiveId" clId="{D3128F82-6912-0F40-BAD3-A276DA5466DC}" dt="2021-03-18T10:34:38.302" v="3853"/>
          <ac:inkMkLst>
            <pc:docMk/>
            <pc:sldMk cId="3498740623" sldId="304"/>
            <ac:inkMk id="98" creationId="{EE4EECC7-CD86-AD4C-A3A6-A96A28BBDE3B}"/>
          </ac:inkMkLst>
        </pc:inkChg>
        <pc:inkChg chg="add del">
          <ac:chgData name="Aggie Menezes" userId="74619c95fa3483c9" providerId="LiveId" clId="{D3128F82-6912-0F40-BAD3-A276DA5466DC}" dt="2021-03-18T10:34:38.060" v="3813"/>
          <ac:inkMkLst>
            <pc:docMk/>
            <pc:sldMk cId="3498740623" sldId="304"/>
            <ac:inkMk id="100" creationId="{751FA919-8092-C54A-8A50-F25C2BFE3CEF}"/>
          </ac:inkMkLst>
        </pc:inkChg>
        <pc:inkChg chg="add del">
          <ac:chgData name="Aggie Menezes" userId="74619c95fa3483c9" providerId="LiveId" clId="{D3128F82-6912-0F40-BAD3-A276DA5466DC}" dt="2021-03-18T10:34:38.239" v="3842"/>
          <ac:inkMkLst>
            <pc:docMk/>
            <pc:sldMk cId="3498740623" sldId="304"/>
            <ac:inkMk id="101" creationId="{3303FC8F-A5CE-5249-8123-1091D90B89A0}"/>
          </ac:inkMkLst>
        </pc:inkChg>
        <pc:inkChg chg="add del topLvl">
          <ac:chgData name="Aggie Menezes" userId="74619c95fa3483c9" providerId="LiveId" clId="{D3128F82-6912-0F40-BAD3-A276DA5466DC}" dt="2021-03-18T10:34:38.381" v="3871"/>
          <ac:inkMkLst>
            <pc:docMk/>
            <pc:sldMk cId="3498740623" sldId="304"/>
            <ac:inkMk id="102" creationId="{0B1AE73B-68D2-2546-947D-4F51980D270A}"/>
          </ac:inkMkLst>
        </pc:inkChg>
        <pc:inkChg chg="add del">
          <ac:chgData name="Aggie Menezes" userId="74619c95fa3483c9" providerId="LiveId" clId="{D3128F82-6912-0F40-BAD3-A276DA5466DC}" dt="2021-03-18T10:34:38.196" v="3834"/>
          <ac:inkMkLst>
            <pc:docMk/>
            <pc:sldMk cId="3498740623" sldId="304"/>
            <ac:inkMk id="103" creationId="{E2479EBA-37DC-DC4C-ACC9-4CF067299513}"/>
          </ac:inkMkLst>
        </pc:inkChg>
        <pc:inkChg chg="add del">
          <ac:chgData name="Aggie Menezes" userId="74619c95fa3483c9" providerId="LiveId" clId="{D3128F82-6912-0F40-BAD3-A276DA5466DC}" dt="2021-03-18T10:34:38.351" v="3864"/>
          <ac:inkMkLst>
            <pc:docMk/>
            <pc:sldMk cId="3498740623" sldId="304"/>
            <ac:inkMk id="104" creationId="{98513229-1943-3C4C-B7F3-31C9FBB5A55B}"/>
          </ac:inkMkLst>
        </pc:inkChg>
        <pc:inkChg chg="add del">
          <ac:chgData name="Aggie Menezes" userId="74619c95fa3483c9" providerId="LiveId" clId="{D3128F82-6912-0F40-BAD3-A276DA5466DC}" dt="2021-03-18T10:34:38.171" v="3830"/>
          <ac:inkMkLst>
            <pc:docMk/>
            <pc:sldMk cId="3498740623" sldId="304"/>
            <ac:inkMk id="105" creationId="{C675CFB1-A7E9-C94E-BE40-632DBA8ACD8B}"/>
          </ac:inkMkLst>
        </pc:inkChg>
        <pc:inkChg chg="add del">
          <ac:chgData name="Aggie Menezes" userId="74619c95fa3483c9" providerId="LiveId" clId="{D3128F82-6912-0F40-BAD3-A276DA5466DC}" dt="2021-03-18T10:34:38.326" v="3858"/>
          <ac:inkMkLst>
            <pc:docMk/>
            <pc:sldMk cId="3498740623" sldId="304"/>
            <ac:inkMk id="106" creationId="{0F1FD9F5-DFFE-0442-92AF-C7980E719570}"/>
          </ac:inkMkLst>
        </pc:inkChg>
        <pc:inkChg chg="add del">
          <ac:chgData name="Aggie Menezes" userId="74619c95fa3483c9" providerId="LiveId" clId="{D3128F82-6912-0F40-BAD3-A276DA5466DC}" dt="2021-03-18T10:34:38.121" v="3822"/>
          <ac:inkMkLst>
            <pc:docMk/>
            <pc:sldMk cId="3498740623" sldId="304"/>
            <ac:inkMk id="107" creationId="{8BE55E23-14EB-AB4B-961D-94EC216AA364}"/>
          </ac:inkMkLst>
        </pc:inkChg>
        <pc:inkChg chg="add del">
          <ac:chgData name="Aggie Menezes" userId="74619c95fa3483c9" providerId="LiveId" clId="{D3128F82-6912-0F40-BAD3-A276DA5466DC}" dt="2021-03-18T10:34:38.285" v="3850"/>
          <ac:inkMkLst>
            <pc:docMk/>
            <pc:sldMk cId="3498740623" sldId="304"/>
            <ac:inkMk id="108" creationId="{D3DEA3FA-0B75-7F44-86E7-8E917DDDA45E}"/>
          </ac:inkMkLst>
        </pc:inkChg>
        <pc:inkChg chg="add del">
          <ac:chgData name="Aggie Menezes" userId="74619c95fa3483c9" providerId="LiveId" clId="{D3128F82-6912-0F40-BAD3-A276DA5466DC}" dt="2021-03-18T10:34:38.043" v="3811"/>
          <ac:inkMkLst>
            <pc:docMk/>
            <pc:sldMk cId="3498740623" sldId="304"/>
            <ac:inkMk id="109" creationId="{DB3B4444-AFFA-2E4A-9484-397ADF25C42B}"/>
          </ac:inkMkLst>
        </pc:inkChg>
        <pc:inkChg chg="add del">
          <ac:chgData name="Aggie Menezes" userId="74619c95fa3483c9" providerId="LiveId" clId="{D3128F82-6912-0F40-BAD3-A276DA5466DC}" dt="2021-03-18T10:34:38.355" v="3865"/>
          <ac:inkMkLst>
            <pc:docMk/>
            <pc:sldMk cId="3498740623" sldId="304"/>
            <ac:inkMk id="110" creationId="{488D9BA2-5C79-244C-9A38-070602D0506A}"/>
          </ac:inkMkLst>
        </pc:inkChg>
        <pc:inkChg chg="add del">
          <ac:chgData name="Aggie Menezes" userId="74619c95fa3483c9" providerId="LiveId" clId="{D3128F82-6912-0F40-BAD3-A276DA5466DC}" dt="2021-03-18T10:34:38.091" v="3818"/>
          <ac:inkMkLst>
            <pc:docMk/>
            <pc:sldMk cId="3498740623" sldId="304"/>
            <ac:inkMk id="111" creationId="{D9A24CD5-A95B-0E45-97AF-BC8E200FA25A}"/>
          </ac:inkMkLst>
        </pc:inkChg>
        <pc:inkChg chg="add del">
          <ac:chgData name="Aggie Menezes" userId="74619c95fa3483c9" providerId="LiveId" clId="{D3128F82-6912-0F40-BAD3-A276DA5466DC}" dt="2021-03-18T10:34:38.264" v="3846"/>
          <ac:inkMkLst>
            <pc:docMk/>
            <pc:sldMk cId="3498740623" sldId="304"/>
            <ac:inkMk id="112" creationId="{EBD59FF5-3040-B144-8831-6CE41F8F77DF}"/>
          </ac:inkMkLst>
        </pc:inkChg>
        <pc:inkChg chg="add del">
          <ac:chgData name="Aggie Menezes" userId="74619c95fa3483c9" providerId="LiveId" clId="{D3128F82-6912-0F40-BAD3-A276DA5466DC}" dt="2021-03-18T10:34:38.129" v="3823"/>
          <ac:inkMkLst>
            <pc:docMk/>
            <pc:sldMk cId="3498740623" sldId="304"/>
            <ac:inkMk id="113" creationId="{742E591A-C6E2-7241-B9D0-B7CEAF651EF7}"/>
          </ac:inkMkLst>
        </pc:inkChg>
        <pc:inkChg chg="add del">
          <ac:chgData name="Aggie Menezes" userId="74619c95fa3483c9" providerId="LiveId" clId="{D3128F82-6912-0F40-BAD3-A276DA5466DC}" dt="2021-03-18T10:34:38.291" v="3851"/>
          <ac:inkMkLst>
            <pc:docMk/>
            <pc:sldMk cId="3498740623" sldId="304"/>
            <ac:inkMk id="114" creationId="{52FD17BC-7A6C-6244-AF04-B6AB09E079E7}"/>
          </ac:inkMkLst>
        </pc:inkChg>
        <pc:inkChg chg="add del">
          <ac:chgData name="Aggie Menezes" userId="74619c95fa3483c9" providerId="LiveId" clId="{D3128F82-6912-0F40-BAD3-A276DA5466DC}" dt="2021-03-18T10:34:38.052" v="3812"/>
          <ac:inkMkLst>
            <pc:docMk/>
            <pc:sldMk cId="3498740623" sldId="304"/>
            <ac:inkMk id="115" creationId="{3FFE52F0-AAC2-4D4D-BA7D-1EEDDA9BA7CA}"/>
          </ac:inkMkLst>
        </pc:inkChg>
        <pc:inkChg chg="add del">
          <ac:chgData name="Aggie Menezes" userId="74619c95fa3483c9" providerId="LiveId" clId="{D3128F82-6912-0F40-BAD3-A276DA5466DC}" dt="2021-03-18T10:34:38.229" v="3840"/>
          <ac:inkMkLst>
            <pc:docMk/>
            <pc:sldMk cId="3498740623" sldId="304"/>
            <ac:inkMk id="116" creationId="{EF52AB63-1876-6B4C-B3F1-3CEBCC6A87D3}"/>
          </ac:inkMkLst>
        </pc:inkChg>
        <pc:inkChg chg="add del">
          <ac:chgData name="Aggie Menezes" userId="74619c95fa3483c9" providerId="LiveId" clId="{D3128F82-6912-0F40-BAD3-A276DA5466DC}" dt="2021-03-18T10:34:42.136" v="3882"/>
          <ac:inkMkLst>
            <pc:docMk/>
            <pc:sldMk cId="3498740623" sldId="304"/>
            <ac:inkMk id="118" creationId="{6131973F-9839-B04A-8E52-7E885CB05462}"/>
          </ac:inkMkLst>
        </pc:inkChg>
      </pc:sldChg>
      <pc:sldChg chg="addSp delSp">
        <pc:chgData name="Aggie Menezes" userId="74619c95fa3483c9" providerId="LiveId" clId="{D3128F82-6912-0F40-BAD3-A276DA5466DC}" dt="2021-03-18T10:32:31.669" v="3773"/>
        <pc:sldMkLst>
          <pc:docMk/>
          <pc:sldMk cId="2991207926" sldId="306"/>
        </pc:sldMkLst>
        <pc:grpChg chg="add del">
          <ac:chgData name="Aggie Menezes" userId="74619c95fa3483c9" providerId="LiveId" clId="{D3128F82-6912-0F40-BAD3-A276DA5466DC}" dt="2021-03-16T08:47:22.309" v="2309"/>
          <ac:grpSpMkLst>
            <pc:docMk/>
            <pc:sldMk cId="2991207926" sldId="306"/>
            <ac:grpSpMk id="11" creationId="{D808079D-FCB7-124B-A0D5-A6579DA5C403}"/>
          </ac:grpSpMkLst>
        </pc:grpChg>
        <pc:grpChg chg="add del">
          <ac:chgData name="Aggie Menezes" userId="74619c95fa3483c9" providerId="LiveId" clId="{D3128F82-6912-0F40-BAD3-A276DA5466DC}" dt="2021-03-16T08:46:47.624" v="2297"/>
          <ac:grpSpMkLst>
            <pc:docMk/>
            <pc:sldMk cId="2991207926" sldId="306"/>
            <ac:grpSpMk id="28" creationId="{34CA07C6-8F90-484E-9FEA-41F585C2B9B6}"/>
          </ac:grpSpMkLst>
        </pc:grpChg>
        <pc:grpChg chg="add del">
          <ac:chgData name="Aggie Menezes" userId="74619c95fa3483c9" providerId="LiveId" clId="{D3128F82-6912-0F40-BAD3-A276DA5466DC}" dt="2021-03-16T08:46:50.752" v="2307"/>
          <ac:grpSpMkLst>
            <pc:docMk/>
            <pc:sldMk cId="2991207926" sldId="306"/>
            <ac:grpSpMk id="32" creationId="{A8BC29F3-996D-234A-A10C-C901580D978F}"/>
          </ac:grpSpMkLst>
        </pc:grpChg>
        <pc:grpChg chg="add del">
          <ac:chgData name="Aggie Menezes" userId="74619c95fa3483c9" providerId="LiveId" clId="{D3128F82-6912-0F40-BAD3-A276DA5466DC}" dt="2021-03-16T08:46:50.752" v="2307"/>
          <ac:grpSpMkLst>
            <pc:docMk/>
            <pc:sldMk cId="2991207926" sldId="306"/>
            <ac:grpSpMk id="33" creationId="{258F40D6-E337-274C-A7F2-F7D3369F8396}"/>
          </ac:grpSpMkLst>
        </pc:grpChg>
        <pc:grpChg chg="add del">
          <ac:chgData name="Aggie Menezes" userId="74619c95fa3483c9" providerId="LiveId" clId="{D3128F82-6912-0F40-BAD3-A276DA5466DC}" dt="2021-03-18T10:32:21.083" v="3768"/>
          <ac:grpSpMkLst>
            <pc:docMk/>
            <pc:sldMk cId="2991207926" sldId="306"/>
            <ac:grpSpMk id="43" creationId="{45FF8D73-7C2E-1243-86E6-40BDB5C4CD8E}"/>
          </ac:grpSpMkLst>
        </pc:grpChg>
        <pc:grpChg chg="add del">
          <ac:chgData name="Aggie Menezes" userId="74619c95fa3483c9" providerId="LiveId" clId="{D3128F82-6912-0F40-BAD3-A276DA5466DC}" dt="2021-03-16T08:47:26.281" v="2313"/>
          <ac:grpSpMkLst>
            <pc:docMk/>
            <pc:sldMk cId="2991207926" sldId="306"/>
            <ac:grpSpMk id="45" creationId="{3C32AFB7-3708-B645-9661-58C5FD0C7535}"/>
          </ac:grpSpMkLst>
        </pc:grpChg>
        <pc:grpChg chg="add del">
          <ac:chgData name="Aggie Menezes" userId="74619c95fa3483c9" providerId="LiveId" clId="{D3128F82-6912-0F40-BAD3-A276DA5466DC}" dt="2021-03-18T10:32:19.044" v="3750"/>
          <ac:grpSpMkLst>
            <pc:docMk/>
            <pc:sldMk cId="2991207926" sldId="306"/>
            <ac:grpSpMk id="49" creationId="{A45A791C-59EA-D94F-BA4B-B84087BEC5F2}"/>
          </ac:grpSpMkLst>
        </pc:grpChg>
        <pc:grpChg chg="add del">
          <ac:chgData name="Aggie Menezes" userId="74619c95fa3483c9" providerId="LiveId" clId="{D3128F82-6912-0F40-BAD3-A276DA5466DC}" dt="2021-03-18T10:32:19.062" v="3754"/>
          <ac:grpSpMkLst>
            <pc:docMk/>
            <pc:sldMk cId="2991207926" sldId="306"/>
            <ac:grpSpMk id="60" creationId="{D3890C74-694B-E841-AF53-C15822A1CABA}"/>
          </ac:grpSpMkLst>
        </pc:grpChg>
        <pc:grpChg chg="add del">
          <ac:chgData name="Aggie Menezes" userId="74619c95fa3483c9" providerId="LiveId" clId="{D3128F82-6912-0F40-BAD3-A276DA5466DC}" dt="2021-03-18T10:32:19.013" v="3743"/>
          <ac:grpSpMkLst>
            <pc:docMk/>
            <pc:sldMk cId="2991207926" sldId="306"/>
            <ac:grpSpMk id="64" creationId="{DC7B470E-C153-E644-A1F8-AC9A70761FAD}"/>
          </ac:grpSpMkLst>
        </pc:grpChg>
        <pc:grpChg chg="add del">
          <ac:chgData name="Aggie Menezes" userId="74619c95fa3483c9" providerId="LiveId" clId="{D3128F82-6912-0F40-BAD3-A276DA5466DC}" dt="2021-03-16T08:48:04.460" v="2340"/>
          <ac:grpSpMkLst>
            <pc:docMk/>
            <pc:sldMk cId="2991207926" sldId="306"/>
            <ac:grpSpMk id="74" creationId="{7366FDAD-E5FE-084D-A115-5D8F8F54017B}"/>
          </ac:grpSpMkLst>
        </pc:grpChg>
        <pc:grpChg chg="add del">
          <ac:chgData name="Aggie Menezes" userId="74619c95fa3483c9" providerId="LiveId" clId="{D3128F82-6912-0F40-BAD3-A276DA5466DC}" dt="2021-03-18T10:32:19.058" v="3753"/>
          <ac:grpSpMkLst>
            <pc:docMk/>
            <pc:sldMk cId="2991207926" sldId="306"/>
            <ac:grpSpMk id="76" creationId="{2ACA0A86-589E-1A41-9E5D-E7930D0774E4}"/>
          </ac:grpSpMkLst>
        </pc:grpChg>
        <pc:grpChg chg="add del">
          <ac:chgData name="Aggie Menezes" userId="74619c95fa3483c9" providerId="LiveId" clId="{D3128F82-6912-0F40-BAD3-A276DA5466DC}" dt="2021-03-18T10:32:19.035" v="3748"/>
          <ac:grpSpMkLst>
            <pc:docMk/>
            <pc:sldMk cId="2991207926" sldId="306"/>
            <ac:grpSpMk id="81" creationId="{556417D8-F300-C344-B996-B490F3130DE0}"/>
          </ac:grpSpMkLst>
        </pc:grpChg>
        <pc:grpChg chg="add del">
          <ac:chgData name="Aggie Menezes" userId="74619c95fa3483c9" providerId="LiveId" clId="{D3128F82-6912-0F40-BAD3-A276DA5466DC}" dt="2021-03-18T10:32:18.995" v="3739"/>
          <ac:grpSpMkLst>
            <pc:docMk/>
            <pc:sldMk cId="2991207926" sldId="306"/>
            <ac:grpSpMk id="82" creationId="{691FC92A-DC3B-9A43-A84F-CD9F173D7B96}"/>
          </ac:grpSpMkLst>
        </pc:grpChg>
        <pc:inkChg chg="add del">
          <ac:chgData name="Aggie Menezes" userId="74619c95fa3483c9" providerId="LiveId" clId="{D3128F82-6912-0F40-BAD3-A276DA5466DC}" dt="2021-03-18T10:32:22.346" v="3770"/>
          <ac:inkMkLst>
            <pc:docMk/>
            <pc:sldMk cId="2991207926" sldId="306"/>
            <ac:inkMk id="3" creationId="{386D6990-C827-7F4D-9948-8AECF1468F37}"/>
          </ac:inkMkLst>
        </pc:inkChg>
        <pc:inkChg chg="add del">
          <ac:chgData name="Aggie Menezes" userId="74619c95fa3483c9" providerId="LiveId" clId="{D3128F82-6912-0F40-BAD3-A276DA5466DC}" dt="2021-03-18T10:32:22.348" v="3771"/>
          <ac:inkMkLst>
            <pc:docMk/>
            <pc:sldMk cId="2991207926" sldId="306"/>
            <ac:inkMk id="4" creationId="{29BF75D5-7C5D-3147-B6FB-CD8FFA37352B}"/>
          </ac:inkMkLst>
        </pc:inkChg>
        <pc:inkChg chg="add del topLvl">
          <ac:chgData name="Aggie Menezes" userId="74619c95fa3483c9" providerId="LiveId" clId="{D3128F82-6912-0F40-BAD3-A276DA5466DC}" dt="2021-03-18T10:32:19.053" v="3752"/>
          <ac:inkMkLst>
            <pc:docMk/>
            <pc:sldMk cId="2991207926" sldId="306"/>
            <ac:inkMk id="5" creationId="{A6519A7F-10DB-FE4F-B231-39D4A2835155}"/>
          </ac:inkMkLst>
        </pc:inkChg>
        <pc:inkChg chg="add del topLvl">
          <ac:chgData name="Aggie Menezes" userId="74619c95fa3483c9" providerId="LiveId" clId="{D3128F82-6912-0F40-BAD3-A276DA5466DC}" dt="2021-03-18T10:32:18.985" v="3737"/>
          <ac:inkMkLst>
            <pc:docMk/>
            <pc:sldMk cId="2991207926" sldId="306"/>
            <ac:inkMk id="7" creationId="{E10E3112-D70C-E84D-B5C9-3615D1C6A20E}"/>
          </ac:inkMkLst>
        </pc:inkChg>
        <pc:inkChg chg="add del topLvl">
          <ac:chgData name="Aggie Menezes" userId="74619c95fa3483c9" providerId="LiveId" clId="{D3128F82-6912-0F40-BAD3-A276DA5466DC}" dt="2021-03-18T10:32:18.911" v="3719"/>
          <ac:inkMkLst>
            <pc:docMk/>
            <pc:sldMk cId="2991207926" sldId="306"/>
            <ac:inkMk id="9" creationId="{F2C120B1-EAC9-7E45-91F4-82E2E1BE45D9}"/>
          </ac:inkMkLst>
        </pc:inkChg>
        <pc:inkChg chg="add del topLvl">
          <ac:chgData name="Aggie Menezes" userId="74619c95fa3483c9" providerId="LiveId" clId="{D3128F82-6912-0F40-BAD3-A276DA5466DC}" dt="2021-03-18T10:32:21.069" v="3764"/>
          <ac:inkMkLst>
            <pc:docMk/>
            <pc:sldMk cId="2991207926" sldId="306"/>
            <ac:inkMk id="12" creationId="{E7494328-41A9-B641-BA5D-9DE277EB2D7F}"/>
          </ac:inkMkLst>
        </pc:inkChg>
        <pc:inkChg chg="add del topLvl">
          <ac:chgData name="Aggie Menezes" userId="74619c95fa3483c9" providerId="LiveId" clId="{D3128F82-6912-0F40-BAD3-A276DA5466DC}" dt="2021-03-18T10:32:21.073" v="3765"/>
          <ac:inkMkLst>
            <pc:docMk/>
            <pc:sldMk cId="2991207926" sldId="306"/>
            <ac:inkMk id="17" creationId="{FC9D7C82-0460-D240-BFCE-4D600DA8048E}"/>
          </ac:inkMkLst>
        </pc:inkChg>
        <pc:inkChg chg="add del topLvl">
          <ac:chgData name="Aggie Menezes" userId="74619c95fa3483c9" providerId="LiveId" clId="{D3128F82-6912-0F40-BAD3-A276DA5466DC}" dt="2021-03-18T10:32:21.086" v="3769"/>
          <ac:inkMkLst>
            <pc:docMk/>
            <pc:sldMk cId="2991207926" sldId="306"/>
            <ac:inkMk id="21" creationId="{E9910F13-FBC5-CA42-82FD-F42A1D52B929}"/>
          </ac:inkMkLst>
        </pc:inkChg>
        <pc:inkChg chg="add del topLvl">
          <ac:chgData name="Aggie Menezes" userId="74619c95fa3483c9" providerId="LiveId" clId="{D3128F82-6912-0F40-BAD3-A276DA5466DC}" dt="2021-03-18T10:32:21.076" v="3766"/>
          <ac:inkMkLst>
            <pc:docMk/>
            <pc:sldMk cId="2991207926" sldId="306"/>
            <ac:inkMk id="22" creationId="{CB68989E-1E49-6B4F-A115-48B130C927DC}"/>
          </ac:inkMkLst>
        </pc:inkChg>
        <pc:inkChg chg="add del topLvl">
          <ac:chgData name="Aggie Menezes" userId="74619c95fa3483c9" providerId="LiveId" clId="{D3128F82-6912-0F40-BAD3-A276DA5466DC}" dt="2021-03-18T10:32:21.054" v="3760"/>
          <ac:inkMkLst>
            <pc:docMk/>
            <pc:sldMk cId="2991207926" sldId="306"/>
            <ac:inkMk id="23" creationId="{154C82D4-17BE-7E4C-9DCA-063EAE34639A}"/>
          </ac:inkMkLst>
        </pc:inkChg>
        <pc:inkChg chg="add del topLvl">
          <ac:chgData name="Aggie Menezes" userId="74619c95fa3483c9" providerId="LiveId" clId="{D3128F82-6912-0F40-BAD3-A276DA5466DC}" dt="2021-03-18T10:32:21.062" v="3762"/>
          <ac:inkMkLst>
            <pc:docMk/>
            <pc:sldMk cId="2991207926" sldId="306"/>
            <ac:inkMk id="25" creationId="{21647AB3-BB0A-5742-86D5-840528A3C519}"/>
          </ac:inkMkLst>
        </pc:inkChg>
        <pc:inkChg chg="add del topLvl">
          <ac:chgData name="Aggie Menezes" userId="74619c95fa3483c9" providerId="LiveId" clId="{D3128F82-6912-0F40-BAD3-A276DA5466DC}" dt="2021-03-18T10:32:21.058" v="3761"/>
          <ac:inkMkLst>
            <pc:docMk/>
            <pc:sldMk cId="2991207926" sldId="306"/>
            <ac:inkMk id="26" creationId="{0FFF9A83-21FA-7042-B163-33DAB174354E}"/>
          </ac:inkMkLst>
        </pc:inkChg>
        <pc:inkChg chg="add del topLvl">
          <ac:chgData name="Aggie Menezes" userId="74619c95fa3483c9" providerId="LiveId" clId="{D3128F82-6912-0F40-BAD3-A276DA5466DC}" dt="2021-03-18T10:32:19.069" v="3755"/>
          <ac:inkMkLst>
            <pc:docMk/>
            <pc:sldMk cId="2991207926" sldId="306"/>
            <ac:inkMk id="27" creationId="{39D45D1A-32B5-B249-AE76-65355DAF9BF6}"/>
          </ac:inkMkLst>
        </pc:inkChg>
        <pc:inkChg chg="add del topLvl">
          <ac:chgData name="Aggie Menezes" userId="74619c95fa3483c9" providerId="LiveId" clId="{D3128F82-6912-0F40-BAD3-A276DA5466DC}" dt="2021-03-18T10:32:19.005" v="3741"/>
          <ac:inkMkLst>
            <pc:docMk/>
            <pc:sldMk cId="2991207926" sldId="306"/>
            <ac:inkMk id="29" creationId="{48C6CB59-C18D-9343-BB41-6DA91693E255}"/>
          </ac:inkMkLst>
        </pc:inkChg>
        <pc:inkChg chg="add del topLvl">
          <ac:chgData name="Aggie Menezes" userId="74619c95fa3483c9" providerId="LiveId" clId="{D3128F82-6912-0F40-BAD3-A276DA5466DC}" dt="2021-03-18T10:32:18.924" v="3722"/>
          <ac:inkMkLst>
            <pc:docMk/>
            <pc:sldMk cId="2991207926" sldId="306"/>
            <ac:inkMk id="30" creationId="{123C6099-EDB7-E04C-B718-AAD2D5C22989}"/>
          </ac:inkMkLst>
        </pc:inkChg>
        <pc:inkChg chg="add del topLvl">
          <ac:chgData name="Aggie Menezes" userId="74619c95fa3483c9" providerId="LiveId" clId="{D3128F82-6912-0F40-BAD3-A276DA5466DC}" dt="2021-03-18T10:32:21.066" v="3763"/>
          <ac:inkMkLst>
            <pc:docMk/>
            <pc:sldMk cId="2991207926" sldId="306"/>
            <ac:inkMk id="31" creationId="{506B36B7-AD67-0643-AA73-54A2B95F6268}"/>
          </ac:inkMkLst>
        </pc:inkChg>
        <pc:inkChg chg="add del">
          <ac:chgData name="Aggie Menezes" userId="74619c95fa3483c9" providerId="LiveId" clId="{D3128F82-6912-0F40-BAD3-A276DA5466DC}" dt="2021-03-18T10:32:18.992" v="3738"/>
          <ac:inkMkLst>
            <pc:docMk/>
            <pc:sldMk cId="2991207926" sldId="306"/>
            <ac:inkMk id="34" creationId="{49537116-4685-114B-A505-AF854D1D6133}"/>
          </ac:inkMkLst>
        </pc:inkChg>
        <pc:inkChg chg="add del">
          <ac:chgData name="Aggie Menezes" userId="74619c95fa3483c9" providerId="LiveId" clId="{D3128F82-6912-0F40-BAD3-A276DA5466DC}" dt="2021-03-18T10:32:18.950" v="3728"/>
          <ac:inkMkLst>
            <pc:docMk/>
            <pc:sldMk cId="2991207926" sldId="306"/>
            <ac:inkMk id="35" creationId="{739102D1-D667-0947-9F04-63E0A46E9275}"/>
          </ac:inkMkLst>
        </pc:inkChg>
        <pc:inkChg chg="add del">
          <ac:chgData name="Aggie Menezes" userId="74619c95fa3483c9" providerId="LiveId" clId="{D3128F82-6912-0F40-BAD3-A276DA5466DC}" dt="2021-03-18T10:32:19.030" v="3747"/>
          <ac:inkMkLst>
            <pc:docMk/>
            <pc:sldMk cId="2991207926" sldId="306"/>
            <ac:inkMk id="36" creationId="{FDCCEEC4-3958-3844-B32B-D65A87644F67}"/>
          </ac:inkMkLst>
        </pc:inkChg>
        <pc:inkChg chg="add del">
          <ac:chgData name="Aggie Menezes" userId="74619c95fa3483c9" providerId="LiveId" clId="{D3128F82-6912-0F40-BAD3-A276DA5466DC}" dt="2021-03-18T10:32:18.978" v="3735"/>
          <ac:inkMkLst>
            <pc:docMk/>
            <pc:sldMk cId="2991207926" sldId="306"/>
            <ac:inkMk id="37" creationId="{2CCF307C-552C-C549-9F96-97284E348B34}"/>
          </ac:inkMkLst>
        </pc:inkChg>
        <pc:inkChg chg="add del">
          <ac:chgData name="Aggie Menezes" userId="74619c95fa3483c9" providerId="LiveId" clId="{D3128F82-6912-0F40-BAD3-A276DA5466DC}" dt="2021-03-18T10:32:18.938" v="3725"/>
          <ac:inkMkLst>
            <pc:docMk/>
            <pc:sldMk cId="2991207926" sldId="306"/>
            <ac:inkMk id="38" creationId="{7456809A-72BF-3741-AE93-EDDF730333BD}"/>
          </ac:inkMkLst>
        </pc:inkChg>
        <pc:inkChg chg="add del">
          <ac:chgData name="Aggie Menezes" userId="74619c95fa3483c9" providerId="LiveId" clId="{D3128F82-6912-0F40-BAD3-A276DA5466DC}" dt="2021-03-18T10:32:19" v="3740"/>
          <ac:inkMkLst>
            <pc:docMk/>
            <pc:sldMk cId="2991207926" sldId="306"/>
            <ac:inkMk id="39" creationId="{2BC8994E-9F41-404C-9C52-C306CC9D8BB2}"/>
          </ac:inkMkLst>
        </pc:inkChg>
        <pc:inkChg chg="add del topLvl">
          <ac:chgData name="Aggie Menezes" userId="74619c95fa3483c9" providerId="LiveId" clId="{D3128F82-6912-0F40-BAD3-A276DA5466DC}" dt="2021-03-18T10:32:21.083" v="3768"/>
          <ac:inkMkLst>
            <pc:docMk/>
            <pc:sldMk cId="2991207926" sldId="306"/>
            <ac:inkMk id="40" creationId="{CD3D83A0-7E5F-134F-91E5-D6412F1C3579}"/>
          </ac:inkMkLst>
        </pc:inkChg>
        <pc:inkChg chg="add del">
          <ac:chgData name="Aggie Menezes" userId="74619c95fa3483c9" providerId="LiveId" clId="{D3128F82-6912-0F40-BAD3-A276DA5466DC}" dt="2021-03-18T10:32:19.049" v="3751"/>
          <ac:inkMkLst>
            <pc:docMk/>
            <pc:sldMk cId="2991207926" sldId="306"/>
            <ac:inkMk id="41" creationId="{5B864CB5-E755-DE47-AB95-294FB6B9D30E}"/>
          </ac:inkMkLst>
        </pc:inkChg>
        <pc:inkChg chg="add del">
          <ac:chgData name="Aggie Menezes" userId="74619c95fa3483c9" providerId="LiveId" clId="{D3128F82-6912-0F40-BAD3-A276DA5466DC}" dt="2021-03-18T10:32:21.079" v="3767"/>
          <ac:inkMkLst>
            <pc:docMk/>
            <pc:sldMk cId="2991207926" sldId="306"/>
            <ac:inkMk id="42" creationId="{29255EEC-803B-2341-8393-C06DE5A55D46}"/>
          </ac:inkMkLst>
        </pc:inkChg>
        <pc:inkChg chg="add del topLvl">
          <ac:chgData name="Aggie Menezes" userId="74619c95fa3483c9" providerId="LiveId" clId="{D3128F82-6912-0F40-BAD3-A276DA5466DC}" dt="2021-03-18T10:32:19.044" v="3750"/>
          <ac:inkMkLst>
            <pc:docMk/>
            <pc:sldMk cId="2991207926" sldId="306"/>
            <ac:inkMk id="44" creationId="{D52CBDE5-DCB0-E24D-AADC-54FFA399D7B1}"/>
          </ac:inkMkLst>
        </pc:inkChg>
        <pc:inkChg chg="add del">
          <ac:chgData name="Aggie Menezes" userId="74619c95fa3483c9" providerId="LiveId" clId="{D3128F82-6912-0F40-BAD3-A276DA5466DC}" dt="2021-03-18T10:32:18.982" v="3736"/>
          <ac:inkMkLst>
            <pc:docMk/>
            <pc:sldMk cId="2991207926" sldId="306"/>
            <ac:inkMk id="46" creationId="{6D674E5C-6958-474B-8359-3C313362EF0E}"/>
          </ac:inkMkLst>
        </pc:inkChg>
        <pc:inkChg chg="add del">
          <ac:chgData name="Aggie Menezes" userId="74619c95fa3483c9" providerId="LiveId" clId="{D3128F82-6912-0F40-BAD3-A276DA5466DC}" dt="2021-03-18T10:32:18.942" v="3726"/>
          <ac:inkMkLst>
            <pc:docMk/>
            <pc:sldMk cId="2991207926" sldId="306"/>
            <ac:inkMk id="47" creationId="{CF7395E7-D441-6048-B4A0-1E2FD8C0FDF5}"/>
          </ac:inkMkLst>
        </pc:inkChg>
        <pc:inkChg chg="add del">
          <ac:chgData name="Aggie Menezes" userId="74619c95fa3483c9" providerId="LiveId" clId="{D3128F82-6912-0F40-BAD3-A276DA5466DC}" dt="2021-03-18T10:32:19.038" v="3749"/>
          <ac:inkMkLst>
            <pc:docMk/>
            <pc:sldMk cId="2991207926" sldId="306"/>
            <ac:inkMk id="48" creationId="{23B1418D-8397-474C-A039-2E0B795ED46C}"/>
          </ac:inkMkLst>
        </pc:inkChg>
        <pc:inkChg chg="add del">
          <ac:chgData name="Aggie Menezes" userId="74619c95fa3483c9" providerId="LiveId" clId="{D3128F82-6912-0F40-BAD3-A276DA5466DC}" dt="2021-03-18T10:32:18.969" v="3733"/>
          <ac:inkMkLst>
            <pc:docMk/>
            <pc:sldMk cId="2991207926" sldId="306"/>
            <ac:inkMk id="50" creationId="{EC4EA073-9411-9C4B-BCB4-9B675044C6E5}"/>
          </ac:inkMkLst>
        </pc:inkChg>
        <pc:inkChg chg="add del">
          <ac:chgData name="Aggie Menezes" userId="74619c95fa3483c9" providerId="LiveId" clId="{D3128F82-6912-0F40-BAD3-A276DA5466DC}" dt="2021-03-18T10:32:19.017" v="3744"/>
          <ac:inkMkLst>
            <pc:docMk/>
            <pc:sldMk cId="2991207926" sldId="306"/>
            <ac:inkMk id="51" creationId="{161D097D-443D-534C-A12E-6874B4CCBF99}"/>
          </ac:inkMkLst>
        </pc:inkChg>
        <pc:inkChg chg="add del">
          <ac:chgData name="Aggie Menezes" userId="74619c95fa3483c9" providerId="LiveId" clId="{D3128F82-6912-0F40-BAD3-A276DA5466DC}" dt="2021-03-18T10:32:18.962" v="3731"/>
          <ac:inkMkLst>
            <pc:docMk/>
            <pc:sldMk cId="2991207926" sldId="306"/>
            <ac:inkMk id="52" creationId="{ABEED684-B3AB-BC48-B1E4-4EAC40FD3A3D}"/>
          </ac:inkMkLst>
        </pc:inkChg>
        <pc:inkChg chg="add del">
          <ac:chgData name="Aggie Menezes" userId="74619c95fa3483c9" providerId="LiveId" clId="{D3128F82-6912-0F40-BAD3-A276DA5466DC}" dt="2021-03-18T10:32:19.026" v="3746"/>
          <ac:inkMkLst>
            <pc:docMk/>
            <pc:sldMk cId="2991207926" sldId="306"/>
            <ac:inkMk id="53" creationId="{FDCBAA4C-2BA7-8841-AD99-7DB4B420C9DF}"/>
          </ac:inkMkLst>
        </pc:inkChg>
        <pc:inkChg chg="add del">
          <ac:chgData name="Aggie Menezes" userId="74619c95fa3483c9" providerId="LiveId" clId="{D3128F82-6912-0F40-BAD3-A276DA5466DC}" dt="2021-03-18T10:32:18.973" v="3734"/>
          <ac:inkMkLst>
            <pc:docMk/>
            <pc:sldMk cId="2991207926" sldId="306"/>
            <ac:inkMk id="54" creationId="{E80FDDF5-DE4E-AD4B-8CD3-ADC681DCA00D}"/>
          </ac:inkMkLst>
        </pc:inkChg>
        <pc:inkChg chg="add del">
          <ac:chgData name="Aggie Menezes" userId="74619c95fa3483c9" providerId="LiveId" clId="{D3128F82-6912-0F40-BAD3-A276DA5466DC}" dt="2021-03-18T10:32:18.919" v="3721"/>
          <ac:inkMkLst>
            <pc:docMk/>
            <pc:sldMk cId="2991207926" sldId="306"/>
            <ac:inkMk id="55" creationId="{6FDA9C32-7462-AB44-BD3D-7BAFE2D09395}"/>
          </ac:inkMkLst>
        </pc:inkChg>
        <pc:inkChg chg="add del topLvl">
          <ac:chgData name="Aggie Menezes" userId="74619c95fa3483c9" providerId="LiveId" clId="{D3128F82-6912-0F40-BAD3-A276DA5466DC}" dt="2021-03-18T10:32:19.062" v="3754"/>
          <ac:inkMkLst>
            <pc:docMk/>
            <pc:sldMk cId="2991207926" sldId="306"/>
            <ac:inkMk id="56" creationId="{28D82A16-1608-8D47-8881-0D3CEFE68AE1}"/>
          </ac:inkMkLst>
        </pc:inkChg>
        <pc:inkChg chg="add del topLvl">
          <ac:chgData name="Aggie Menezes" userId="74619c95fa3483c9" providerId="LiveId" clId="{D3128F82-6912-0F40-BAD3-A276DA5466DC}" dt="2021-03-18T10:32:19.082" v="3759"/>
          <ac:inkMkLst>
            <pc:docMk/>
            <pc:sldMk cId="2991207926" sldId="306"/>
            <ac:inkMk id="57" creationId="{3800721D-149A-9E42-970F-4453EAE9D8A2}"/>
          </ac:inkMkLst>
        </pc:inkChg>
        <pc:inkChg chg="add del">
          <ac:chgData name="Aggie Menezes" userId="74619c95fa3483c9" providerId="LiveId" clId="{D3128F82-6912-0F40-BAD3-A276DA5466DC}" dt="2021-03-18T10:32:19.021" v="3745"/>
          <ac:inkMkLst>
            <pc:docMk/>
            <pc:sldMk cId="2991207926" sldId="306"/>
            <ac:inkMk id="58" creationId="{36CD07CD-23A0-F345-B087-6944B5E07E78}"/>
          </ac:inkMkLst>
        </pc:inkChg>
        <pc:inkChg chg="add del">
          <ac:chgData name="Aggie Menezes" userId="74619c95fa3483c9" providerId="LiveId" clId="{D3128F82-6912-0F40-BAD3-A276DA5466DC}" dt="2021-03-18T10:32:18.929" v="3723"/>
          <ac:inkMkLst>
            <pc:docMk/>
            <pc:sldMk cId="2991207926" sldId="306"/>
            <ac:inkMk id="59" creationId="{9E4CF0FC-1052-FC42-A411-AED6482B4544}"/>
          </ac:inkMkLst>
        </pc:inkChg>
        <pc:inkChg chg="add del topLvl">
          <ac:chgData name="Aggie Menezes" userId="74619c95fa3483c9" providerId="LiveId" clId="{D3128F82-6912-0F40-BAD3-A276DA5466DC}" dt="2021-03-18T10:32:19.072" v="3756"/>
          <ac:inkMkLst>
            <pc:docMk/>
            <pc:sldMk cId="2991207926" sldId="306"/>
            <ac:inkMk id="61" creationId="{9CC82C1B-CB48-1D42-A7C3-CFDDAE741A86}"/>
          </ac:inkMkLst>
        </pc:inkChg>
        <pc:inkChg chg="add del topLvl">
          <ac:chgData name="Aggie Menezes" userId="74619c95fa3483c9" providerId="LiveId" clId="{D3128F82-6912-0F40-BAD3-A276DA5466DC}" dt="2021-03-18T10:32:19.013" v="3743"/>
          <ac:inkMkLst>
            <pc:docMk/>
            <pc:sldMk cId="2991207926" sldId="306"/>
            <ac:inkMk id="62" creationId="{0728E61D-EB40-9043-96A4-9FDA049AA7D4}"/>
          </ac:inkMkLst>
        </pc:inkChg>
        <pc:inkChg chg="add del">
          <ac:chgData name="Aggie Menezes" userId="74619c95fa3483c9" providerId="LiveId" clId="{D3128F82-6912-0F40-BAD3-A276DA5466DC}" dt="2021-03-18T10:32:18.953" v="3729"/>
          <ac:inkMkLst>
            <pc:docMk/>
            <pc:sldMk cId="2991207926" sldId="306"/>
            <ac:inkMk id="63" creationId="{2DC7916F-F2D3-0149-A338-7CE7E421AD83}"/>
          </ac:inkMkLst>
        </pc:inkChg>
        <pc:inkChg chg="add del">
          <ac:chgData name="Aggie Menezes" userId="74619c95fa3483c9" providerId="LiveId" clId="{D3128F82-6912-0F40-BAD3-A276DA5466DC}" dt="2021-03-18T10:32:19.079" v="3758"/>
          <ac:inkMkLst>
            <pc:docMk/>
            <pc:sldMk cId="2991207926" sldId="306"/>
            <ac:inkMk id="65" creationId="{CCAAD8B2-7D90-B244-B784-967E5E863282}"/>
          </ac:inkMkLst>
        </pc:inkChg>
        <pc:inkChg chg="add del">
          <ac:chgData name="Aggie Menezes" userId="74619c95fa3483c9" providerId="LiveId" clId="{D3128F82-6912-0F40-BAD3-A276DA5466DC}" dt="2021-03-18T10:32:18.945" v="3727"/>
          <ac:inkMkLst>
            <pc:docMk/>
            <pc:sldMk cId="2991207926" sldId="306"/>
            <ac:inkMk id="66" creationId="{CAFB6C4D-4A6E-9B45-8D23-43396AEC7131}"/>
          </ac:inkMkLst>
        </pc:inkChg>
        <pc:inkChg chg="add del">
          <ac:chgData name="Aggie Menezes" userId="74619c95fa3483c9" providerId="LiveId" clId="{D3128F82-6912-0F40-BAD3-A276DA5466DC}" dt="2021-03-18T10:32:18.907" v="3718"/>
          <ac:inkMkLst>
            <pc:docMk/>
            <pc:sldMk cId="2991207926" sldId="306"/>
            <ac:inkMk id="67" creationId="{85AFB69B-0ACC-244A-8C29-AB9B9F23721C}"/>
          </ac:inkMkLst>
        </pc:inkChg>
        <pc:inkChg chg="add del topLvl">
          <ac:chgData name="Aggie Menezes" userId="74619c95fa3483c9" providerId="LiveId" clId="{D3128F82-6912-0F40-BAD3-A276DA5466DC}" dt="2021-03-18T10:32:18.965" v="3732"/>
          <ac:inkMkLst>
            <pc:docMk/>
            <pc:sldMk cId="2991207926" sldId="306"/>
            <ac:inkMk id="68" creationId="{65D437E6-5B02-CA4F-8F27-425B75E27B46}"/>
          </ac:inkMkLst>
        </pc:inkChg>
        <pc:inkChg chg="add del topLvl">
          <ac:chgData name="Aggie Menezes" userId="74619c95fa3483c9" providerId="LiveId" clId="{D3128F82-6912-0F40-BAD3-A276DA5466DC}" dt="2021-03-18T10:32:18.933" v="3724"/>
          <ac:inkMkLst>
            <pc:docMk/>
            <pc:sldMk cId="2991207926" sldId="306"/>
            <ac:inkMk id="69" creationId="{C4BD7BE1-5268-DD46-90BC-4D30EE87C1C3}"/>
          </ac:inkMkLst>
        </pc:inkChg>
        <pc:inkChg chg="add del topLvl">
          <ac:chgData name="Aggie Menezes" userId="74619c95fa3483c9" providerId="LiveId" clId="{D3128F82-6912-0F40-BAD3-A276DA5466DC}" dt="2021-03-18T10:32:19.077" v="3757"/>
          <ac:inkMkLst>
            <pc:docMk/>
            <pc:sldMk cId="2991207926" sldId="306"/>
            <ac:inkMk id="70" creationId="{DF4BABDE-0491-FE49-B3D5-2FCC31881A91}"/>
          </ac:inkMkLst>
        </pc:inkChg>
        <pc:inkChg chg="add del topLvl">
          <ac:chgData name="Aggie Menezes" userId="74619c95fa3483c9" providerId="LiveId" clId="{D3128F82-6912-0F40-BAD3-A276DA5466DC}" dt="2021-03-18T10:32:19.009" v="3742"/>
          <ac:inkMkLst>
            <pc:docMk/>
            <pc:sldMk cId="2991207926" sldId="306"/>
            <ac:inkMk id="71" creationId="{D030F16B-E821-834F-80F8-585C5441A561}"/>
          </ac:inkMkLst>
        </pc:inkChg>
        <pc:inkChg chg="add del topLvl">
          <ac:chgData name="Aggie Menezes" userId="74619c95fa3483c9" providerId="LiveId" clId="{D3128F82-6912-0F40-BAD3-A276DA5466DC}" dt="2021-03-18T10:32:18.957" v="3730"/>
          <ac:inkMkLst>
            <pc:docMk/>
            <pc:sldMk cId="2991207926" sldId="306"/>
            <ac:inkMk id="72" creationId="{759CE8F4-CA39-6741-87E2-22B0BD0E4DBA}"/>
          </ac:inkMkLst>
        </pc:inkChg>
        <pc:inkChg chg="add del topLvl">
          <ac:chgData name="Aggie Menezes" userId="74619c95fa3483c9" providerId="LiveId" clId="{D3128F82-6912-0F40-BAD3-A276DA5466DC}" dt="2021-03-18T10:32:18.915" v="3720"/>
          <ac:inkMkLst>
            <pc:docMk/>
            <pc:sldMk cId="2991207926" sldId="306"/>
            <ac:inkMk id="73" creationId="{C31E8628-9942-C148-A7C7-37B575C2CF34}"/>
          </ac:inkMkLst>
        </pc:inkChg>
        <pc:inkChg chg="add del topLvl">
          <ac:chgData name="Aggie Menezes" userId="74619c95fa3483c9" providerId="LiveId" clId="{D3128F82-6912-0F40-BAD3-A276DA5466DC}" dt="2021-03-18T10:32:19.058" v="3753"/>
          <ac:inkMkLst>
            <pc:docMk/>
            <pc:sldMk cId="2991207926" sldId="306"/>
            <ac:inkMk id="75" creationId="{2A946811-8AED-3547-8BAC-F7A0E04706F3}"/>
          </ac:inkMkLst>
        </pc:inkChg>
        <pc:inkChg chg="add del topLvl">
          <ac:chgData name="Aggie Menezes" userId="74619c95fa3483c9" providerId="LiveId" clId="{D3128F82-6912-0F40-BAD3-A276DA5466DC}" dt="2021-03-18T10:32:18.995" v="3739"/>
          <ac:inkMkLst>
            <pc:docMk/>
            <pc:sldMk cId="2991207926" sldId="306"/>
            <ac:inkMk id="77" creationId="{7AB67A8F-ECEA-1942-A349-A421A7F45D5D}"/>
          </ac:inkMkLst>
        </pc:inkChg>
        <pc:inkChg chg="add del topLvl">
          <ac:chgData name="Aggie Menezes" userId="74619c95fa3483c9" providerId="LiveId" clId="{D3128F82-6912-0F40-BAD3-A276DA5466DC}" dt="2021-03-18T10:32:31.669" v="3773"/>
          <ac:inkMkLst>
            <pc:docMk/>
            <pc:sldMk cId="2991207926" sldId="306"/>
            <ac:inkMk id="78" creationId="{19AF3F47-27D8-FF4D-9F60-52A963891100}"/>
          </ac:inkMkLst>
        </pc:inkChg>
        <pc:inkChg chg="add del topLvl">
          <ac:chgData name="Aggie Menezes" userId="74619c95fa3483c9" providerId="LiveId" clId="{D3128F82-6912-0F40-BAD3-A276DA5466DC}" dt="2021-03-18T10:32:31.163" v="3772"/>
          <ac:inkMkLst>
            <pc:docMk/>
            <pc:sldMk cId="2991207926" sldId="306"/>
            <ac:inkMk id="79" creationId="{D06FB6D2-D13A-A24D-81E2-FED5EFEC295A}"/>
          </ac:inkMkLst>
        </pc:inkChg>
        <pc:inkChg chg="add del topLvl">
          <ac:chgData name="Aggie Menezes" userId="74619c95fa3483c9" providerId="LiveId" clId="{D3128F82-6912-0F40-BAD3-A276DA5466DC}" dt="2021-03-18T10:32:19.035" v="3748"/>
          <ac:inkMkLst>
            <pc:docMk/>
            <pc:sldMk cId="2991207926" sldId="306"/>
            <ac:inkMk id="80" creationId="{A39F35D9-1185-894D-98B8-5E5FF95488A8}"/>
          </ac:inkMkLst>
        </pc:inkChg>
      </pc:sldChg>
      <pc:sldChg chg="addSp delSp">
        <pc:chgData name="Aggie Menezes" userId="74619c95fa3483c9" providerId="LiveId" clId="{D3128F82-6912-0F40-BAD3-A276DA5466DC}" dt="2021-03-18T10:30:46.770" v="3717"/>
        <pc:sldMkLst>
          <pc:docMk/>
          <pc:sldMk cId="3639544081" sldId="308"/>
        </pc:sldMkLst>
        <pc:grpChg chg="add del">
          <ac:chgData name="Aggie Menezes" userId="74619c95fa3483c9" providerId="LiveId" clId="{D3128F82-6912-0F40-BAD3-A276DA5466DC}" dt="2021-03-18T10:30:46.659" v="3685"/>
          <ac:grpSpMkLst>
            <pc:docMk/>
            <pc:sldMk cId="3639544081" sldId="308"/>
            <ac:grpSpMk id="7" creationId="{8F08E510-A3A9-8746-9C47-76B1808F27E7}"/>
          </ac:grpSpMkLst>
        </pc:grpChg>
        <pc:grpChg chg="add del">
          <ac:chgData name="Aggie Menezes" userId="74619c95fa3483c9" providerId="LiveId" clId="{D3128F82-6912-0F40-BAD3-A276DA5466DC}" dt="2021-03-18T10:30:46.659" v="3685"/>
          <ac:grpSpMkLst>
            <pc:docMk/>
            <pc:sldMk cId="3639544081" sldId="308"/>
            <ac:grpSpMk id="16" creationId="{97F40ABA-872C-9C47-B6B3-E6D956B6679D}"/>
          </ac:grpSpMkLst>
        </pc:grpChg>
        <pc:grpChg chg="add del">
          <ac:chgData name="Aggie Menezes" userId="74619c95fa3483c9" providerId="LiveId" clId="{D3128F82-6912-0F40-BAD3-A276DA5466DC}" dt="2021-03-16T08:44:30.639" v="2240"/>
          <ac:grpSpMkLst>
            <pc:docMk/>
            <pc:sldMk cId="3639544081" sldId="308"/>
            <ac:grpSpMk id="22" creationId="{CE22E6B6-8E1F-944B-A346-72ED65D6FA0E}"/>
          </ac:grpSpMkLst>
        </pc:grpChg>
        <pc:grpChg chg="add del">
          <ac:chgData name="Aggie Menezes" userId="74619c95fa3483c9" providerId="LiveId" clId="{D3128F82-6912-0F40-BAD3-A276DA5466DC}" dt="2021-03-16T08:44:24.753" v="2229"/>
          <ac:grpSpMkLst>
            <pc:docMk/>
            <pc:sldMk cId="3639544081" sldId="308"/>
            <ac:grpSpMk id="26" creationId="{5889161A-6AD2-2E41-83BA-646A0AFC4E2A}"/>
          </ac:grpSpMkLst>
        </pc:grpChg>
        <pc:grpChg chg="add del">
          <ac:chgData name="Aggie Menezes" userId="74619c95fa3483c9" providerId="LiveId" clId="{D3128F82-6912-0F40-BAD3-A276DA5466DC}" dt="2021-03-16T08:44:26.939" v="2232"/>
          <ac:grpSpMkLst>
            <pc:docMk/>
            <pc:sldMk cId="3639544081" sldId="308"/>
            <ac:grpSpMk id="30" creationId="{0EEE373A-4172-7F4B-AAEF-0CA910738E09}"/>
          </ac:grpSpMkLst>
        </pc:grpChg>
        <pc:grpChg chg="add del">
          <ac:chgData name="Aggie Menezes" userId="74619c95fa3483c9" providerId="LiveId" clId="{D3128F82-6912-0F40-BAD3-A276DA5466DC}" dt="2021-03-16T08:44:59.838" v="2246"/>
          <ac:grpSpMkLst>
            <pc:docMk/>
            <pc:sldMk cId="3639544081" sldId="308"/>
            <ac:grpSpMk id="33" creationId="{F5B64F4E-27D5-9B4E-84E0-3E2C9098A26B}"/>
          </ac:grpSpMkLst>
        </pc:grpChg>
        <pc:grpChg chg="add del">
          <ac:chgData name="Aggie Menezes" userId="74619c95fa3483c9" providerId="LiveId" clId="{D3128F82-6912-0F40-BAD3-A276DA5466DC}" dt="2021-03-16T08:45:11.805" v="2252"/>
          <ac:grpSpMkLst>
            <pc:docMk/>
            <pc:sldMk cId="3639544081" sldId="308"/>
            <ac:grpSpMk id="41" creationId="{D1CB1510-346C-D54A-A285-0DCCC264AC5E}"/>
          </ac:grpSpMkLst>
        </pc:grpChg>
        <pc:grpChg chg="add del">
          <ac:chgData name="Aggie Menezes" userId="74619c95fa3483c9" providerId="LiveId" clId="{D3128F82-6912-0F40-BAD3-A276DA5466DC}" dt="2021-03-18T10:30:46.763" v="3715"/>
          <ac:grpSpMkLst>
            <pc:docMk/>
            <pc:sldMk cId="3639544081" sldId="308"/>
            <ac:grpSpMk id="44" creationId="{C35D0159-F488-124D-8791-138ED4A55160}"/>
          </ac:grpSpMkLst>
        </pc:grpChg>
        <pc:grpChg chg="add del">
          <ac:chgData name="Aggie Menezes" userId="74619c95fa3483c9" providerId="LiveId" clId="{D3128F82-6912-0F40-BAD3-A276DA5466DC}" dt="2021-03-16T08:45:11.805" v="2252"/>
          <ac:grpSpMkLst>
            <pc:docMk/>
            <pc:sldMk cId="3639544081" sldId="308"/>
            <ac:grpSpMk id="47" creationId="{61983C73-88EC-5B4E-B7B3-D705CA76B62E}"/>
          </ac:grpSpMkLst>
        </pc:grpChg>
        <pc:grpChg chg="add del">
          <ac:chgData name="Aggie Menezes" userId="74619c95fa3483c9" providerId="LiveId" clId="{D3128F82-6912-0F40-BAD3-A276DA5466DC}" dt="2021-03-16T08:45:16.522" v="2257"/>
          <ac:grpSpMkLst>
            <pc:docMk/>
            <pc:sldMk cId="3639544081" sldId="308"/>
            <ac:grpSpMk id="53" creationId="{9C71A7E1-7B3B-6C46-98E9-A68F9F47A874}"/>
          </ac:grpSpMkLst>
        </pc:grpChg>
        <pc:grpChg chg="add del">
          <ac:chgData name="Aggie Menezes" userId="74619c95fa3483c9" providerId="LiveId" clId="{D3128F82-6912-0F40-BAD3-A276DA5466DC}" dt="2021-03-16T08:45:42.759" v="2277"/>
          <ac:grpSpMkLst>
            <pc:docMk/>
            <pc:sldMk cId="3639544081" sldId="308"/>
            <ac:grpSpMk id="58" creationId="{6B8C188A-BA94-1142-B4C9-D21273ACDD67}"/>
          </ac:grpSpMkLst>
        </pc:grpChg>
        <pc:grpChg chg="add del">
          <ac:chgData name="Aggie Menezes" userId="74619c95fa3483c9" providerId="LiveId" clId="{D3128F82-6912-0F40-BAD3-A276DA5466DC}" dt="2021-03-16T08:45:32.809" v="2263"/>
          <ac:grpSpMkLst>
            <pc:docMk/>
            <pc:sldMk cId="3639544081" sldId="308"/>
            <ac:grpSpMk id="61" creationId="{D3971AA4-E254-BF4F-9431-ECB9C294BF06}"/>
          </ac:grpSpMkLst>
        </pc:grpChg>
        <pc:grpChg chg="add del">
          <ac:chgData name="Aggie Menezes" userId="74619c95fa3483c9" providerId="LiveId" clId="{D3128F82-6912-0F40-BAD3-A276DA5466DC}" dt="2021-03-16T08:45:42.759" v="2277"/>
          <ac:grpSpMkLst>
            <pc:docMk/>
            <pc:sldMk cId="3639544081" sldId="308"/>
            <ac:grpSpMk id="64" creationId="{11910968-E706-C744-B3F5-60A1489D4A77}"/>
          </ac:grpSpMkLst>
        </pc:grpChg>
        <pc:grpChg chg="add del">
          <ac:chgData name="Aggie Menezes" userId="74619c95fa3483c9" providerId="LiveId" clId="{D3128F82-6912-0F40-BAD3-A276DA5466DC}" dt="2021-03-18T10:30:46.767" v="3716"/>
          <ac:grpSpMkLst>
            <pc:docMk/>
            <pc:sldMk cId="3639544081" sldId="308"/>
            <ac:grpSpMk id="78" creationId="{DFA9D355-DAF2-7445-BB41-57DF654CABF2}"/>
          </ac:grpSpMkLst>
        </pc:grpChg>
        <pc:inkChg chg="add del">
          <ac:chgData name="Aggie Menezes" userId="74619c95fa3483c9" providerId="LiveId" clId="{D3128F82-6912-0F40-BAD3-A276DA5466DC}" dt="2021-03-18T10:30:46.622" v="3676"/>
          <ac:inkMkLst>
            <pc:docMk/>
            <pc:sldMk cId="3639544081" sldId="308"/>
            <ac:inkMk id="3" creationId="{1F705C83-BA52-114D-8014-C051A67103F5}"/>
          </ac:inkMkLst>
        </pc:inkChg>
        <pc:inkChg chg="add del topLvl">
          <ac:chgData name="Aggie Menezes" userId="74619c95fa3483c9" providerId="LiveId" clId="{D3128F82-6912-0F40-BAD3-A276DA5466DC}" dt="2021-03-18T10:30:46.659" v="3685"/>
          <ac:inkMkLst>
            <pc:docMk/>
            <pc:sldMk cId="3639544081" sldId="308"/>
            <ac:inkMk id="4" creationId="{024F612B-67EA-FF4F-A54F-BC8AFE1E0B34}"/>
          </ac:inkMkLst>
        </pc:inkChg>
        <pc:inkChg chg="add del topLvl">
          <ac:chgData name="Aggie Menezes" userId="74619c95fa3483c9" providerId="LiveId" clId="{D3128F82-6912-0F40-BAD3-A276DA5466DC}" dt="2021-03-18T10:30:46.757" v="3713"/>
          <ac:inkMkLst>
            <pc:docMk/>
            <pc:sldMk cId="3639544081" sldId="308"/>
            <ac:inkMk id="5" creationId="{F31E9D95-35B4-FB4F-B34E-75DD99CD8E8F}"/>
          </ac:inkMkLst>
        </pc:inkChg>
        <pc:inkChg chg="add del">
          <ac:chgData name="Aggie Menezes" userId="74619c95fa3483c9" providerId="LiveId" clId="{D3128F82-6912-0F40-BAD3-A276DA5466DC}" dt="2021-03-18T10:30:46.694" v="3694"/>
          <ac:inkMkLst>
            <pc:docMk/>
            <pc:sldMk cId="3639544081" sldId="308"/>
            <ac:inkMk id="18" creationId="{3BF580FB-9107-B641-BDE9-47D888A295B5}"/>
          </ac:inkMkLst>
        </pc:inkChg>
        <pc:inkChg chg="add del topLvl">
          <ac:chgData name="Aggie Menezes" userId="74619c95fa3483c9" providerId="LiveId" clId="{D3128F82-6912-0F40-BAD3-A276DA5466DC}" dt="2021-03-18T10:30:46.683" v="3690"/>
          <ac:inkMkLst>
            <pc:docMk/>
            <pc:sldMk cId="3639544081" sldId="308"/>
            <ac:inkMk id="19" creationId="{47545022-4220-EC4B-851F-65F0530C3083}"/>
          </ac:inkMkLst>
        </pc:inkChg>
        <pc:inkChg chg="add del topLvl">
          <ac:chgData name="Aggie Menezes" userId="74619c95fa3483c9" providerId="LiveId" clId="{D3128F82-6912-0F40-BAD3-A276DA5466DC}" dt="2021-03-18T10:30:46.664" v="3686"/>
          <ac:inkMkLst>
            <pc:docMk/>
            <pc:sldMk cId="3639544081" sldId="308"/>
            <ac:inkMk id="20" creationId="{C82FCA69-2D77-D943-9E5B-815738F7B83E}"/>
          </ac:inkMkLst>
        </pc:inkChg>
        <pc:inkChg chg="add del topLvl">
          <ac:chgData name="Aggie Menezes" userId="74619c95fa3483c9" providerId="LiveId" clId="{D3128F82-6912-0F40-BAD3-A276DA5466DC}" dt="2021-03-18T10:30:46.609" v="3673"/>
          <ac:inkMkLst>
            <pc:docMk/>
            <pc:sldMk cId="3639544081" sldId="308"/>
            <ac:inkMk id="21" creationId="{8E3EC52B-3BBC-E440-A050-34FC3215898A}"/>
          </ac:inkMkLst>
        </pc:inkChg>
        <pc:inkChg chg="add del topLvl">
          <ac:chgData name="Aggie Menezes" userId="74619c95fa3483c9" providerId="LiveId" clId="{D3128F82-6912-0F40-BAD3-A276DA5466DC}" dt="2021-03-18T10:30:46.627" v="3678"/>
          <ac:inkMkLst>
            <pc:docMk/>
            <pc:sldMk cId="3639544081" sldId="308"/>
            <ac:inkMk id="23" creationId="{CAE93280-BA96-9249-A3FB-36220B5DB793}"/>
          </ac:inkMkLst>
        </pc:inkChg>
        <pc:inkChg chg="add del topLvl">
          <ac:chgData name="Aggie Menezes" userId="74619c95fa3483c9" providerId="LiveId" clId="{D3128F82-6912-0F40-BAD3-A276DA5466DC}" dt="2021-03-18T10:30:46.653" v="3684"/>
          <ac:inkMkLst>
            <pc:docMk/>
            <pc:sldMk cId="3639544081" sldId="308"/>
            <ac:inkMk id="25" creationId="{C314FAE7-F5ED-1C4E-80A2-E72DE819CD32}"/>
          </ac:inkMkLst>
        </pc:inkChg>
        <pc:inkChg chg="add del topLvl">
          <ac:chgData name="Aggie Menezes" userId="74619c95fa3483c9" providerId="LiveId" clId="{D3128F82-6912-0F40-BAD3-A276DA5466DC}" dt="2021-03-18T10:30:46.584" v="3668"/>
          <ac:inkMkLst>
            <pc:docMk/>
            <pc:sldMk cId="3639544081" sldId="308"/>
            <ac:inkMk id="27" creationId="{E40E1200-CAE2-1D41-B198-5B27972CCE95}"/>
          </ac:inkMkLst>
        </pc:inkChg>
        <pc:inkChg chg="add del topLvl">
          <ac:chgData name="Aggie Menezes" userId="74619c95fa3483c9" providerId="LiveId" clId="{D3128F82-6912-0F40-BAD3-A276DA5466DC}" dt="2021-03-18T10:30:46.748" v="3710"/>
          <ac:inkMkLst>
            <pc:docMk/>
            <pc:sldMk cId="3639544081" sldId="308"/>
            <ac:inkMk id="28" creationId="{153A024A-6F1C-434A-BCFB-143F27343111}"/>
          </ac:inkMkLst>
        </pc:inkChg>
        <pc:inkChg chg="add del topLvl">
          <ac:chgData name="Aggie Menezes" userId="74619c95fa3483c9" providerId="LiveId" clId="{D3128F82-6912-0F40-BAD3-A276DA5466DC}" dt="2021-03-18T10:30:46.705" v="3697"/>
          <ac:inkMkLst>
            <pc:docMk/>
            <pc:sldMk cId="3639544081" sldId="308"/>
            <ac:inkMk id="29" creationId="{C13AFCB0-FF0A-FB4D-8E24-3864665740FD}"/>
          </ac:inkMkLst>
        </pc:inkChg>
        <pc:inkChg chg="add del topLvl">
          <ac:chgData name="Aggie Menezes" userId="74619c95fa3483c9" providerId="LiveId" clId="{D3128F82-6912-0F40-BAD3-A276DA5466DC}" dt="2021-03-18T10:30:46.685" v="3691"/>
          <ac:inkMkLst>
            <pc:docMk/>
            <pc:sldMk cId="3639544081" sldId="308"/>
            <ac:inkMk id="31" creationId="{DEE4174C-AED8-C24A-B5FF-8B8958B8F738}"/>
          </ac:inkMkLst>
        </pc:inkChg>
        <pc:inkChg chg="add del topLvl">
          <ac:chgData name="Aggie Menezes" userId="74619c95fa3483c9" providerId="LiveId" clId="{D3128F82-6912-0F40-BAD3-A276DA5466DC}" dt="2021-03-18T10:30:46.716" v="3700"/>
          <ac:inkMkLst>
            <pc:docMk/>
            <pc:sldMk cId="3639544081" sldId="308"/>
            <ac:inkMk id="32" creationId="{8FB0B031-186E-A44B-B25D-6ECC499A10B3}"/>
          </ac:inkMkLst>
        </pc:inkChg>
        <pc:inkChg chg="add del topLvl">
          <ac:chgData name="Aggie Menezes" userId="74619c95fa3483c9" providerId="LiveId" clId="{D3128F82-6912-0F40-BAD3-A276DA5466DC}" dt="2021-03-18T10:30:46.767" v="3716"/>
          <ac:inkMkLst>
            <pc:docMk/>
            <pc:sldMk cId="3639544081" sldId="308"/>
            <ac:inkMk id="34" creationId="{AD50FBF9-493C-DC47-B886-EFFA33D8D05E}"/>
          </ac:inkMkLst>
        </pc:inkChg>
        <pc:inkChg chg="add del topLvl">
          <ac:chgData name="Aggie Menezes" userId="74619c95fa3483c9" providerId="LiveId" clId="{D3128F82-6912-0F40-BAD3-A276DA5466DC}" dt="2021-03-18T10:30:46.650" v="3683"/>
          <ac:inkMkLst>
            <pc:docMk/>
            <pc:sldMk cId="3639544081" sldId="308"/>
            <ac:inkMk id="35" creationId="{3FCA86D0-A4CE-0044-AA23-5F1F3E512FD1}"/>
          </ac:inkMkLst>
        </pc:inkChg>
        <pc:inkChg chg="add del topLvl">
          <ac:chgData name="Aggie Menezes" userId="74619c95fa3483c9" providerId="LiveId" clId="{D3128F82-6912-0F40-BAD3-A276DA5466DC}" dt="2021-03-18T10:30:46.643" v="3681"/>
          <ac:inkMkLst>
            <pc:docMk/>
            <pc:sldMk cId="3639544081" sldId="308"/>
            <ac:inkMk id="36" creationId="{9564445F-DDC6-6F40-9104-5879B5B7C3BF}"/>
          </ac:inkMkLst>
        </pc:inkChg>
        <pc:inkChg chg="add del topLvl">
          <ac:chgData name="Aggie Menezes" userId="74619c95fa3483c9" providerId="LiveId" clId="{D3128F82-6912-0F40-BAD3-A276DA5466DC}" dt="2021-03-18T10:30:46.702" v="3696"/>
          <ac:inkMkLst>
            <pc:docMk/>
            <pc:sldMk cId="3639544081" sldId="308"/>
            <ac:inkMk id="37" creationId="{77BED65B-5B1E-714E-873E-9BAA9F190591}"/>
          </ac:inkMkLst>
        </pc:inkChg>
        <pc:inkChg chg="add del topLvl">
          <ac:chgData name="Aggie Menezes" userId="74619c95fa3483c9" providerId="LiveId" clId="{D3128F82-6912-0F40-BAD3-A276DA5466DC}" dt="2021-03-18T10:30:46.759" v="3714"/>
          <ac:inkMkLst>
            <pc:docMk/>
            <pc:sldMk cId="3639544081" sldId="308"/>
            <ac:inkMk id="38" creationId="{045BDC77-3A3B-4245-A6F9-91F3253C213E}"/>
          </ac:inkMkLst>
        </pc:inkChg>
        <pc:inkChg chg="add del topLvl">
          <ac:chgData name="Aggie Menezes" userId="74619c95fa3483c9" providerId="LiveId" clId="{D3128F82-6912-0F40-BAD3-A276DA5466DC}" dt="2021-03-18T10:30:46.637" v="3680"/>
          <ac:inkMkLst>
            <pc:docMk/>
            <pc:sldMk cId="3639544081" sldId="308"/>
            <ac:inkMk id="39" creationId="{A0FE6071-B5A4-CD41-906E-70324A06AFC2}"/>
          </ac:inkMkLst>
        </pc:inkChg>
        <pc:inkChg chg="add del topLvl">
          <ac:chgData name="Aggie Menezes" userId="74619c95fa3483c9" providerId="LiveId" clId="{D3128F82-6912-0F40-BAD3-A276DA5466DC}" dt="2021-03-18T10:30:46.732" v="3705"/>
          <ac:inkMkLst>
            <pc:docMk/>
            <pc:sldMk cId="3639544081" sldId="308"/>
            <ac:inkMk id="40" creationId="{DE22B566-8781-8F44-869A-CBD43964104E}"/>
          </ac:inkMkLst>
        </pc:inkChg>
        <pc:inkChg chg="add topLvl">
          <ac:chgData name="Aggie Menezes" userId="74619c95fa3483c9" providerId="LiveId" clId="{D3128F82-6912-0F40-BAD3-A276DA5466DC}" dt="2021-03-18T10:30:46.763" v="3715"/>
          <ac:inkMkLst>
            <pc:docMk/>
            <pc:sldMk cId="3639544081" sldId="308"/>
            <ac:inkMk id="42" creationId="{A9AFD872-4B2B-1F4B-A4D3-6C3E920D4441}"/>
          </ac:inkMkLst>
        </pc:inkChg>
        <pc:inkChg chg="add del topLvl">
          <ac:chgData name="Aggie Menezes" userId="74619c95fa3483c9" providerId="LiveId" clId="{D3128F82-6912-0F40-BAD3-A276DA5466DC}" dt="2021-03-18T10:30:46.763" v="3715"/>
          <ac:inkMkLst>
            <pc:docMk/>
            <pc:sldMk cId="3639544081" sldId="308"/>
            <ac:inkMk id="43" creationId="{763F2D8A-C0E8-1E4C-AB7E-C385135C9F2F}"/>
          </ac:inkMkLst>
        </pc:inkChg>
        <pc:inkChg chg="add del topLvl">
          <ac:chgData name="Aggie Menezes" userId="74619c95fa3483c9" providerId="LiveId" clId="{D3128F82-6912-0F40-BAD3-A276DA5466DC}" dt="2021-03-18T10:30:46.645" v="3682"/>
          <ac:inkMkLst>
            <pc:docMk/>
            <pc:sldMk cId="3639544081" sldId="308"/>
            <ac:inkMk id="45" creationId="{9742D30D-46D3-8B4F-9A67-67C6F47F2148}"/>
          </ac:inkMkLst>
        </pc:inkChg>
        <pc:inkChg chg="add del topLvl">
          <ac:chgData name="Aggie Menezes" userId="74619c95fa3483c9" providerId="LiveId" clId="{D3128F82-6912-0F40-BAD3-A276DA5466DC}" dt="2021-03-18T10:30:46.624" v="3677"/>
          <ac:inkMkLst>
            <pc:docMk/>
            <pc:sldMk cId="3639544081" sldId="308"/>
            <ac:inkMk id="46" creationId="{4E5494BA-12F6-8644-920E-46644457F2DA}"/>
          </ac:inkMkLst>
        </pc:inkChg>
        <pc:inkChg chg="add del topLvl">
          <ac:chgData name="Aggie Menezes" userId="74619c95fa3483c9" providerId="LiveId" clId="{D3128F82-6912-0F40-BAD3-A276DA5466DC}" dt="2021-03-18T10:30:46.738" v="3707"/>
          <ac:inkMkLst>
            <pc:docMk/>
            <pc:sldMk cId="3639544081" sldId="308"/>
            <ac:inkMk id="48" creationId="{F520A3D9-66DF-9240-AB7C-603B10380316}"/>
          </ac:inkMkLst>
        </pc:inkChg>
        <pc:inkChg chg="add del topLvl">
          <ac:chgData name="Aggie Menezes" userId="74619c95fa3483c9" providerId="LiveId" clId="{D3128F82-6912-0F40-BAD3-A276DA5466DC}" dt="2021-03-18T10:30:46.770" v="3717"/>
          <ac:inkMkLst>
            <pc:docMk/>
            <pc:sldMk cId="3639544081" sldId="308"/>
            <ac:inkMk id="49" creationId="{994DA318-1FD2-7246-9F20-EECA689B26E4}"/>
          </ac:inkMkLst>
        </pc:inkChg>
        <pc:inkChg chg="add del topLvl">
          <ac:chgData name="Aggie Menezes" userId="74619c95fa3483c9" providerId="LiveId" clId="{D3128F82-6912-0F40-BAD3-A276DA5466DC}" dt="2021-03-18T10:30:46.754" v="3712"/>
          <ac:inkMkLst>
            <pc:docMk/>
            <pc:sldMk cId="3639544081" sldId="308"/>
            <ac:inkMk id="50" creationId="{7B44D51A-27DF-C54E-962F-59BFB3D984DA}"/>
          </ac:inkMkLst>
        </pc:inkChg>
        <pc:inkChg chg="add del topLvl">
          <ac:chgData name="Aggie Menezes" userId="74619c95fa3483c9" providerId="LiveId" clId="{D3128F82-6912-0F40-BAD3-A276DA5466DC}" dt="2021-03-18T10:30:46.709" v="3698"/>
          <ac:inkMkLst>
            <pc:docMk/>
            <pc:sldMk cId="3639544081" sldId="308"/>
            <ac:inkMk id="51" creationId="{3AB251B8-026F-AE44-8A6E-62377F69DDC3}"/>
          </ac:inkMkLst>
        </pc:inkChg>
        <pc:inkChg chg="add del topLvl">
          <ac:chgData name="Aggie Menezes" userId="74619c95fa3483c9" providerId="LiveId" clId="{D3128F82-6912-0F40-BAD3-A276DA5466DC}" dt="2021-03-18T10:30:46.729" v="3704"/>
          <ac:inkMkLst>
            <pc:docMk/>
            <pc:sldMk cId="3639544081" sldId="308"/>
            <ac:inkMk id="52" creationId="{D4FFE0D7-7DEB-AC42-A296-F2745BB6530F}"/>
          </ac:inkMkLst>
        </pc:inkChg>
        <pc:inkChg chg="add del topLvl">
          <ac:chgData name="Aggie Menezes" userId="74619c95fa3483c9" providerId="LiveId" clId="{D3128F82-6912-0F40-BAD3-A276DA5466DC}" dt="2021-03-18T10:30:46.692" v="3693"/>
          <ac:inkMkLst>
            <pc:docMk/>
            <pc:sldMk cId="3639544081" sldId="308"/>
            <ac:inkMk id="54" creationId="{28B3AAC6-7071-D04A-ADF5-FB9156389E4A}"/>
          </ac:inkMkLst>
        </pc:inkChg>
        <pc:inkChg chg="add del topLvl">
          <ac:chgData name="Aggie Menezes" userId="74619c95fa3483c9" providerId="LiveId" clId="{D3128F82-6912-0F40-BAD3-A276DA5466DC}" dt="2021-03-18T10:30:46.751" v="3711"/>
          <ac:inkMkLst>
            <pc:docMk/>
            <pc:sldMk cId="3639544081" sldId="308"/>
            <ac:inkMk id="55" creationId="{40606706-4B28-8240-B77C-D98DD7FAF25E}"/>
          </ac:inkMkLst>
        </pc:inkChg>
        <pc:inkChg chg="add del topLvl">
          <ac:chgData name="Aggie Menezes" userId="74619c95fa3483c9" providerId="LiveId" clId="{D3128F82-6912-0F40-BAD3-A276DA5466DC}" dt="2021-03-18T10:30:46.678" v="3689"/>
          <ac:inkMkLst>
            <pc:docMk/>
            <pc:sldMk cId="3639544081" sldId="308"/>
            <ac:inkMk id="56" creationId="{881831BB-06B3-2E46-B60F-8C1147839672}"/>
          </ac:inkMkLst>
        </pc:inkChg>
        <pc:inkChg chg="add del topLvl">
          <ac:chgData name="Aggie Menezes" userId="74619c95fa3483c9" providerId="LiveId" clId="{D3128F82-6912-0F40-BAD3-A276DA5466DC}" dt="2021-03-18T10:30:46.723" v="3702"/>
          <ac:inkMkLst>
            <pc:docMk/>
            <pc:sldMk cId="3639544081" sldId="308"/>
            <ac:inkMk id="57" creationId="{EF0FB110-04AA-A141-90AB-9CC92987C1DA}"/>
          </ac:inkMkLst>
        </pc:inkChg>
        <pc:inkChg chg="add del topLvl">
          <ac:chgData name="Aggie Menezes" userId="74619c95fa3483c9" providerId="LiveId" clId="{D3128F82-6912-0F40-BAD3-A276DA5466DC}" dt="2021-03-18T10:30:46.719" v="3701"/>
          <ac:inkMkLst>
            <pc:docMk/>
            <pc:sldMk cId="3639544081" sldId="308"/>
            <ac:inkMk id="59" creationId="{B104E83E-632E-1B45-A371-2C182CBF144D}"/>
          </ac:inkMkLst>
        </pc:inkChg>
        <pc:inkChg chg="add del topLvl">
          <ac:chgData name="Aggie Menezes" userId="74619c95fa3483c9" providerId="LiveId" clId="{D3128F82-6912-0F40-BAD3-A276DA5466DC}" dt="2021-03-18T10:30:46.688" v="3692"/>
          <ac:inkMkLst>
            <pc:docMk/>
            <pc:sldMk cId="3639544081" sldId="308"/>
            <ac:inkMk id="60" creationId="{156549EB-360B-D440-B629-2C80143DA5CE}"/>
          </ac:inkMkLst>
        </pc:inkChg>
        <pc:inkChg chg="add del topLvl">
          <ac:chgData name="Aggie Menezes" userId="74619c95fa3483c9" providerId="LiveId" clId="{D3128F82-6912-0F40-BAD3-A276DA5466DC}" dt="2021-03-18T10:30:46.734" v="3706"/>
          <ac:inkMkLst>
            <pc:docMk/>
            <pc:sldMk cId="3639544081" sldId="308"/>
            <ac:inkMk id="62" creationId="{47312B88-945A-CD40-A2D4-474F397269C5}"/>
          </ac:inkMkLst>
        </pc:inkChg>
        <pc:inkChg chg="add del topLvl">
          <ac:chgData name="Aggie Menezes" userId="74619c95fa3483c9" providerId="LiveId" clId="{D3128F82-6912-0F40-BAD3-A276DA5466DC}" dt="2021-03-18T10:30:46.603" v="3672"/>
          <ac:inkMkLst>
            <pc:docMk/>
            <pc:sldMk cId="3639544081" sldId="308"/>
            <ac:inkMk id="63" creationId="{9441D86B-CAEB-3842-9765-463EF254F37C}"/>
          </ac:inkMkLst>
        </pc:inkChg>
        <pc:inkChg chg="add del">
          <ac:chgData name="Aggie Menezes" userId="74619c95fa3483c9" providerId="LiveId" clId="{D3128F82-6912-0F40-BAD3-A276DA5466DC}" dt="2021-03-18T10:30:46.619" v="3675"/>
          <ac:inkMkLst>
            <pc:docMk/>
            <pc:sldMk cId="3639544081" sldId="308"/>
            <ac:inkMk id="65" creationId="{AA625437-D7D4-F34B-9B7E-AFC0C89F35F3}"/>
          </ac:inkMkLst>
        </pc:inkChg>
        <pc:inkChg chg="add del">
          <ac:chgData name="Aggie Menezes" userId="74619c95fa3483c9" providerId="LiveId" clId="{D3128F82-6912-0F40-BAD3-A276DA5466DC}" dt="2021-03-18T10:30:46.595" v="3670"/>
          <ac:inkMkLst>
            <pc:docMk/>
            <pc:sldMk cId="3639544081" sldId="308"/>
            <ac:inkMk id="66" creationId="{9C029044-000D-BF4C-A920-70E5E31F6065}"/>
          </ac:inkMkLst>
        </pc:inkChg>
        <pc:inkChg chg="add del">
          <ac:chgData name="Aggie Menezes" userId="74619c95fa3483c9" providerId="LiveId" clId="{D3128F82-6912-0F40-BAD3-A276DA5466DC}" dt="2021-03-18T10:30:46.698" v="3695"/>
          <ac:inkMkLst>
            <pc:docMk/>
            <pc:sldMk cId="3639544081" sldId="308"/>
            <ac:inkMk id="67" creationId="{8E495CEC-CF8C-374E-BF9F-90CD86AB6FA4}"/>
          </ac:inkMkLst>
        </pc:inkChg>
        <pc:inkChg chg="add del">
          <ac:chgData name="Aggie Menezes" userId="74619c95fa3483c9" providerId="LiveId" clId="{D3128F82-6912-0F40-BAD3-A276DA5466DC}" dt="2021-03-18T10:30:46.601" v="3671"/>
          <ac:inkMkLst>
            <pc:docMk/>
            <pc:sldMk cId="3639544081" sldId="308"/>
            <ac:inkMk id="68" creationId="{C1E5AE22-E050-D543-9B2D-1887679D34DB}"/>
          </ac:inkMkLst>
        </pc:inkChg>
        <pc:inkChg chg="add del">
          <ac:chgData name="Aggie Menezes" userId="74619c95fa3483c9" providerId="LiveId" clId="{D3128F82-6912-0F40-BAD3-A276DA5466DC}" dt="2021-03-18T10:30:46.589" v="3669"/>
          <ac:inkMkLst>
            <pc:docMk/>
            <pc:sldMk cId="3639544081" sldId="308"/>
            <ac:inkMk id="69" creationId="{9EF78511-0180-9744-B447-7413847B26FB}"/>
          </ac:inkMkLst>
        </pc:inkChg>
        <pc:inkChg chg="add del">
          <ac:chgData name="Aggie Menezes" userId="74619c95fa3483c9" providerId="LiveId" clId="{D3128F82-6912-0F40-BAD3-A276DA5466DC}" dt="2021-03-18T10:30:46.632" v="3679"/>
          <ac:inkMkLst>
            <pc:docMk/>
            <pc:sldMk cId="3639544081" sldId="308"/>
            <ac:inkMk id="70" creationId="{018360BD-2950-A148-8C88-DF7E56123DF0}"/>
          </ac:inkMkLst>
        </pc:inkChg>
        <pc:inkChg chg="add del">
          <ac:chgData name="Aggie Menezes" userId="74619c95fa3483c9" providerId="LiveId" clId="{D3128F82-6912-0F40-BAD3-A276DA5466DC}" dt="2021-03-18T10:30:46.614" v="3674"/>
          <ac:inkMkLst>
            <pc:docMk/>
            <pc:sldMk cId="3639544081" sldId="308"/>
            <ac:inkMk id="71" creationId="{C1A94A91-A129-6D4B-BCE4-BF8A76EAE9C6}"/>
          </ac:inkMkLst>
        </pc:inkChg>
        <pc:inkChg chg="add del">
          <ac:chgData name="Aggie Menezes" userId="74619c95fa3483c9" providerId="LiveId" clId="{D3128F82-6912-0F40-BAD3-A276DA5466DC}" dt="2021-03-18T10:30:46.713" v="3699"/>
          <ac:inkMkLst>
            <pc:docMk/>
            <pc:sldMk cId="3639544081" sldId="308"/>
            <ac:inkMk id="72" creationId="{DCC21935-6268-D944-B99D-493131B98D7F}"/>
          </ac:inkMkLst>
        </pc:inkChg>
        <pc:inkChg chg="add del">
          <ac:chgData name="Aggie Menezes" userId="74619c95fa3483c9" providerId="LiveId" clId="{D3128F82-6912-0F40-BAD3-A276DA5466DC}" dt="2021-03-18T10:30:46.581" v="3667"/>
          <ac:inkMkLst>
            <pc:docMk/>
            <pc:sldMk cId="3639544081" sldId="308"/>
            <ac:inkMk id="73" creationId="{E0DEA102-E33C-7640-85A2-45827E20DD53}"/>
          </ac:inkMkLst>
        </pc:inkChg>
        <pc:inkChg chg="add del">
          <ac:chgData name="Aggie Menezes" userId="74619c95fa3483c9" providerId="LiveId" clId="{D3128F82-6912-0F40-BAD3-A276DA5466DC}" dt="2021-03-18T10:30:46.674" v="3688"/>
          <ac:inkMkLst>
            <pc:docMk/>
            <pc:sldMk cId="3639544081" sldId="308"/>
            <ac:inkMk id="74" creationId="{1970844E-0F50-624E-B4A1-FA836DD5964D}"/>
          </ac:inkMkLst>
        </pc:inkChg>
        <pc:inkChg chg="add del">
          <ac:chgData name="Aggie Menezes" userId="74619c95fa3483c9" providerId="LiveId" clId="{D3128F82-6912-0F40-BAD3-A276DA5466DC}" dt="2021-03-18T10:30:46.669" v="3687"/>
          <ac:inkMkLst>
            <pc:docMk/>
            <pc:sldMk cId="3639544081" sldId="308"/>
            <ac:inkMk id="75" creationId="{B9C3B6C5-AA73-9E4A-951C-545DCF5AA2EA}"/>
          </ac:inkMkLst>
        </pc:inkChg>
        <pc:inkChg chg="add del">
          <ac:chgData name="Aggie Menezes" userId="74619c95fa3483c9" providerId="LiveId" clId="{D3128F82-6912-0F40-BAD3-A276DA5466DC}" dt="2021-03-18T10:30:46.741" v="3708"/>
          <ac:inkMkLst>
            <pc:docMk/>
            <pc:sldMk cId="3639544081" sldId="308"/>
            <ac:inkMk id="76" creationId="{29960985-8061-E940-A898-38D03E5659B8}"/>
          </ac:inkMkLst>
        </pc:inkChg>
        <pc:inkChg chg="add del">
          <ac:chgData name="Aggie Menezes" userId="74619c95fa3483c9" providerId="LiveId" clId="{D3128F82-6912-0F40-BAD3-A276DA5466DC}" dt="2021-03-18T10:30:46.745" v="3709"/>
          <ac:inkMkLst>
            <pc:docMk/>
            <pc:sldMk cId="3639544081" sldId="308"/>
            <ac:inkMk id="77" creationId="{5B9C01F5-C84E-A048-86DA-952E87AA63FA}"/>
          </ac:inkMkLst>
        </pc:inkChg>
        <pc:inkChg chg="add del">
          <ac:chgData name="Aggie Menezes" userId="74619c95fa3483c9" providerId="LiveId" clId="{D3128F82-6912-0F40-BAD3-A276DA5466DC}" dt="2021-03-18T10:30:46.725" v="3703"/>
          <ac:inkMkLst>
            <pc:docMk/>
            <pc:sldMk cId="3639544081" sldId="308"/>
            <ac:inkMk id="79" creationId="{AAC33894-45E7-5D45-BB6A-34A815204363}"/>
          </ac:inkMkLst>
        </pc:inkChg>
      </pc:sldChg>
      <pc:sldChg chg="addSp delSp new">
        <pc:chgData name="Aggie Menezes" userId="74619c95fa3483c9" providerId="LiveId" clId="{D3128F82-6912-0F40-BAD3-A276DA5466DC}" dt="2021-02-02T04:19:54.869" v="130"/>
        <pc:sldMkLst>
          <pc:docMk/>
          <pc:sldMk cId="309253982" sldId="310"/>
        </pc:sldMkLst>
        <pc:grpChg chg="add del">
          <ac:chgData name="Aggie Menezes" userId="74619c95fa3483c9" providerId="LiveId" clId="{D3128F82-6912-0F40-BAD3-A276DA5466DC}" dt="2021-02-02T04:18:15.956" v="91"/>
          <ac:grpSpMkLst>
            <pc:docMk/>
            <pc:sldMk cId="309253982" sldId="310"/>
            <ac:grpSpMk id="11" creationId="{39F04B2D-CBDF-C64B-B7D3-0CE31EF75C3F}"/>
          </ac:grpSpMkLst>
        </pc:grpChg>
        <pc:grpChg chg="add del">
          <ac:chgData name="Aggie Menezes" userId="74619c95fa3483c9" providerId="LiveId" clId="{D3128F82-6912-0F40-BAD3-A276DA5466DC}" dt="2021-02-02T04:18:19.129" v="93"/>
          <ac:grpSpMkLst>
            <pc:docMk/>
            <pc:sldMk cId="309253982" sldId="310"/>
            <ac:grpSpMk id="15" creationId="{5C73A168-0330-AA42-89B9-EA48A3B5CF8A}"/>
          </ac:grpSpMkLst>
        </pc:grpChg>
        <pc:grpChg chg="add del">
          <ac:chgData name="Aggie Menezes" userId="74619c95fa3483c9" providerId="LiveId" clId="{D3128F82-6912-0F40-BAD3-A276DA5466DC}" dt="2021-02-02T04:18:14.056" v="89"/>
          <ac:grpSpMkLst>
            <pc:docMk/>
            <pc:sldMk cId="309253982" sldId="310"/>
            <ac:grpSpMk id="18" creationId="{C1A64F56-565F-2948-8406-797985155CAA}"/>
          </ac:grpSpMkLst>
        </pc:grpChg>
        <pc:grpChg chg="add">
          <ac:chgData name="Aggie Menezes" userId="74619c95fa3483c9" providerId="LiveId" clId="{D3128F82-6912-0F40-BAD3-A276DA5466DC}" dt="2021-02-02T04:18:14.056" v="89"/>
          <ac:grpSpMkLst>
            <pc:docMk/>
            <pc:sldMk cId="309253982" sldId="310"/>
            <ac:grpSpMk id="20" creationId="{37B1307B-6B03-7545-8D4F-DB10F412E509}"/>
          </ac:grpSpMkLst>
        </pc:grpChg>
        <pc:grpChg chg="add">
          <ac:chgData name="Aggie Menezes" userId="74619c95fa3483c9" providerId="LiveId" clId="{D3128F82-6912-0F40-BAD3-A276DA5466DC}" dt="2021-02-02T04:18:15.956" v="91"/>
          <ac:grpSpMkLst>
            <pc:docMk/>
            <pc:sldMk cId="309253982" sldId="310"/>
            <ac:grpSpMk id="22" creationId="{27AAF893-49B1-D144-86D2-188DF32E8101}"/>
          </ac:grpSpMkLst>
        </pc:grpChg>
        <pc:grpChg chg="add">
          <ac:chgData name="Aggie Menezes" userId="74619c95fa3483c9" providerId="LiveId" clId="{D3128F82-6912-0F40-BAD3-A276DA5466DC}" dt="2021-02-02T04:18:19.129" v="93"/>
          <ac:grpSpMkLst>
            <pc:docMk/>
            <pc:sldMk cId="309253982" sldId="310"/>
            <ac:grpSpMk id="24" creationId="{A78B0611-E0FF-AF46-88DD-0AB95A165A77}"/>
          </ac:grpSpMkLst>
        </pc:grpChg>
        <pc:grpChg chg="add">
          <ac:chgData name="Aggie Menezes" userId="74619c95fa3483c9" providerId="LiveId" clId="{D3128F82-6912-0F40-BAD3-A276DA5466DC}" dt="2021-02-02T04:18:57.945" v="97"/>
          <ac:grpSpMkLst>
            <pc:docMk/>
            <pc:sldMk cId="309253982" sldId="310"/>
            <ac:grpSpMk id="28" creationId="{EBF1BC7F-7B74-984B-AE51-1D9F58D1CB5E}"/>
          </ac:grpSpMkLst>
        </pc:grpChg>
        <pc:grpChg chg="add del">
          <ac:chgData name="Aggie Menezes" userId="74619c95fa3483c9" providerId="LiveId" clId="{D3128F82-6912-0F40-BAD3-A276DA5466DC}" dt="2021-02-02T04:19:35.442" v="103"/>
          <ac:grpSpMkLst>
            <pc:docMk/>
            <pc:sldMk cId="309253982" sldId="310"/>
            <ac:grpSpMk id="32" creationId="{D5D3BC81-5BA0-D844-AAEC-19F7BAE82403}"/>
          </ac:grpSpMkLst>
        </pc:grpChg>
        <pc:grpChg chg="add del">
          <ac:chgData name="Aggie Menezes" userId="74619c95fa3483c9" providerId="LiveId" clId="{D3128F82-6912-0F40-BAD3-A276DA5466DC}" dt="2021-02-02T04:19:36.661" v="105"/>
          <ac:grpSpMkLst>
            <pc:docMk/>
            <pc:sldMk cId="309253982" sldId="310"/>
            <ac:grpSpMk id="34" creationId="{44973A4A-957F-A542-A243-5BBAB323123A}"/>
          </ac:grpSpMkLst>
        </pc:grpChg>
        <pc:grpChg chg="add del">
          <ac:chgData name="Aggie Menezes" userId="74619c95fa3483c9" providerId="LiveId" clId="{D3128F82-6912-0F40-BAD3-A276DA5466DC}" dt="2021-02-02T04:19:47.790" v="118"/>
          <ac:grpSpMkLst>
            <pc:docMk/>
            <pc:sldMk cId="309253982" sldId="310"/>
            <ac:grpSpMk id="36" creationId="{ADBAFF8C-E83E-784D-8FFA-21E336CB52FE}"/>
          </ac:grpSpMkLst>
        </pc:grpChg>
        <pc:grpChg chg="add del">
          <ac:chgData name="Aggie Menezes" userId="74619c95fa3483c9" providerId="LiveId" clId="{D3128F82-6912-0F40-BAD3-A276DA5466DC}" dt="2021-02-02T04:19:47.790" v="118"/>
          <ac:grpSpMkLst>
            <pc:docMk/>
            <pc:sldMk cId="309253982" sldId="310"/>
            <ac:grpSpMk id="41" creationId="{ACE459E8-8F0D-AF47-8392-C4507433E877}"/>
          </ac:grpSpMkLst>
        </pc:grpChg>
        <pc:grpChg chg="add del">
          <ac:chgData name="Aggie Menezes" userId="74619c95fa3483c9" providerId="LiveId" clId="{D3128F82-6912-0F40-BAD3-A276DA5466DC}" dt="2021-02-02T04:19:51.364" v="120"/>
          <ac:grpSpMkLst>
            <pc:docMk/>
            <pc:sldMk cId="309253982" sldId="310"/>
            <ac:grpSpMk id="49" creationId="{2E6856A0-C387-214F-9287-4E212DD935DF}"/>
          </ac:grpSpMkLst>
        </pc:grpChg>
        <pc:grpChg chg="add del">
          <ac:chgData name="Aggie Menezes" userId="74619c95fa3483c9" providerId="LiveId" clId="{D3128F82-6912-0F40-BAD3-A276DA5466DC}" dt="2021-02-02T04:19:54.869" v="130"/>
          <ac:grpSpMkLst>
            <pc:docMk/>
            <pc:sldMk cId="309253982" sldId="310"/>
            <ac:grpSpMk id="51" creationId="{012373CF-73BF-4A46-A729-E1ED4A9688AF}"/>
          </ac:grpSpMkLst>
        </pc:grpChg>
        <pc:grpChg chg="add">
          <ac:chgData name="Aggie Menezes" userId="74619c95fa3483c9" providerId="LiveId" clId="{D3128F82-6912-0F40-BAD3-A276DA5466DC}" dt="2021-02-02T04:19:54.869" v="130"/>
          <ac:grpSpMkLst>
            <pc:docMk/>
            <pc:sldMk cId="309253982" sldId="310"/>
            <ac:grpSpMk id="61" creationId="{4252812C-5203-1C4F-A6E6-952C321E545E}"/>
          </ac:grpSpMkLst>
        </pc:grpChg>
        <pc:inkChg chg="add">
          <ac:chgData name="Aggie Menezes" userId="74619c95fa3483c9" providerId="LiveId" clId="{D3128F82-6912-0F40-BAD3-A276DA5466DC}" dt="2021-02-02T04:17:20.716" v="72"/>
          <ac:inkMkLst>
            <pc:docMk/>
            <pc:sldMk cId="309253982" sldId="310"/>
            <ac:inkMk id="3" creationId="{40D4D6D0-2B86-984D-BF07-2BBB1F7A3C58}"/>
          </ac:inkMkLst>
        </pc:inkChg>
        <pc:inkChg chg="add">
          <ac:chgData name="Aggie Menezes" userId="74619c95fa3483c9" providerId="LiveId" clId="{D3128F82-6912-0F40-BAD3-A276DA5466DC}" dt="2021-02-02T04:17:23.981" v="73"/>
          <ac:inkMkLst>
            <pc:docMk/>
            <pc:sldMk cId="309253982" sldId="310"/>
            <ac:inkMk id="4" creationId="{6EB2D909-635E-DF4C-BAE0-DDA392114E70}"/>
          </ac:inkMkLst>
        </pc:inkChg>
        <pc:inkChg chg="add">
          <ac:chgData name="Aggie Menezes" userId="74619c95fa3483c9" providerId="LiveId" clId="{D3128F82-6912-0F40-BAD3-A276DA5466DC}" dt="2021-02-02T04:17:29.557" v="74"/>
          <ac:inkMkLst>
            <pc:docMk/>
            <pc:sldMk cId="309253982" sldId="310"/>
            <ac:inkMk id="5" creationId="{3C11A894-71B4-9B42-A475-62AD71199A1D}"/>
          </ac:inkMkLst>
        </pc:inkChg>
        <pc:inkChg chg="add">
          <ac:chgData name="Aggie Menezes" userId="74619c95fa3483c9" providerId="LiveId" clId="{D3128F82-6912-0F40-BAD3-A276DA5466DC}" dt="2021-02-02T04:17:37.687" v="75"/>
          <ac:inkMkLst>
            <pc:docMk/>
            <pc:sldMk cId="309253982" sldId="310"/>
            <ac:inkMk id="6" creationId="{4F9FF77D-02A7-7A45-B613-5D4F80CC1209}"/>
          </ac:inkMkLst>
        </pc:inkChg>
        <pc:inkChg chg="add">
          <ac:chgData name="Aggie Menezes" userId="74619c95fa3483c9" providerId="LiveId" clId="{D3128F82-6912-0F40-BAD3-A276DA5466DC}" dt="2021-02-02T04:17:38.794" v="76"/>
          <ac:inkMkLst>
            <pc:docMk/>
            <pc:sldMk cId="309253982" sldId="310"/>
            <ac:inkMk id="7" creationId="{002BE552-032D-9041-B8DA-EA0199166B7E}"/>
          </ac:inkMkLst>
        </pc:inkChg>
        <pc:inkChg chg="add">
          <ac:chgData name="Aggie Menezes" userId="74619c95fa3483c9" providerId="LiveId" clId="{D3128F82-6912-0F40-BAD3-A276DA5466DC}" dt="2021-02-02T04:17:41.040" v="77"/>
          <ac:inkMkLst>
            <pc:docMk/>
            <pc:sldMk cId="309253982" sldId="310"/>
            <ac:inkMk id="8" creationId="{0D0C909A-F582-3849-A791-EE2DE5303A71}"/>
          </ac:inkMkLst>
        </pc:inkChg>
        <pc:inkChg chg="add topLvl">
          <ac:chgData name="Aggie Menezes" userId="74619c95fa3483c9" providerId="LiveId" clId="{D3128F82-6912-0F40-BAD3-A276DA5466DC}" dt="2021-02-02T04:18:15.956" v="91"/>
          <ac:inkMkLst>
            <pc:docMk/>
            <pc:sldMk cId="309253982" sldId="310"/>
            <ac:inkMk id="9" creationId="{18C4C354-4A0B-D14E-A012-B4288E06DC92}"/>
          </ac:inkMkLst>
        </pc:inkChg>
        <pc:inkChg chg="add topLvl">
          <ac:chgData name="Aggie Menezes" userId="74619c95fa3483c9" providerId="LiveId" clId="{D3128F82-6912-0F40-BAD3-A276DA5466DC}" dt="2021-02-02T04:18:15.956" v="91"/>
          <ac:inkMkLst>
            <pc:docMk/>
            <pc:sldMk cId="309253982" sldId="310"/>
            <ac:inkMk id="10" creationId="{3E3DD158-1676-7B41-A076-64BF0512E800}"/>
          </ac:inkMkLst>
        </pc:inkChg>
        <pc:inkChg chg="add topLvl">
          <ac:chgData name="Aggie Menezes" userId="74619c95fa3483c9" providerId="LiveId" clId="{D3128F82-6912-0F40-BAD3-A276DA5466DC}" dt="2021-02-02T04:18:19.129" v="93"/>
          <ac:inkMkLst>
            <pc:docMk/>
            <pc:sldMk cId="309253982" sldId="310"/>
            <ac:inkMk id="12" creationId="{A9A2AEBD-A5D4-AC42-8A12-33A7E114CC0A}"/>
          </ac:inkMkLst>
        </pc:inkChg>
        <pc:inkChg chg="add topLvl">
          <ac:chgData name="Aggie Menezes" userId="74619c95fa3483c9" providerId="LiveId" clId="{D3128F82-6912-0F40-BAD3-A276DA5466DC}" dt="2021-02-02T04:18:19.129" v="93"/>
          <ac:inkMkLst>
            <pc:docMk/>
            <pc:sldMk cId="309253982" sldId="310"/>
            <ac:inkMk id="13" creationId="{A7EACA6B-7ADF-D143-9EE7-D3B014BCE718}"/>
          </ac:inkMkLst>
        </pc:inkChg>
        <pc:inkChg chg="add topLvl">
          <ac:chgData name="Aggie Menezes" userId="74619c95fa3483c9" providerId="LiveId" clId="{D3128F82-6912-0F40-BAD3-A276DA5466DC}" dt="2021-02-02T04:18:19.129" v="93"/>
          <ac:inkMkLst>
            <pc:docMk/>
            <pc:sldMk cId="309253982" sldId="310"/>
            <ac:inkMk id="14" creationId="{2F06D637-80B5-FD48-8D39-3ED056677876}"/>
          </ac:inkMkLst>
        </pc:inkChg>
        <pc:inkChg chg="add topLvl">
          <ac:chgData name="Aggie Menezes" userId="74619c95fa3483c9" providerId="LiveId" clId="{D3128F82-6912-0F40-BAD3-A276DA5466DC}" dt="2021-02-02T04:18:14.056" v="89"/>
          <ac:inkMkLst>
            <pc:docMk/>
            <pc:sldMk cId="309253982" sldId="310"/>
            <ac:inkMk id="16" creationId="{3782F364-CCA2-0C43-878F-532B9A17B626}"/>
          </ac:inkMkLst>
        </pc:inkChg>
        <pc:inkChg chg="add topLvl">
          <ac:chgData name="Aggie Menezes" userId="74619c95fa3483c9" providerId="LiveId" clId="{D3128F82-6912-0F40-BAD3-A276DA5466DC}" dt="2021-02-02T04:18:14.056" v="89"/>
          <ac:inkMkLst>
            <pc:docMk/>
            <pc:sldMk cId="309253982" sldId="310"/>
            <ac:inkMk id="17" creationId="{1441B678-D9B7-0840-B941-01084BB6AC47}"/>
          </ac:inkMkLst>
        </pc:inkChg>
        <pc:inkChg chg="add">
          <ac:chgData name="Aggie Menezes" userId="74619c95fa3483c9" providerId="LiveId" clId="{D3128F82-6912-0F40-BAD3-A276DA5466DC}" dt="2021-02-02T04:18:13.524" v="88"/>
          <ac:inkMkLst>
            <pc:docMk/>
            <pc:sldMk cId="309253982" sldId="310"/>
            <ac:inkMk id="19" creationId="{5F97331B-77F5-0C4A-A614-4C6EED17817C}"/>
          </ac:inkMkLst>
        </pc:inkChg>
        <pc:inkChg chg="add">
          <ac:chgData name="Aggie Menezes" userId="74619c95fa3483c9" providerId="LiveId" clId="{D3128F82-6912-0F40-BAD3-A276DA5466DC}" dt="2021-02-02T04:18:15.419" v="90"/>
          <ac:inkMkLst>
            <pc:docMk/>
            <pc:sldMk cId="309253982" sldId="310"/>
            <ac:inkMk id="21" creationId="{C16C5718-0593-2B41-823C-CD1AFEAFDF13}"/>
          </ac:inkMkLst>
        </pc:inkChg>
        <pc:inkChg chg="add">
          <ac:chgData name="Aggie Menezes" userId="74619c95fa3483c9" providerId="LiveId" clId="{D3128F82-6912-0F40-BAD3-A276DA5466DC}" dt="2021-02-02T04:18:18.594" v="92"/>
          <ac:inkMkLst>
            <pc:docMk/>
            <pc:sldMk cId="309253982" sldId="310"/>
            <ac:inkMk id="23" creationId="{D950EFC0-BAD1-D644-9924-7581B448A066}"/>
          </ac:inkMkLst>
        </pc:inkChg>
        <pc:inkChg chg="add">
          <ac:chgData name="Aggie Menezes" userId="74619c95fa3483c9" providerId="LiveId" clId="{D3128F82-6912-0F40-BAD3-A276DA5466DC}" dt="2021-02-02T04:18:55.233" v="94"/>
          <ac:inkMkLst>
            <pc:docMk/>
            <pc:sldMk cId="309253982" sldId="310"/>
            <ac:inkMk id="25" creationId="{69410EF7-B251-E944-8CF4-6B32CCFCDAAA}"/>
          </ac:inkMkLst>
        </pc:inkChg>
        <pc:inkChg chg="add">
          <ac:chgData name="Aggie Menezes" userId="74619c95fa3483c9" providerId="LiveId" clId="{D3128F82-6912-0F40-BAD3-A276DA5466DC}" dt="2021-02-02T04:18:56.365" v="95"/>
          <ac:inkMkLst>
            <pc:docMk/>
            <pc:sldMk cId="309253982" sldId="310"/>
            <ac:inkMk id="26" creationId="{ADDE4710-5767-5B47-820A-2D9EFC8573F0}"/>
          </ac:inkMkLst>
        </pc:inkChg>
        <pc:inkChg chg="add">
          <ac:chgData name="Aggie Menezes" userId="74619c95fa3483c9" providerId="LiveId" clId="{D3128F82-6912-0F40-BAD3-A276DA5466DC}" dt="2021-02-02T04:18:57.177" v="96"/>
          <ac:inkMkLst>
            <pc:docMk/>
            <pc:sldMk cId="309253982" sldId="310"/>
            <ac:inkMk id="27" creationId="{C60D4175-E8CB-7F49-9D64-A5A77143CD67}"/>
          </ac:inkMkLst>
        </pc:inkChg>
        <pc:inkChg chg="add">
          <ac:chgData name="Aggie Menezes" userId="74619c95fa3483c9" providerId="LiveId" clId="{D3128F82-6912-0F40-BAD3-A276DA5466DC}" dt="2021-02-02T04:18:59.662" v="98"/>
          <ac:inkMkLst>
            <pc:docMk/>
            <pc:sldMk cId="309253982" sldId="310"/>
            <ac:inkMk id="29" creationId="{014C6207-42F1-284A-BBE8-FD19CD47E42B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30" creationId="{1FB1EAAE-825B-1D46-9D58-0AE7C4B2A697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31" creationId="{51D1A622-D62A-B34B-A7DB-F8FC77B9A457}"/>
          </ac:inkMkLst>
        </pc:inkChg>
        <pc:inkChg chg="add topLvl">
          <ac:chgData name="Aggie Menezes" userId="74619c95fa3483c9" providerId="LiveId" clId="{D3128F82-6912-0F40-BAD3-A276DA5466DC}" dt="2021-02-02T04:19:47.790" v="118"/>
          <ac:inkMkLst>
            <pc:docMk/>
            <pc:sldMk cId="309253982" sldId="310"/>
            <ac:inkMk id="33" creationId="{2815D07D-2B55-4044-A09B-A47D621FE0DB}"/>
          </ac:inkMkLst>
        </pc:inkChg>
        <pc:inkChg chg="add topLvl">
          <ac:chgData name="Aggie Menezes" userId="74619c95fa3483c9" providerId="LiveId" clId="{D3128F82-6912-0F40-BAD3-A276DA5466DC}" dt="2021-02-02T04:19:47.790" v="118"/>
          <ac:inkMkLst>
            <pc:docMk/>
            <pc:sldMk cId="309253982" sldId="310"/>
            <ac:inkMk id="35" creationId="{EFD2E30C-4F47-8B4C-9893-23CCF91EB374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37" creationId="{F93676A2-D9EE-C044-A7B1-D9247E2745FB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38" creationId="{360EE2AD-7D84-BB47-A172-31E985CEC76C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39" creationId="{7B3E08A4-4DC7-7F49-AA63-503602E2C7F5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40" creationId="{BF78A3DA-674B-104B-BF54-AF138C6240E9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42" creationId="{856B4FB8-7C81-DD49-8A2C-70079F0ADF16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43" creationId="{A32AC705-05B6-8643-9A14-E61B5FC2EC34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44" creationId="{2E0B5B7C-0398-8B48-AB58-59299E986768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45" creationId="{2E90E858-EEAA-0B46-ADE5-1325D2EF25D3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46" creationId="{E6D15E9C-3066-E24F-B1D7-CEAE1E0D46DF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47" creationId="{22D9D470-527B-9540-B22A-E877076F1753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48" creationId="{BD9A9148-7473-AB4C-84DD-59590E26EDB8}"/>
          </ac:inkMkLst>
        </pc:inkChg>
        <pc:inkChg chg="add topLvl">
          <ac:chgData name="Aggie Menezes" userId="74619c95fa3483c9" providerId="LiveId" clId="{D3128F82-6912-0F40-BAD3-A276DA5466DC}" dt="2021-02-02T04:19:54.869" v="130"/>
          <ac:inkMkLst>
            <pc:docMk/>
            <pc:sldMk cId="309253982" sldId="310"/>
            <ac:inkMk id="50" creationId="{C4C1DD87-6BF4-BD40-8AEF-68D8D4B67403}"/>
          </ac:inkMkLst>
        </pc:inkChg>
        <pc:inkChg chg="add">
          <ac:chgData name="Aggie Menezes" userId="74619c95fa3483c9" providerId="LiveId" clId="{D3128F82-6912-0F40-BAD3-A276DA5466DC}" dt="2021-02-02T04:19:51.586" v="121"/>
          <ac:inkMkLst>
            <pc:docMk/>
            <pc:sldMk cId="309253982" sldId="310"/>
            <ac:inkMk id="52" creationId="{2BC7EA44-F2A7-EE41-9BC1-6AF412154E8F}"/>
          </ac:inkMkLst>
        </pc:inkChg>
        <pc:inkChg chg="add">
          <ac:chgData name="Aggie Menezes" userId="74619c95fa3483c9" providerId="LiveId" clId="{D3128F82-6912-0F40-BAD3-A276DA5466DC}" dt="2021-02-02T04:19:51.786" v="122"/>
          <ac:inkMkLst>
            <pc:docMk/>
            <pc:sldMk cId="309253982" sldId="310"/>
            <ac:inkMk id="53" creationId="{1722B548-E5EB-614D-A8C0-16261EEF7193}"/>
          </ac:inkMkLst>
        </pc:inkChg>
        <pc:inkChg chg="add">
          <ac:chgData name="Aggie Menezes" userId="74619c95fa3483c9" providerId="LiveId" clId="{D3128F82-6912-0F40-BAD3-A276DA5466DC}" dt="2021-02-02T04:19:51.944" v="123"/>
          <ac:inkMkLst>
            <pc:docMk/>
            <pc:sldMk cId="309253982" sldId="310"/>
            <ac:inkMk id="54" creationId="{A51169D7-1906-2F47-B7F0-9B1F05F326DE}"/>
          </ac:inkMkLst>
        </pc:inkChg>
        <pc:inkChg chg="add">
          <ac:chgData name="Aggie Menezes" userId="74619c95fa3483c9" providerId="LiveId" clId="{D3128F82-6912-0F40-BAD3-A276DA5466DC}" dt="2021-02-02T04:19:52.389" v="124"/>
          <ac:inkMkLst>
            <pc:docMk/>
            <pc:sldMk cId="309253982" sldId="310"/>
            <ac:inkMk id="55" creationId="{A1A9006E-D0C3-D041-BBDD-B3B12B4236E6}"/>
          </ac:inkMkLst>
        </pc:inkChg>
        <pc:inkChg chg="add">
          <ac:chgData name="Aggie Menezes" userId="74619c95fa3483c9" providerId="LiveId" clId="{D3128F82-6912-0F40-BAD3-A276DA5466DC}" dt="2021-02-02T04:19:53.110" v="125"/>
          <ac:inkMkLst>
            <pc:docMk/>
            <pc:sldMk cId="309253982" sldId="310"/>
            <ac:inkMk id="56" creationId="{291A23C0-7F21-9841-A629-8D00A686BE94}"/>
          </ac:inkMkLst>
        </pc:inkChg>
        <pc:inkChg chg="add">
          <ac:chgData name="Aggie Menezes" userId="74619c95fa3483c9" providerId="LiveId" clId="{D3128F82-6912-0F40-BAD3-A276DA5466DC}" dt="2021-02-02T04:19:53.335" v="126"/>
          <ac:inkMkLst>
            <pc:docMk/>
            <pc:sldMk cId="309253982" sldId="310"/>
            <ac:inkMk id="57" creationId="{8C1FB5AD-B758-BA4E-875D-2BE42F27D1E1}"/>
          </ac:inkMkLst>
        </pc:inkChg>
        <pc:inkChg chg="add">
          <ac:chgData name="Aggie Menezes" userId="74619c95fa3483c9" providerId="LiveId" clId="{D3128F82-6912-0F40-BAD3-A276DA5466DC}" dt="2021-02-02T04:19:53.556" v="127"/>
          <ac:inkMkLst>
            <pc:docMk/>
            <pc:sldMk cId="309253982" sldId="310"/>
            <ac:inkMk id="58" creationId="{002FDF0D-0EAD-7048-B3B4-7FDA6B5DC94A}"/>
          </ac:inkMkLst>
        </pc:inkChg>
        <pc:inkChg chg="add">
          <ac:chgData name="Aggie Menezes" userId="74619c95fa3483c9" providerId="LiveId" clId="{D3128F82-6912-0F40-BAD3-A276DA5466DC}" dt="2021-02-02T04:19:54.122" v="128"/>
          <ac:inkMkLst>
            <pc:docMk/>
            <pc:sldMk cId="309253982" sldId="310"/>
            <ac:inkMk id="59" creationId="{CD09200C-7314-C244-862B-4C1FBC31DA97}"/>
          </ac:inkMkLst>
        </pc:inkChg>
        <pc:inkChg chg="add">
          <ac:chgData name="Aggie Menezes" userId="74619c95fa3483c9" providerId="LiveId" clId="{D3128F82-6912-0F40-BAD3-A276DA5466DC}" dt="2021-02-02T04:19:54.303" v="129"/>
          <ac:inkMkLst>
            <pc:docMk/>
            <pc:sldMk cId="309253982" sldId="310"/>
            <ac:inkMk id="60" creationId="{FED95E25-8DF0-BB46-8B6E-81503C06FC0D}"/>
          </ac:inkMkLst>
        </pc:inkChg>
      </pc:sldChg>
      <pc:sldChg chg="addSp delSp new">
        <pc:chgData name="Aggie Menezes" userId="74619c95fa3483c9" providerId="LiveId" clId="{D3128F82-6912-0F40-BAD3-A276DA5466DC}" dt="2021-03-05T12:32:34.965" v="590"/>
        <pc:sldMkLst>
          <pc:docMk/>
          <pc:sldMk cId="1724092131" sldId="310"/>
        </pc:sldMkLst>
        <pc:grpChg chg="add del">
          <ac:chgData name="Aggie Menezes" userId="74619c95fa3483c9" providerId="LiveId" clId="{D3128F82-6912-0F40-BAD3-A276DA5466DC}" dt="2021-03-05T12:32:22.807" v="581"/>
          <ac:grpSpMkLst>
            <pc:docMk/>
            <pc:sldMk cId="1724092131" sldId="310"/>
            <ac:grpSpMk id="9" creationId="{C4A4CA34-9476-5743-A81D-8F4D7F08E2A4}"/>
          </ac:grpSpMkLst>
        </pc:grpChg>
        <pc:grpChg chg="add del">
          <ac:chgData name="Aggie Menezes" userId="74619c95fa3483c9" providerId="LiveId" clId="{D3128F82-6912-0F40-BAD3-A276DA5466DC}" dt="2021-03-05T12:32:22.807" v="581"/>
          <ac:grpSpMkLst>
            <pc:docMk/>
            <pc:sldMk cId="1724092131" sldId="310"/>
            <ac:grpSpMk id="12" creationId="{9BE4DAA1-023A-9A43-9124-E36461BE4670}"/>
          </ac:grpSpMkLst>
        </pc:grpChg>
        <pc:grpChg chg="add del">
          <ac:chgData name="Aggie Menezes" userId="74619c95fa3483c9" providerId="LiveId" clId="{D3128F82-6912-0F40-BAD3-A276DA5466DC}" dt="2021-03-05T12:32:22.807" v="581"/>
          <ac:grpSpMkLst>
            <pc:docMk/>
            <pc:sldMk cId="1724092131" sldId="310"/>
            <ac:grpSpMk id="17" creationId="{16396E52-165E-AB40-A437-F5544A559C2B}"/>
          </ac:grpSpMkLst>
        </pc:grpChg>
        <pc:grpChg chg="add del">
          <ac:chgData name="Aggie Menezes" userId="74619c95fa3483c9" providerId="LiveId" clId="{D3128F82-6912-0F40-BAD3-A276DA5466DC}" dt="2021-03-05T12:27:04.229" v="457"/>
          <ac:grpSpMkLst>
            <pc:docMk/>
            <pc:sldMk cId="1724092131" sldId="310"/>
            <ac:grpSpMk id="21" creationId="{C8D84A6C-0AE1-F544-9A89-734212F67C10}"/>
          </ac:grpSpMkLst>
        </pc:grpChg>
        <pc:grpChg chg="add del">
          <ac:chgData name="Aggie Menezes" userId="74619c95fa3483c9" providerId="LiveId" clId="{D3128F82-6912-0F40-BAD3-A276DA5466DC}" dt="2021-03-05T12:26:52.420" v="448"/>
          <ac:grpSpMkLst>
            <pc:docMk/>
            <pc:sldMk cId="1724092131" sldId="310"/>
            <ac:grpSpMk id="25" creationId="{CC2EF0B1-5BFE-7B47-A80F-42D44F9113ED}"/>
          </ac:grpSpMkLst>
        </pc:grpChg>
        <pc:grpChg chg="add del">
          <ac:chgData name="Aggie Menezes" userId="74619c95fa3483c9" providerId="LiveId" clId="{D3128F82-6912-0F40-BAD3-A276DA5466DC}" dt="2021-03-05T12:32:05.878" v="574"/>
          <ac:grpSpMkLst>
            <pc:docMk/>
            <pc:sldMk cId="1724092131" sldId="310"/>
            <ac:grpSpMk id="33" creationId="{F3D0026D-06EE-EE4E-BC9F-56850E0E3D01}"/>
          </ac:grpSpMkLst>
        </pc:grpChg>
        <pc:grpChg chg="add del">
          <ac:chgData name="Aggie Menezes" userId="74619c95fa3483c9" providerId="LiveId" clId="{D3128F82-6912-0F40-BAD3-A276DA5466DC}" dt="2021-03-05T12:32:22.807" v="581"/>
          <ac:grpSpMkLst>
            <pc:docMk/>
            <pc:sldMk cId="1724092131" sldId="310"/>
            <ac:grpSpMk id="42" creationId="{950E7A2F-8C4F-A04A-B535-899DF5DC023D}"/>
          </ac:grpSpMkLst>
        </pc:grpChg>
        <pc:grpChg chg="add del">
          <ac:chgData name="Aggie Menezes" userId="74619c95fa3483c9" providerId="LiveId" clId="{D3128F82-6912-0F40-BAD3-A276DA5466DC}" dt="2021-03-05T12:28:02.162" v="485"/>
          <ac:grpSpMkLst>
            <pc:docMk/>
            <pc:sldMk cId="1724092131" sldId="310"/>
            <ac:grpSpMk id="55" creationId="{B7BB74E1-A83E-8745-8DC4-82CFCBFA4AC3}"/>
          </ac:grpSpMkLst>
        </pc:grpChg>
        <pc:grpChg chg="add del">
          <ac:chgData name="Aggie Menezes" userId="74619c95fa3483c9" providerId="LiveId" clId="{D3128F82-6912-0F40-BAD3-A276DA5466DC}" dt="2021-03-05T12:28:03.444" v="487"/>
          <ac:grpSpMkLst>
            <pc:docMk/>
            <pc:sldMk cId="1724092131" sldId="310"/>
            <ac:grpSpMk id="70" creationId="{5A51B819-EC7A-824C-9B52-9D86C7CDDBBE}"/>
          </ac:grpSpMkLst>
        </pc:grpChg>
        <pc:grpChg chg="add del">
          <ac:chgData name="Aggie Menezes" userId="74619c95fa3483c9" providerId="LiveId" clId="{D3128F82-6912-0F40-BAD3-A276DA5466DC}" dt="2021-03-05T12:28:06.364" v="493"/>
          <ac:grpSpMkLst>
            <pc:docMk/>
            <pc:sldMk cId="1724092131" sldId="310"/>
            <ac:grpSpMk id="72" creationId="{96B90B78-6E98-8E4F-859F-DDB231B17FC3}"/>
          </ac:grpSpMkLst>
        </pc:grpChg>
        <pc:grpChg chg="add del">
          <ac:chgData name="Aggie Menezes" userId="74619c95fa3483c9" providerId="LiveId" clId="{D3128F82-6912-0F40-BAD3-A276DA5466DC}" dt="2021-03-05T12:28:09.960" v="502"/>
          <ac:grpSpMkLst>
            <pc:docMk/>
            <pc:sldMk cId="1724092131" sldId="310"/>
            <ac:grpSpMk id="78" creationId="{16FCC26A-CE85-D044-AD52-42E459F4D98E}"/>
          </ac:grpSpMkLst>
        </pc:grpChg>
        <pc:grpChg chg="add del">
          <ac:chgData name="Aggie Menezes" userId="74619c95fa3483c9" providerId="LiveId" clId="{D3128F82-6912-0F40-BAD3-A276DA5466DC}" dt="2021-03-05T12:32:22.807" v="581"/>
          <ac:grpSpMkLst>
            <pc:docMk/>
            <pc:sldMk cId="1724092131" sldId="310"/>
            <ac:grpSpMk id="87" creationId="{DF1B70E7-50BF-134D-AF93-5877111B2286}"/>
          </ac:grpSpMkLst>
        </pc:grpChg>
        <pc:grpChg chg="add del">
          <ac:chgData name="Aggie Menezes" userId="74619c95fa3483c9" providerId="LiveId" clId="{D3128F82-6912-0F40-BAD3-A276DA5466DC}" dt="2021-03-05T12:28:20.315" v="512"/>
          <ac:grpSpMkLst>
            <pc:docMk/>
            <pc:sldMk cId="1724092131" sldId="310"/>
            <ac:grpSpMk id="90" creationId="{E1FB0170-115A-2148-A7AE-CFACD160EF41}"/>
          </ac:grpSpMkLst>
        </pc:grpChg>
        <pc:grpChg chg="add del">
          <ac:chgData name="Aggie Menezes" userId="74619c95fa3483c9" providerId="LiveId" clId="{D3128F82-6912-0F40-BAD3-A276DA5466DC}" dt="2021-03-05T12:32:22.807" v="581"/>
          <ac:grpSpMkLst>
            <pc:docMk/>
            <pc:sldMk cId="1724092131" sldId="310"/>
            <ac:grpSpMk id="97" creationId="{5136F2D5-C0C7-3749-8856-61B345975145}"/>
          </ac:grpSpMkLst>
        </pc:grpChg>
        <pc:grpChg chg="add del">
          <ac:chgData name="Aggie Menezes" userId="74619c95fa3483c9" providerId="LiveId" clId="{D3128F82-6912-0F40-BAD3-A276DA5466DC}" dt="2021-03-05T12:32:22.807" v="581"/>
          <ac:grpSpMkLst>
            <pc:docMk/>
            <pc:sldMk cId="1724092131" sldId="310"/>
            <ac:grpSpMk id="98" creationId="{3B0256D6-9AD6-AF47-886B-959ADADF8434}"/>
          </ac:grpSpMkLst>
        </pc:grpChg>
        <pc:grpChg chg="add">
          <ac:chgData name="Aggie Menezes" userId="74619c95fa3483c9" providerId="LiveId" clId="{D3128F82-6912-0F40-BAD3-A276DA5466DC}" dt="2021-03-05T12:29:41.780" v="518"/>
          <ac:grpSpMkLst>
            <pc:docMk/>
            <pc:sldMk cId="1724092131" sldId="310"/>
            <ac:grpSpMk id="104" creationId="{13630154-7329-5B41-9F12-F67FA7643A67}"/>
          </ac:grpSpMkLst>
        </pc:grpChg>
        <pc:grpChg chg="add del">
          <ac:chgData name="Aggie Menezes" userId="74619c95fa3483c9" providerId="LiveId" clId="{D3128F82-6912-0F40-BAD3-A276DA5466DC}" dt="2021-03-05T12:30:00.338" v="537"/>
          <ac:grpSpMkLst>
            <pc:docMk/>
            <pc:sldMk cId="1724092131" sldId="310"/>
            <ac:grpSpMk id="111" creationId="{251383E0-2447-EF40-AD91-EBF7784B0CEA}"/>
          </ac:grpSpMkLst>
        </pc:grpChg>
        <pc:grpChg chg="add">
          <ac:chgData name="Aggie Menezes" userId="74619c95fa3483c9" providerId="LiveId" clId="{D3128F82-6912-0F40-BAD3-A276DA5466DC}" dt="2021-03-05T12:29:54.025" v="530"/>
          <ac:grpSpMkLst>
            <pc:docMk/>
            <pc:sldMk cId="1724092131" sldId="310"/>
            <ac:grpSpMk id="116" creationId="{B871C6B5-0623-0641-871D-3B0374806922}"/>
          </ac:grpSpMkLst>
        </pc:grpChg>
        <pc:grpChg chg="add">
          <ac:chgData name="Aggie Menezes" userId="74619c95fa3483c9" providerId="LiveId" clId="{D3128F82-6912-0F40-BAD3-A276DA5466DC}" dt="2021-03-05T12:30:00.338" v="537"/>
          <ac:grpSpMkLst>
            <pc:docMk/>
            <pc:sldMk cId="1724092131" sldId="310"/>
            <ac:grpSpMk id="123" creationId="{0AC18423-2627-044D-9EC0-4FB7CFCEFE07}"/>
          </ac:grpSpMkLst>
        </pc:grpChg>
        <pc:grpChg chg="add del">
          <ac:chgData name="Aggie Menezes" userId="74619c95fa3483c9" providerId="LiveId" clId="{D3128F82-6912-0F40-BAD3-A276DA5466DC}" dt="2021-03-05T12:30:10.660" v="556"/>
          <ac:grpSpMkLst>
            <pc:docMk/>
            <pc:sldMk cId="1724092131" sldId="310"/>
            <ac:grpSpMk id="130" creationId="{A0463BAA-4D5F-6E4D-8020-2F9A5AFE198F}"/>
          </ac:grpSpMkLst>
        </pc:grpChg>
        <pc:grpChg chg="add">
          <ac:chgData name="Aggie Menezes" userId="74619c95fa3483c9" providerId="LiveId" clId="{D3128F82-6912-0F40-BAD3-A276DA5466DC}" dt="2021-03-05T12:30:10.660" v="556"/>
          <ac:grpSpMkLst>
            <pc:docMk/>
            <pc:sldMk cId="1724092131" sldId="310"/>
            <ac:grpSpMk id="142" creationId="{3EE69657-6C8E-5043-A121-165AA42A9E4F}"/>
          </ac:grpSpMkLst>
        </pc:grpChg>
        <pc:grpChg chg="add del">
          <ac:chgData name="Aggie Menezes" userId="74619c95fa3483c9" providerId="LiveId" clId="{D3128F82-6912-0F40-BAD3-A276DA5466DC}" dt="2021-03-05T12:30:19.417" v="572"/>
          <ac:grpSpMkLst>
            <pc:docMk/>
            <pc:sldMk cId="1724092131" sldId="310"/>
            <ac:grpSpMk id="149" creationId="{5736169A-D66E-EC4D-914D-F461C1291356}"/>
          </ac:grpSpMkLst>
        </pc:grpChg>
        <pc:grpChg chg="add">
          <ac:chgData name="Aggie Menezes" userId="74619c95fa3483c9" providerId="LiveId" clId="{D3128F82-6912-0F40-BAD3-A276DA5466DC}" dt="2021-03-05T12:30:19.417" v="572"/>
          <ac:grpSpMkLst>
            <pc:docMk/>
            <pc:sldMk cId="1724092131" sldId="310"/>
            <ac:grpSpMk id="158" creationId="{BBAE6DAE-D3D1-6C4B-AA61-DAF18A08E6F6}"/>
          </ac:grpSpMkLst>
        </pc:grpChg>
        <pc:grpChg chg="add del">
          <ac:chgData name="Aggie Menezes" userId="74619c95fa3483c9" providerId="LiveId" clId="{D3128F82-6912-0F40-BAD3-A276DA5466DC}" dt="2021-03-05T12:32:22.807" v="581"/>
          <ac:grpSpMkLst>
            <pc:docMk/>
            <pc:sldMk cId="1724092131" sldId="310"/>
            <ac:grpSpMk id="160" creationId="{7C2A9ACD-50A0-EC4A-813E-3B469C09BBED}"/>
          </ac:grpSpMkLst>
        </pc:grpChg>
        <pc:grpChg chg="add del">
          <ac:chgData name="Aggie Menezes" userId="74619c95fa3483c9" providerId="LiveId" clId="{D3128F82-6912-0F40-BAD3-A276DA5466DC}" dt="2021-03-05T12:32:22.807" v="581"/>
          <ac:grpSpMkLst>
            <pc:docMk/>
            <pc:sldMk cId="1724092131" sldId="310"/>
            <ac:grpSpMk id="165" creationId="{9E6962BE-CFB1-6448-8C89-7A4F1668CE77}"/>
          </ac:grpSpMkLst>
        </pc:grpChg>
        <pc:grpChg chg="add del">
          <ac:chgData name="Aggie Menezes" userId="74619c95fa3483c9" providerId="LiveId" clId="{D3128F82-6912-0F40-BAD3-A276DA5466DC}" dt="2021-03-05T12:32:24.625" v="584"/>
          <ac:grpSpMkLst>
            <pc:docMk/>
            <pc:sldMk cId="1724092131" sldId="310"/>
            <ac:grpSpMk id="167" creationId="{7C6142C8-C5A0-E44E-AF25-B4D268711C2F}"/>
          </ac:grpSpMkLst>
        </pc:grpChg>
        <pc:grpChg chg="add del">
          <ac:chgData name="Aggie Menezes" userId="74619c95fa3483c9" providerId="LiveId" clId="{D3128F82-6912-0F40-BAD3-A276DA5466DC}" dt="2021-03-05T12:32:27.094" v="586"/>
          <ac:grpSpMkLst>
            <pc:docMk/>
            <pc:sldMk cId="1724092131" sldId="310"/>
            <ac:grpSpMk id="170" creationId="{029AAF3E-9A3F-7E44-A569-C2E0795A8B6B}"/>
          </ac:grpSpMkLst>
        </pc:grpChg>
        <pc:grpChg chg="add del">
          <ac:chgData name="Aggie Menezes" userId="74619c95fa3483c9" providerId="LiveId" clId="{D3128F82-6912-0F40-BAD3-A276DA5466DC}" dt="2021-03-05T12:32:34.965" v="590"/>
          <ac:grpSpMkLst>
            <pc:docMk/>
            <pc:sldMk cId="1724092131" sldId="310"/>
            <ac:grpSpMk id="172" creationId="{F970D615-D09E-4147-9392-ED5417DA476F}"/>
          </ac:grpSpMkLst>
        </pc:grpChg>
        <pc:grpChg chg="add">
          <ac:chgData name="Aggie Menezes" userId="74619c95fa3483c9" providerId="LiveId" clId="{D3128F82-6912-0F40-BAD3-A276DA5466DC}" dt="2021-03-05T12:32:34.965" v="590"/>
          <ac:grpSpMkLst>
            <pc:docMk/>
            <pc:sldMk cId="1724092131" sldId="310"/>
            <ac:grpSpMk id="176" creationId="{28374DC6-01AF-7447-949F-569C2B9FA69B}"/>
          </ac:grpSpMkLst>
        </pc:grp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3" creationId="{B4150374-3267-2148-8423-BB4ED4E275CF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4" creationId="{2EFCF001-6C01-5A4A-A4AE-17271D9BDA6F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5" creationId="{93541654-7755-1343-AF20-3BA24A14ECC1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6" creationId="{CC50382E-64EC-E046-B74E-AC0706198FC2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7" creationId="{787F0C02-6C95-9D47-A8E6-1F184AE8BABA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8" creationId="{1142809F-6A5C-EA42-9814-256674358381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0" creationId="{00E3BEAD-4D48-0447-AB8D-B499C23EB651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1" creationId="{3EB8F1B9-BA32-D844-A6FE-3752045E682C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3" creationId="{2DE1B5A1-342B-C04C-A061-9377D5394803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4" creationId="{C94F16BD-5DC1-D64A-9AFC-32E95A0904AD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5" creationId="{892A2B5A-F7A6-E04B-B1E6-8B078695DDB4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6" creationId="{A4A167B9-C79C-754F-9FDA-1F79E7726E9F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8" creationId="{B488DE93-026F-0641-8B12-08F82768145D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9" creationId="{756751E9-A2B8-7640-8542-6D6A792D4D1B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20" creationId="{F264D0A4-0756-314D-B8B7-70DD62AA00B9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22" creationId="{38FD8EBD-245B-7340-90E0-C4BECC16C07A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23" creationId="{05A832E0-0F43-E34E-97AD-F2FA2E223B54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24" creationId="{56ED3A74-EFF6-0C41-A366-EDF17DFE28DE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26" creationId="{58229D45-5EF9-F24D-9D15-6485068073B8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27" creationId="{A54B50D9-8AD5-DD41-B7D7-DE42BE2CE129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28" creationId="{4E1132DA-A1CB-4544-BF86-F40D964AD7E9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29" creationId="{AF89B5BD-46EA-6340-BBD8-2197EF026089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30" creationId="{2BE7EF17-E01E-0647-B7B9-22615AB4DF80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31" creationId="{49A98A85-0DF0-674F-A7B1-FE1F093F3621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32" creationId="{E7A3A34C-1C2A-CA4F-8931-DD12B68C209E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34" creationId="{508A983E-97A1-D241-9C8C-3ED750CB9282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35" creationId="{6BFDED63-CA24-C24A-8503-470A36E0B1E7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36" creationId="{8515B43F-E347-3E46-872D-A878264D8193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37" creationId="{6568C689-5F7E-E843-8EDB-3543E56392D1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38" creationId="{8BE41A09-D71C-2D4A-B7F2-5CDCB7EE0382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39" creationId="{C9584986-2F21-C644-ADEA-90730D7B3626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40" creationId="{F95B2258-BB50-6A45-8FD9-21ECAF0C4E18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41" creationId="{1679708F-D247-5C41-AE82-C653FB505F35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43" creationId="{1D80A6F2-8F81-A240-B706-1ACB87E96E0D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44" creationId="{4FB47B62-4173-764E-942D-2DA5CF35A761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45" creationId="{C2B6AE98-7064-174C-AA86-B34DEFB7EF8A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46" creationId="{B558CDAB-FB5B-9F41-941D-5F1109C35389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47" creationId="{77D30B49-4129-0743-A902-E4AB2B3BCA3D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48" creationId="{DE873DB0-E9B0-854A-9042-872C00B6D6FA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49" creationId="{0768BAB7-4206-4948-8D8E-8C4BE74E6212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50" creationId="{57EA2647-82A9-E64C-9103-C366FF2177EE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51" creationId="{D4BE6B7D-A943-7E4C-A116-7DD9B007D320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52" creationId="{748F2711-2FF5-8746-B56D-E0317B887B8E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53" creationId="{A01B1F1D-C825-5F42-AAF0-4ACABB216FEB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54" creationId="{8041FC94-953C-FC4E-A0E3-7E2FDE075102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56" creationId="{73F88C29-E3BD-4D40-9672-A2019510B26A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57" creationId="{C6F52F6D-9677-EB42-B63B-22B946E7C6CB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58" creationId="{279EE61F-B2A0-5748-B725-89484E35278D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59" creationId="{42D82D35-E816-184C-82FC-A67BE853C0F7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60" creationId="{A5410039-23A3-1F46-BC6A-A1F06B018E74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61" creationId="{E6A8814E-7ECF-0E42-BAE8-C52405105036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62" creationId="{DD4EF2A8-A31D-EB4F-AE14-9B8A41526B41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63" creationId="{8D28E6F2-F956-7A42-AB73-9863B375C2BC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64" creationId="{5155BE7D-A15A-DE43-AA5A-6F5FE7720283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65" creationId="{FCD97B6C-AEDC-9649-BEB6-AC63CC869872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66" creationId="{21098233-28ED-1E4C-A376-B38F99020164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67" creationId="{BBB3512B-F72E-FB49-B933-2FD28986B167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68" creationId="{94CE4BE6-D3B5-BF43-A8F0-BF44E07FA86F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69" creationId="{D7AEF105-26F8-A549-8034-15EAC87B1E1D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71" creationId="{A4517DEC-0E08-B44D-96E3-60A3EC7A6507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73" creationId="{31BE867B-61A2-5240-A10F-8524988D093D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74" creationId="{AD9BD0C3-AE94-AF4C-AD54-D0481D1BCBA2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75" creationId="{738A42AA-1187-9D4B-A864-DF0DDFAE0D84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76" creationId="{7EDC4ACC-3C86-0F4D-B7F4-4F3D0EB02439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77" creationId="{F832911A-DCA1-7C4D-BDD2-4734B0427494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79" creationId="{8874033E-3EBC-3F4F-9046-8C1AAC7E01F1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80" creationId="{D24852B6-6DAD-A144-AC9C-F6DBF85A3BC5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81" creationId="{92A7FBE7-28BA-0349-84BE-16A5BE9E4823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82" creationId="{05D6AB54-CFEE-954E-880B-62F85EC26269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83" creationId="{FA1E58D4-76D9-CB47-8940-C5B1C808C92B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84" creationId="{3D0D7B32-D90D-D942-BFA9-6EF55634E27B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85" creationId="{C210CA4E-A996-8445-A09F-27898B156921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86" creationId="{A41EFE83-F730-3F4F-9A98-D77DC79B9433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88" creationId="{B0B28EEF-EDD9-434C-BC24-4C965B68EB4D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89" creationId="{84DA5BE9-11A7-BB42-B8EE-02B81C813201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91" creationId="{568C5E0B-B7FA-A746-805B-B6DCD13B7A38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92" creationId="{366A149C-2C6B-A54B-85F6-F932AB43F6B1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93" creationId="{AF620DC7-76F7-914B-9FBC-8AF983AF5478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94" creationId="{8E115163-4F25-554B-A568-8AA4C6A6D8A6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95" creationId="{1F49EB88-14F0-B849-9D02-25489FDFFF7D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96" creationId="{C185143C-B101-F74F-BE95-C4BCB798FE0A}"/>
          </ac:inkMkLst>
        </pc:inkChg>
        <pc:inkChg chg="add">
          <ac:chgData name="Aggie Menezes" userId="74619c95fa3483c9" providerId="LiveId" clId="{D3128F82-6912-0F40-BAD3-A276DA5466DC}" dt="2021-03-05T12:29:39.087" v="513"/>
          <ac:inkMkLst>
            <pc:docMk/>
            <pc:sldMk cId="1724092131" sldId="310"/>
            <ac:inkMk id="99" creationId="{5FD0AFCB-974D-B346-A6CC-5E4974DB1830}"/>
          </ac:inkMkLst>
        </pc:inkChg>
        <pc:inkChg chg="add">
          <ac:chgData name="Aggie Menezes" userId="74619c95fa3483c9" providerId="LiveId" clId="{D3128F82-6912-0F40-BAD3-A276DA5466DC}" dt="2021-03-05T12:29:39.471" v="514"/>
          <ac:inkMkLst>
            <pc:docMk/>
            <pc:sldMk cId="1724092131" sldId="310"/>
            <ac:inkMk id="100" creationId="{4C72F16C-E638-6445-AF3A-138BA8BBB59C}"/>
          </ac:inkMkLst>
        </pc:inkChg>
        <pc:inkChg chg="add">
          <ac:chgData name="Aggie Menezes" userId="74619c95fa3483c9" providerId="LiveId" clId="{D3128F82-6912-0F40-BAD3-A276DA5466DC}" dt="2021-03-05T12:29:39.787" v="515"/>
          <ac:inkMkLst>
            <pc:docMk/>
            <pc:sldMk cId="1724092131" sldId="310"/>
            <ac:inkMk id="101" creationId="{B4DFA9E8-135B-C141-A9F0-4A2C45632AF5}"/>
          </ac:inkMkLst>
        </pc:inkChg>
        <pc:inkChg chg="add">
          <ac:chgData name="Aggie Menezes" userId="74619c95fa3483c9" providerId="LiveId" clId="{D3128F82-6912-0F40-BAD3-A276DA5466DC}" dt="2021-03-05T12:29:40.587" v="516"/>
          <ac:inkMkLst>
            <pc:docMk/>
            <pc:sldMk cId="1724092131" sldId="310"/>
            <ac:inkMk id="102" creationId="{2FF4A970-FE9C-E445-89B2-7E0F1EBBB0C3}"/>
          </ac:inkMkLst>
        </pc:inkChg>
        <pc:inkChg chg="add">
          <ac:chgData name="Aggie Menezes" userId="74619c95fa3483c9" providerId="LiveId" clId="{D3128F82-6912-0F40-BAD3-A276DA5466DC}" dt="2021-03-05T12:29:40.755" v="517"/>
          <ac:inkMkLst>
            <pc:docMk/>
            <pc:sldMk cId="1724092131" sldId="310"/>
            <ac:inkMk id="103" creationId="{0CFE6A5E-0B59-1E45-89B0-5C3760918A90}"/>
          </ac:inkMkLst>
        </pc:inkChg>
        <pc:inkChg chg="add">
          <ac:chgData name="Aggie Menezes" userId="74619c95fa3483c9" providerId="LiveId" clId="{D3128F82-6912-0F40-BAD3-A276DA5466DC}" dt="2021-03-05T12:29:42.987" v="519"/>
          <ac:inkMkLst>
            <pc:docMk/>
            <pc:sldMk cId="1724092131" sldId="310"/>
            <ac:inkMk id="105" creationId="{6F6831C4-A219-B34E-A72B-637C7B6B9947}"/>
          </ac:inkMkLst>
        </pc:inkChg>
        <pc:inkChg chg="add topLvl">
          <ac:chgData name="Aggie Menezes" userId="74619c95fa3483c9" providerId="LiveId" clId="{D3128F82-6912-0F40-BAD3-A276DA5466DC}" dt="2021-03-05T12:30:00.338" v="537"/>
          <ac:inkMkLst>
            <pc:docMk/>
            <pc:sldMk cId="1724092131" sldId="310"/>
            <ac:inkMk id="106" creationId="{B1D1ADEA-EDB5-514A-959C-93C4B250AD1C}"/>
          </ac:inkMkLst>
        </pc:inkChg>
        <pc:inkChg chg="add topLvl">
          <ac:chgData name="Aggie Menezes" userId="74619c95fa3483c9" providerId="LiveId" clId="{D3128F82-6912-0F40-BAD3-A276DA5466DC}" dt="2021-03-05T12:30:00.338" v="537"/>
          <ac:inkMkLst>
            <pc:docMk/>
            <pc:sldMk cId="1724092131" sldId="310"/>
            <ac:inkMk id="107" creationId="{C0B517F3-A110-5140-98F5-FFA4DF44C0D4}"/>
          </ac:inkMkLst>
        </pc:inkChg>
        <pc:inkChg chg="add topLvl">
          <ac:chgData name="Aggie Menezes" userId="74619c95fa3483c9" providerId="LiveId" clId="{D3128F82-6912-0F40-BAD3-A276DA5466DC}" dt="2021-03-05T12:30:00.338" v="537"/>
          <ac:inkMkLst>
            <pc:docMk/>
            <pc:sldMk cId="1724092131" sldId="310"/>
            <ac:inkMk id="108" creationId="{335568B8-C0ED-914E-BD1A-69E56F4458F7}"/>
          </ac:inkMkLst>
        </pc:inkChg>
        <pc:inkChg chg="add topLvl">
          <ac:chgData name="Aggie Menezes" userId="74619c95fa3483c9" providerId="LiveId" clId="{D3128F82-6912-0F40-BAD3-A276DA5466DC}" dt="2021-03-05T12:30:00.338" v="537"/>
          <ac:inkMkLst>
            <pc:docMk/>
            <pc:sldMk cId="1724092131" sldId="310"/>
            <ac:inkMk id="109" creationId="{2D3C3D40-B685-9941-AA1F-2717CC96A1D6}"/>
          </ac:inkMkLst>
        </pc:inkChg>
        <pc:inkChg chg="add topLvl">
          <ac:chgData name="Aggie Menezes" userId="74619c95fa3483c9" providerId="LiveId" clId="{D3128F82-6912-0F40-BAD3-A276DA5466DC}" dt="2021-03-05T12:30:00.338" v="537"/>
          <ac:inkMkLst>
            <pc:docMk/>
            <pc:sldMk cId="1724092131" sldId="310"/>
            <ac:inkMk id="110" creationId="{A1A2BC22-58C2-A44F-B351-3BFBF3D1EE49}"/>
          </ac:inkMkLst>
        </pc:inkChg>
        <pc:inkChg chg="add">
          <ac:chgData name="Aggie Menezes" userId="74619c95fa3483c9" providerId="LiveId" clId="{D3128F82-6912-0F40-BAD3-A276DA5466DC}" dt="2021-03-05T12:29:51.779" v="526"/>
          <ac:inkMkLst>
            <pc:docMk/>
            <pc:sldMk cId="1724092131" sldId="310"/>
            <ac:inkMk id="112" creationId="{66FCE613-DAB2-7948-8A29-E1E68C9AA9B8}"/>
          </ac:inkMkLst>
        </pc:inkChg>
        <pc:inkChg chg="add">
          <ac:chgData name="Aggie Menezes" userId="74619c95fa3483c9" providerId="LiveId" clId="{D3128F82-6912-0F40-BAD3-A276DA5466DC}" dt="2021-03-05T12:29:52.285" v="527"/>
          <ac:inkMkLst>
            <pc:docMk/>
            <pc:sldMk cId="1724092131" sldId="310"/>
            <ac:inkMk id="113" creationId="{0455F030-4781-9B40-A25C-9BB7597CB8B4}"/>
          </ac:inkMkLst>
        </pc:inkChg>
        <pc:inkChg chg="add">
          <ac:chgData name="Aggie Menezes" userId="74619c95fa3483c9" providerId="LiveId" clId="{D3128F82-6912-0F40-BAD3-A276DA5466DC}" dt="2021-03-05T12:29:53.247" v="528"/>
          <ac:inkMkLst>
            <pc:docMk/>
            <pc:sldMk cId="1724092131" sldId="310"/>
            <ac:inkMk id="114" creationId="{6D124929-C25E-C845-B902-53CDC808E649}"/>
          </ac:inkMkLst>
        </pc:inkChg>
        <pc:inkChg chg="add">
          <ac:chgData name="Aggie Menezes" userId="74619c95fa3483c9" providerId="LiveId" clId="{D3128F82-6912-0F40-BAD3-A276DA5466DC}" dt="2021-03-05T12:29:53.379" v="529"/>
          <ac:inkMkLst>
            <pc:docMk/>
            <pc:sldMk cId="1724092131" sldId="310"/>
            <ac:inkMk id="115" creationId="{4E4CF4F3-F4E0-CD49-8B51-56FABB6FD642}"/>
          </ac:inkMkLst>
        </pc:inkChg>
        <pc:inkChg chg="add">
          <ac:chgData name="Aggie Menezes" userId="74619c95fa3483c9" providerId="LiveId" clId="{D3128F82-6912-0F40-BAD3-A276DA5466DC}" dt="2021-03-05T12:29:57.529" v="531"/>
          <ac:inkMkLst>
            <pc:docMk/>
            <pc:sldMk cId="1724092131" sldId="310"/>
            <ac:inkMk id="117" creationId="{4A673CD9-153A-EE4A-93C0-FAAD98C39348}"/>
          </ac:inkMkLst>
        </pc:inkChg>
        <pc:inkChg chg="add">
          <ac:chgData name="Aggie Menezes" userId="74619c95fa3483c9" providerId="LiveId" clId="{D3128F82-6912-0F40-BAD3-A276DA5466DC}" dt="2021-03-05T12:29:57.846" v="532"/>
          <ac:inkMkLst>
            <pc:docMk/>
            <pc:sldMk cId="1724092131" sldId="310"/>
            <ac:inkMk id="118" creationId="{025CF2B1-76BB-B447-B251-8A42E349FFA5}"/>
          </ac:inkMkLst>
        </pc:inkChg>
        <pc:inkChg chg="add">
          <ac:chgData name="Aggie Menezes" userId="74619c95fa3483c9" providerId="LiveId" clId="{D3128F82-6912-0F40-BAD3-A276DA5466DC}" dt="2021-03-05T12:29:57.995" v="533"/>
          <ac:inkMkLst>
            <pc:docMk/>
            <pc:sldMk cId="1724092131" sldId="310"/>
            <ac:inkMk id="119" creationId="{30932FF5-422C-0141-A821-DFB86EA3D16D}"/>
          </ac:inkMkLst>
        </pc:inkChg>
        <pc:inkChg chg="add">
          <ac:chgData name="Aggie Menezes" userId="74619c95fa3483c9" providerId="LiveId" clId="{D3128F82-6912-0F40-BAD3-A276DA5466DC}" dt="2021-03-05T12:29:58.579" v="534"/>
          <ac:inkMkLst>
            <pc:docMk/>
            <pc:sldMk cId="1724092131" sldId="310"/>
            <ac:inkMk id="120" creationId="{52EE3A55-D085-9747-8E84-660901C25A82}"/>
          </ac:inkMkLst>
        </pc:inkChg>
        <pc:inkChg chg="add">
          <ac:chgData name="Aggie Menezes" userId="74619c95fa3483c9" providerId="LiveId" clId="{D3128F82-6912-0F40-BAD3-A276DA5466DC}" dt="2021-03-05T12:29:58.929" v="535"/>
          <ac:inkMkLst>
            <pc:docMk/>
            <pc:sldMk cId="1724092131" sldId="310"/>
            <ac:inkMk id="121" creationId="{AD8570A5-97E3-5F4F-9FC9-2A4BC051DF58}"/>
          </ac:inkMkLst>
        </pc:inkChg>
        <pc:inkChg chg="add">
          <ac:chgData name="Aggie Menezes" userId="74619c95fa3483c9" providerId="LiveId" clId="{D3128F82-6912-0F40-BAD3-A276DA5466DC}" dt="2021-03-05T12:29:59.345" v="536"/>
          <ac:inkMkLst>
            <pc:docMk/>
            <pc:sldMk cId="1724092131" sldId="310"/>
            <ac:inkMk id="122" creationId="{441EF7F1-C1F2-0E4F-83B1-D5A879FD615F}"/>
          </ac:inkMkLst>
        </pc:inkChg>
        <pc:inkChg chg="add topLvl">
          <ac:chgData name="Aggie Menezes" userId="74619c95fa3483c9" providerId="LiveId" clId="{D3128F82-6912-0F40-BAD3-A276DA5466DC}" dt="2021-03-05T12:30:10.660" v="556"/>
          <ac:inkMkLst>
            <pc:docMk/>
            <pc:sldMk cId="1724092131" sldId="310"/>
            <ac:inkMk id="124" creationId="{E272447F-85A4-D347-8D0F-2975E344F410}"/>
          </ac:inkMkLst>
        </pc:inkChg>
        <pc:inkChg chg="add topLvl">
          <ac:chgData name="Aggie Menezes" userId="74619c95fa3483c9" providerId="LiveId" clId="{D3128F82-6912-0F40-BAD3-A276DA5466DC}" dt="2021-03-05T12:30:10.660" v="556"/>
          <ac:inkMkLst>
            <pc:docMk/>
            <pc:sldMk cId="1724092131" sldId="310"/>
            <ac:inkMk id="125" creationId="{6EA87287-A2F6-9449-AAED-08008CE9D996}"/>
          </ac:inkMkLst>
        </pc:inkChg>
        <pc:inkChg chg="add topLvl">
          <ac:chgData name="Aggie Menezes" userId="74619c95fa3483c9" providerId="LiveId" clId="{D3128F82-6912-0F40-BAD3-A276DA5466DC}" dt="2021-03-05T12:30:10.660" v="556"/>
          <ac:inkMkLst>
            <pc:docMk/>
            <pc:sldMk cId="1724092131" sldId="310"/>
            <ac:inkMk id="126" creationId="{5EBED247-B7A1-D44C-8939-04B992A31825}"/>
          </ac:inkMkLst>
        </pc:inkChg>
        <pc:inkChg chg="add topLvl">
          <ac:chgData name="Aggie Menezes" userId="74619c95fa3483c9" providerId="LiveId" clId="{D3128F82-6912-0F40-BAD3-A276DA5466DC}" dt="2021-03-05T12:30:10.660" v="556"/>
          <ac:inkMkLst>
            <pc:docMk/>
            <pc:sldMk cId="1724092131" sldId="310"/>
            <ac:inkMk id="127" creationId="{BA7837D8-164A-1841-9430-E4BF8B66A87F}"/>
          </ac:inkMkLst>
        </pc:inkChg>
        <pc:inkChg chg="add topLvl">
          <ac:chgData name="Aggie Menezes" userId="74619c95fa3483c9" providerId="LiveId" clId="{D3128F82-6912-0F40-BAD3-A276DA5466DC}" dt="2021-03-05T12:30:10.660" v="556"/>
          <ac:inkMkLst>
            <pc:docMk/>
            <pc:sldMk cId="1724092131" sldId="310"/>
            <ac:inkMk id="128" creationId="{B4A50DD8-3D8D-9545-B03C-C19046253258}"/>
          </ac:inkMkLst>
        </pc:inkChg>
        <pc:inkChg chg="add topLvl">
          <ac:chgData name="Aggie Menezes" userId="74619c95fa3483c9" providerId="LiveId" clId="{D3128F82-6912-0F40-BAD3-A276DA5466DC}" dt="2021-03-05T12:30:10.660" v="556"/>
          <ac:inkMkLst>
            <pc:docMk/>
            <pc:sldMk cId="1724092131" sldId="310"/>
            <ac:inkMk id="129" creationId="{42193A55-E342-ED4E-ABCA-90A4635A88E9}"/>
          </ac:inkMkLst>
        </pc:inkChg>
        <pc:inkChg chg="add">
          <ac:chgData name="Aggie Menezes" userId="74619c95fa3483c9" providerId="LiveId" clId="{D3128F82-6912-0F40-BAD3-A276DA5466DC}" dt="2021-03-05T12:30:05.653" v="545"/>
          <ac:inkMkLst>
            <pc:docMk/>
            <pc:sldMk cId="1724092131" sldId="310"/>
            <ac:inkMk id="131" creationId="{C6759634-7CA8-C04E-83BF-AA8E18DB8972}"/>
          </ac:inkMkLst>
        </pc:inkChg>
        <pc:inkChg chg="add">
          <ac:chgData name="Aggie Menezes" userId="74619c95fa3483c9" providerId="LiveId" clId="{D3128F82-6912-0F40-BAD3-A276DA5466DC}" dt="2021-03-05T12:30:05.844" v="546"/>
          <ac:inkMkLst>
            <pc:docMk/>
            <pc:sldMk cId="1724092131" sldId="310"/>
            <ac:inkMk id="132" creationId="{98C20A4C-6B87-4E41-AF8C-617F9F9CE4C4}"/>
          </ac:inkMkLst>
        </pc:inkChg>
        <pc:inkChg chg="add">
          <ac:chgData name="Aggie Menezes" userId="74619c95fa3483c9" providerId="LiveId" clId="{D3128F82-6912-0F40-BAD3-A276DA5466DC}" dt="2021-03-05T12:30:06.186" v="547"/>
          <ac:inkMkLst>
            <pc:docMk/>
            <pc:sldMk cId="1724092131" sldId="310"/>
            <ac:inkMk id="133" creationId="{F057BF60-6D5C-2549-B185-9535175A4AB5}"/>
          </ac:inkMkLst>
        </pc:inkChg>
        <pc:inkChg chg="add">
          <ac:chgData name="Aggie Menezes" userId="74619c95fa3483c9" providerId="LiveId" clId="{D3128F82-6912-0F40-BAD3-A276DA5466DC}" dt="2021-03-05T12:30:06.992" v="548"/>
          <ac:inkMkLst>
            <pc:docMk/>
            <pc:sldMk cId="1724092131" sldId="310"/>
            <ac:inkMk id="134" creationId="{6388D6CD-E112-E14A-857E-3B80952C2AD7}"/>
          </ac:inkMkLst>
        </pc:inkChg>
        <pc:inkChg chg="add">
          <ac:chgData name="Aggie Menezes" userId="74619c95fa3483c9" providerId="LiveId" clId="{D3128F82-6912-0F40-BAD3-A276DA5466DC}" dt="2021-03-05T12:30:07.186" v="549"/>
          <ac:inkMkLst>
            <pc:docMk/>
            <pc:sldMk cId="1724092131" sldId="310"/>
            <ac:inkMk id="135" creationId="{1AC3BFB8-44EE-3B43-BA29-80143782236E}"/>
          </ac:inkMkLst>
        </pc:inkChg>
        <pc:inkChg chg="add">
          <ac:chgData name="Aggie Menezes" userId="74619c95fa3483c9" providerId="LiveId" clId="{D3128F82-6912-0F40-BAD3-A276DA5466DC}" dt="2021-03-05T12:30:07.750" v="550"/>
          <ac:inkMkLst>
            <pc:docMk/>
            <pc:sldMk cId="1724092131" sldId="310"/>
            <ac:inkMk id="136" creationId="{C9AADCB2-5A05-8648-BE27-2557A8E0F3CF}"/>
          </ac:inkMkLst>
        </pc:inkChg>
        <pc:inkChg chg="add">
          <ac:chgData name="Aggie Menezes" userId="74619c95fa3483c9" providerId="LiveId" clId="{D3128F82-6912-0F40-BAD3-A276DA5466DC}" dt="2021-03-05T12:30:08.209" v="551"/>
          <ac:inkMkLst>
            <pc:docMk/>
            <pc:sldMk cId="1724092131" sldId="310"/>
            <ac:inkMk id="137" creationId="{F7E038BA-9020-7F40-90B1-8020644D75C5}"/>
          </ac:inkMkLst>
        </pc:inkChg>
        <pc:inkChg chg="add">
          <ac:chgData name="Aggie Menezes" userId="74619c95fa3483c9" providerId="LiveId" clId="{D3128F82-6912-0F40-BAD3-A276DA5466DC}" dt="2021-03-05T12:30:09.075" v="552"/>
          <ac:inkMkLst>
            <pc:docMk/>
            <pc:sldMk cId="1724092131" sldId="310"/>
            <ac:inkMk id="138" creationId="{8ED1EE2F-3849-6940-8B99-68B7B799B02E}"/>
          </ac:inkMkLst>
        </pc:inkChg>
        <pc:inkChg chg="add">
          <ac:chgData name="Aggie Menezes" userId="74619c95fa3483c9" providerId="LiveId" clId="{D3128F82-6912-0F40-BAD3-A276DA5466DC}" dt="2021-03-05T12:30:09.361" v="553"/>
          <ac:inkMkLst>
            <pc:docMk/>
            <pc:sldMk cId="1724092131" sldId="310"/>
            <ac:inkMk id="139" creationId="{5B18F891-6F8E-6442-88E6-9C1DCFA4D147}"/>
          </ac:inkMkLst>
        </pc:inkChg>
        <pc:inkChg chg="add">
          <ac:chgData name="Aggie Menezes" userId="74619c95fa3483c9" providerId="LiveId" clId="{D3128F82-6912-0F40-BAD3-A276DA5466DC}" dt="2021-03-05T12:30:09.716" v="554"/>
          <ac:inkMkLst>
            <pc:docMk/>
            <pc:sldMk cId="1724092131" sldId="310"/>
            <ac:inkMk id="140" creationId="{9A0927E5-DADC-1840-A94B-EA5CE53A97DE}"/>
          </ac:inkMkLst>
        </pc:inkChg>
        <pc:inkChg chg="add">
          <ac:chgData name="Aggie Menezes" userId="74619c95fa3483c9" providerId="LiveId" clId="{D3128F82-6912-0F40-BAD3-A276DA5466DC}" dt="2021-03-05T12:30:09.879" v="555"/>
          <ac:inkMkLst>
            <pc:docMk/>
            <pc:sldMk cId="1724092131" sldId="310"/>
            <ac:inkMk id="141" creationId="{278F4FBB-D4AD-594F-8293-DAD34CEE4495}"/>
          </ac:inkMkLst>
        </pc:inkChg>
        <pc:inkChg chg="add topLvl">
          <ac:chgData name="Aggie Menezes" userId="74619c95fa3483c9" providerId="LiveId" clId="{D3128F82-6912-0F40-BAD3-A276DA5466DC}" dt="2021-03-05T12:30:19.417" v="572"/>
          <ac:inkMkLst>
            <pc:docMk/>
            <pc:sldMk cId="1724092131" sldId="310"/>
            <ac:inkMk id="143" creationId="{B7122091-55AF-6243-A909-39AA59355D19}"/>
          </ac:inkMkLst>
        </pc:inkChg>
        <pc:inkChg chg="add topLvl">
          <ac:chgData name="Aggie Menezes" userId="74619c95fa3483c9" providerId="LiveId" clId="{D3128F82-6912-0F40-BAD3-A276DA5466DC}" dt="2021-03-05T12:30:19.417" v="572"/>
          <ac:inkMkLst>
            <pc:docMk/>
            <pc:sldMk cId="1724092131" sldId="310"/>
            <ac:inkMk id="144" creationId="{69FC1AFA-192E-344F-AFCC-7DDA28F8FC0E}"/>
          </ac:inkMkLst>
        </pc:inkChg>
        <pc:inkChg chg="add topLvl">
          <ac:chgData name="Aggie Menezes" userId="74619c95fa3483c9" providerId="LiveId" clId="{D3128F82-6912-0F40-BAD3-A276DA5466DC}" dt="2021-03-05T12:30:19.417" v="572"/>
          <ac:inkMkLst>
            <pc:docMk/>
            <pc:sldMk cId="1724092131" sldId="310"/>
            <ac:inkMk id="145" creationId="{18B325E1-3929-D041-A10C-C20014A5F58A}"/>
          </ac:inkMkLst>
        </pc:inkChg>
        <pc:inkChg chg="add topLvl">
          <ac:chgData name="Aggie Menezes" userId="74619c95fa3483c9" providerId="LiveId" clId="{D3128F82-6912-0F40-BAD3-A276DA5466DC}" dt="2021-03-05T12:30:19.417" v="572"/>
          <ac:inkMkLst>
            <pc:docMk/>
            <pc:sldMk cId="1724092131" sldId="310"/>
            <ac:inkMk id="146" creationId="{90BEC0B8-A3CF-9147-AA12-10B4BACE0AD9}"/>
          </ac:inkMkLst>
        </pc:inkChg>
        <pc:inkChg chg="add topLvl">
          <ac:chgData name="Aggie Menezes" userId="74619c95fa3483c9" providerId="LiveId" clId="{D3128F82-6912-0F40-BAD3-A276DA5466DC}" dt="2021-03-05T12:30:19.417" v="572"/>
          <ac:inkMkLst>
            <pc:docMk/>
            <pc:sldMk cId="1724092131" sldId="310"/>
            <ac:inkMk id="147" creationId="{EEE544F2-25E4-E34C-84B2-547927D10F6B}"/>
          </ac:inkMkLst>
        </pc:inkChg>
        <pc:inkChg chg="add topLvl">
          <ac:chgData name="Aggie Menezes" userId="74619c95fa3483c9" providerId="LiveId" clId="{D3128F82-6912-0F40-BAD3-A276DA5466DC}" dt="2021-03-05T12:30:19.417" v="572"/>
          <ac:inkMkLst>
            <pc:docMk/>
            <pc:sldMk cId="1724092131" sldId="310"/>
            <ac:inkMk id="148" creationId="{814F5380-9568-4447-9CB1-127FA0D76688}"/>
          </ac:inkMkLst>
        </pc:inkChg>
        <pc:inkChg chg="add">
          <ac:chgData name="Aggie Menezes" userId="74619c95fa3483c9" providerId="LiveId" clId="{D3128F82-6912-0F40-BAD3-A276DA5466DC}" dt="2021-03-05T12:30:15.431" v="564"/>
          <ac:inkMkLst>
            <pc:docMk/>
            <pc:sldMk cId="1724092131" sldId="310"/>
            <ac:inkMk id="150" creationId="{5480D297-CB34-9B4B-9C84-E7CB85A4FC62}"/>
          </ac:inkMkLst>
        </pc:inkChg>
        <pc:inkChg chg="add">
          <ac:chgData name="Aggie Menezes" userId="74619c95fa3483c9" providerId="LiveId" clId="{D3128F82-6912-0F40-BAD3-A276DA5466DC}" dt="2021-03-05T12:30:15.905" v="565"/>
          <ac:inkMkLst>
            <pc:docMk/>
            <pc:sldMk cId="1724092131" sldId="310"/>
            <ac:inkMk id="151" creationId="{64566422-C44F-3444-B82B-5934FD9B7FB5}"/>
          </ac:inkMkLst>
        </pc:inkChg>
        <pc:inkChg chg="add">
          <ac:chgData name="Aggie Menezes" userId="74619c95fa3483c9" providerId="LiveId" clId="{D3128F82-6912-0F40-BAD3-A276DA5466DC}" dt="2021-03-05T12:30:16.218" v="566"/>
          <ac:inkMkLst>
            <pc:docMk/>
            <pc:sldMk cId="1724092131" sldId="310"/>
            <ac:inkMk id="152" creationId="{E7ACBBDA-BBBE-9B4B-8B88-207F3790C863}"/>
          </ac:inkMkLst>
        </pc:inkChg>
        <pc:inkChg chg="add">
          <ac:chgData name="Aggie Menezes" userId="74619c95fa3483c9" providerId="LiveId" clId="{D3128F82-6912-0F40-BAD3-A276DA5466DC}" dt="2021-03-05T12:30:16.826" v="567"/>
          <ac:inkMkLst>
            <pc:docMk/>
            <pc:sldMk cId="1724092131" sldId="310"/>
            <ac:inkMk id="153" creationId="{0C392C81-68A2-604E-8969-B825A0044555}"/>
          </ac:inkMkLst>
        </pc:inkChg>
        <pc:inkChg chg="add">
          <ac:chgData name="Aggie Menezes" userId="74619c95fa3483c9" providerId="LiveId" clId="{D3128F82-6912-0F40-BAD3-A276DA5466DC}" dt="2021-03-05T12:30:17.617" v="568"/>
          <ac:inkMkLst>
            <pc:docMk/>
            <pc:sldMk cId="1724092131" sldId="310"/>
            <ac:inkMk id="154" creationId="{AACAC5A7-C422-CC42-9AB0-9A1CC5B5FF34}"/>
          </ac:inkMkLst>
        </pc:inkChg>
        <pc:inkChg chg="add">
          <ac:chgData name="Aggie Menezes" userId="74619c95fa3483c9" providerId="LiveId" clId="{D3128F82-6912-0F40-BAD3-A276DA5466DC}" dt="2021-03-05T12:30:18.033" v="569"/>
          <ac:inkMkLst>
            <pc:docMk/>
            <pc:sldMk cId="1724092131" sldId="310"/>
            <ac:inkMk id="155" creationId="{DFC072B4-7671-8B49-ACDD-8FA636E162C4}"/>
          </ac:inkMkLst>
        </pc:inkChg>
        <pc:inkChg chg="add">
          <ac:chgData name="Aggie Menezes" userId="74619c95fa3483c9" providerId="LiveId" clId="{D3128F82-6912-0F40-BAD3-A276DA5466DC}" dt="2021-03-05T12:30:18.198" v="570"/>
          <ac:inkMkLst>
            <pc:docMk/>
            <pc:sldMk cId="1724092131" sldId="310"/>
            <ac:inkMk id="156" creationId="{6F861328-9738-674C-B7A5-92BEC0F30EBE}"/>
          </ac:inkMkLst>
        </pc:inkChg>
        <pc:inkChg chg="add">
          <ac:chgData name="Aggie Menezes" userId="74619c95fa3483c9" providerId="LiveId" clId="{D3128F82-6912-0F40-BAD3-A276DA5466DC}" dt="2021-03-05T12:30:18.383" v="571"/>
          <ac:inkMkLst>
            <pc:docMk/>
            <pc:sldMk cId="1724092131" sldId="310"/>
            <ac:inkMk id="157" creationId="{DDD98533-5A68-304F-B0A0-F81C5788BA68}"/>
          </ac:inkMkLst>
        </pc:inkChg>
        <pc:inkChg chg="add topLvl">
          <ac:chgData name="Aggie Menezes" userId="74619c95fa3483c9" providerId="LiveId" clId="{D3128F82-6912-0F40-BAD3-A276DA5466DC}" dt="2021-03-05T12:32:22.807" v="581"/>
          <ac:inkMkLst>
            <pc:docMk/>
            <pc:sldMk cId="1724092131" sldId="310"/>
            <ac:inkMk id="159" creationId="{E315F591-5930-4149-B20D-003CD9014452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61" creationId="{6A7D21DC-429E-5840-9429-B63286218C32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62" creationId="{2928BBB2-1C30-5C4A-BE9A-2CE442B98071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63" creationId="{535098C0-991C-764C-9681-5E61247CC6EF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64" creationId="{9361579D-A26A-5F4B-B91B-C929136427C9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66" creationId="{8648017A-0CF9-D14A-9DFD-7215A3F0E8EE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68" creationId="{191150E7-D2C7-2A4C-B74A-F02A5BB5A7FB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69" creationId="{DEC059F9-0E78-6349-A643-0D571E893F2B}"/>
          </ac:inkMkLst>
        </pc:inkChg>
        <pc:inkChg chg="add topLvl">
          <ac:chgData name="Aggie Menezes" userId="74619c95fa3483c9" providerId="LiveId" clId="{D3128F82-6912-0F40-BAD3-A276DA5466DC}" dt="2021-03-05T12:32:34.965" v="590"/>
          <ac:inkMkLst>
            <pc:docMk/>
            <pc:sldMk cId="1724092131" sldId="310"/>
            <ac:inkMk id="171" creationId="{F589F0E0-BAFF-5C42-B19D-06AE9EE43FCA}"/>
          </ac:inkMkLst>
        </pc:inkChg>
        <pc:inkChg chg="add">
          <ac:chgData name="Aggie Menezes" userId="74619c95fa3483c9" providerId="LiveId" clId="{D3128F82-6912-0F40-BAD3-A276DA5466DC}" dt="2021-03-05T12:32:27.097" v="587"/>
          <ac:inkMkLst>
            <pc:docMk/>
            <pc:sldMk cId="1724092131" sldId="310"/>
            <ac:inkMk id="173" creationId="{393C69B5-FD7C-3E4B-A466-1042601FAEF1}"/>
          </ac:inkMkLst>
        </pc:inkChg>
        <pc:inkChg chg="add">
          <ac:chgData name="Aggie Menezes" userId="74619c95fa3483c9" providerId="LiveId" clId="{D3128F82-6912-0F40-BAD3-A276DA5466DC}" dt="2021-03-05T12:32:33.750" v="588"/>
          <ac:inkMkLst>
            <pc:docMk/>
            <pc:sldMk cId="1724092131" sldId="310"/>
            <ac:inkMk id="174" creationId="{849DFE46-AFA3-0644-8DFD-FB8489DB5D7B}"/>
          </ac:inkMkLst>
        </pc:inkChg>
        <pc:inkChg chg="add">
          <ac:chgData name="Aggie Menezes" userId="74619c95fa3483c9" providerId="LiveId" clId="{D3128F82-6912-0F40-BAD3-A276DA5466DC}" dt="2021-03-05T12:32:34.138" v="589"/>
          <ac:inkMkLst>
            <pc:docMk/>
            <pc:sldMk cId="1724092131" sldId="310"/>
            <ac:inkMk id="175" creationId="{3614CA86-DBC8-564F-A257-3C3D646DE891}"/>
          </ac:inkMkLst>
        </pc:inkChg>
      </pc:sldChg>
      <pc:sldChg chg="addSp delSp new">
        <pc:chgData name="Aggie Menezes" userId="74619c95fa3483c9" providerId="LiveId" clId="{D3128F82-6912-0F40-BAD3-A276DA5466DC}" dt="2021-03-05T12:56:38.408" v="911"/>
        <pc:sldMkLst>
          <pc:docMk/>
          <pc:sldMk cId="2194156923" sldId="311"/>
        </pc:sldMkLst>
        <pc:grpChg chg="add">
          <ac:chgData name="Aggie Menezes" userId="74619c95fa3483c9" providerId="LiveId" clId="{D3128F82-6912-0F40-BAD3-A276DA5466DC}" dt="2021-03-05T12:46:26.321" v="606"/>
          <ac:grpSpMkLst>
            <pc:docMk/>
            <pc:sldMk cId="2194156923" sldId="311"/>
            <ac:grpSpMk id="17" creationId="{652586D5-C542-164B-91F2-AB6428B12159}"/>
          </ac:grpSpMkLst>
        </pc:grpChg>
        <pc:grpChg chg="add">
          <ac:chgData name="Aggie Menezes" userId="74619c95fa3483c9" providerId="LiveId" clId="{D3128F82-6912-0F40-BAD3-A276DA5466DC}" dt="2021-03-05T12:46:26.321" v="606"/>
          <ac:grpSpMkLst>
            <pc:docMk/>
            <pc:sldMk cId="2194156923" sldId="311"/>
            <ac:grpSpMk id="18" creationId="{376A5C06-C5D1-0345-8E29-9FF8F0828528}"/>
          </ac:grpSpMkLst>
        </pc:grpChg>
        <pc:grpChg chg="add">
          <ac:chgData name="Aggie Menezes" userId="74619c95fa3483c9" providerId="LiveId" clId="{D3128F82-6912-0F40-BAD3-A276DA5466DC}" dt="2021-03-05T12:46:26.321" v="606"/>
          <ac:grpSpMkLst>
            <pc:docMk/>
            <pc:sldMk cId="2194156923" sldId="311"/>
            <ac:grpSpMk id="19" creationId="{BCFFE186-F9E2-4949-9475-C1BE0309E21F}"/>
          </ac:grpSpMkLst>
        </pc:grpChg>
        <pc:grpChg chg="add del">
          <ac:chgData name="Aggie Menezes" userId="74619c95fa3483c9" providerId="LiveId" clId="{D3128F82-6912-0F40-BAD3-A276DA5466DC}" dt="2021-03-05T12:46:34.044" v="612"/>
          <ac:grpSpMkLst>
            <pc:docMk/>
            <pc:sldMk cId="2194156923" sldId="311"/>
            <ac:grpSpMk id="23" creationId="{FD3A4470-30C6-B442-A0E8-467E21692389}"/>
          </ac:grpSpMkLst>
        </pc:grpChg>
        <pc:grpChg chg="add del">
          <ac:chgData name="Aggie Menezes" userId="74619c95fa3483c9" providerId="LiveId" clId="{D3128F82-6912-0F40-BAD3-A276DA5466DC}" dt="2021-03-05T12:46:38.973" v="621"/>
          <ac:grpSpMkLst>
            <pc:docMk/>
            <pc:sldMk cId="2194156923" sldId="311"/>
            <ac:grpSpMk id="25" creationId="{F69D8C9F-2506-3440-82BC-E795925AA7FD}"/>
          </ac:grpSpMkLst>
        </pc:grpChg>
        <pc:grpChg chg="add del">
          <ac:chgData name="Aggie Menezes" userId="74619c95fa3483c9" providerId="LiveId" clId="{D3128F82-6912-0F40-BAD3-A276DA5466DC}" dt="2021-03-05T12:46:50.470" v="632"/>
          <ac:grpSpMkLst>
            <pc:docMk/>
            <pc:sldMk cId="2194156923" sldId="311"/>
            <ac:grpSpMk id="34" creationId="{DC57CBE7-86C6-6343-8D24-7589069B9FC5}"/>
          </ac:grpSpMkLst>
        </pc:grpChg>
        <pc:grpChg chg="add del">
          <ac:chgData name="Aggie Menezes" userId="74619c95fa3483c9" providerId="LiveId" clId="{D3128F82-6912-0F40-BAD3-A276DA5466DC}" dt="2021-03-05T12:46:57.852" v="635"/>
          <ac:grpSpMkLst>
            <pc:docMk/>
            <pc:sldMk cId="2194156923" sldId="311"/>
            <ac:grpSpMk id="45" creationId="{A7FD1F8B-ECFB-B741-88E1-7ECD62FFB745}"/>
          </ac:grpSpMkLst>
        </pc:grpChg>
        <pc:grpChg chg="add del">
          <ac:chgData name="Aggie Menezes" userId="74619c95fa3483c9" providerId="LiveId" clId="{D3128F82-6912-0F40-BAD3-A276DA5466DC}" dt="2021-03-05T12:47:04.920" v="644"/>
          <ac:grpSpMkLst>
            <pc:docMk/>
            <pc:sldMk cId="2194156923" sldId="311"/>
            <ac:grpSpMk id="48" creationId="{076B8D48-C37C-8148-8280-178C12F47655}"/>
          </ac:grpSpMkLst>
        </pc:grpChg>
        <pc:grpChg chg="add">
          <ac:chgData name="Aggie Menezes" userId="74619c95fa3483c9" providerId="LiveId" clId="{D3128F82-6912-0F40-BAD3-A276DA5466DC}" dt="2021-03-05T12:47:04.920" v="644"/>
          <ac:grpSpMkLst>
            <pc:docMk/>
            <pc:sldMk cId="2194156923" sldId="311"/>
            <ac:grpSpMk id="57" creationId="{3E925A04-11E5-4645-B169-46968D034C91}"/>
          </ac:grpSpMkLst>
        </pc:grpChg>
        <pc:grpChg chg="add del">
          <ac:chgData name="Aggie Menezes" userId="74619c95fa3483c9" providerId="LiveId" clId="{D3128F82-6912-0F40-BAD3-A276DA5466DC}" dt="2021-03-05T12:47:19.366" v="657"/>
          <ac:grpSpMkLst>
            <pc:docMk/>
            <pc:sldMk cId="2194156923" sldId="311"/>
            <ac:grpSpMk id="60" creationId="{06C77D7F-A1FB-CF47-8284-C95873CA579B}"/>
          </ac:grpSpMkLst>
        </pc:grpChg>
        <pc:grpChg chg="add del">
          <ac:chgData name="Aggie Menezes" userId="74619c95fa3483c9" providerId="LiveId" clId="{D3128F82-6912-0F40-BAD3-A276DA5466DC}" dt="2021-03-05T12:47:19.366" v="657"/>
          <ac:grpSpMkLst>
            <pc:docMk/>
            <pc:sldMk cId="2194156923" sldId="311"/>
            <ac:grpSpMk id="68" creationId="{3C8F9B99-0D9B-DC4B-81D1-A83BB4CC0247}"/>
          </ac:grpSpMkLst>
        </pc:grpChg>
        <pc:grpChg chg="add del">
          <ac:chgData name="Aggie Menezes" userId="74619c95fa3483c9" providerId="LiveId" clId="{D3128F82-6912-0F40-BAD3-A276DA5466DC}" dt="2021-03-05T12:47:56.217" v="669"/>
          <ac:grpSpMkLst>
            <pc:docMk/>
            <pc:sldMk cId="2194156923" sldId="311"/>
            <ac:grpSpMk id="70" creationId="{824912D1-5237-4145-A924-D1403EB72E39}"/>
          </ac:grpSpMkLst>
        </pc:grpChg>
        <pc:grpChg chg="add del">
          <ac:chgData name="Aggie Menezes" userId="74619c95fa3483c9" providerId="LiveId" clId="{D3128F82-6912-0F40-BAD3-A276DA5466DC}" dt="2021-03-05T12:47:56.217" v="669"/>
          <ac:grpSpMkLst>
            <pc:docMk/>
            <pc:sldMk cId="2194156923" sldId="311"/>
            <ac:grpSpMk id="80" creationId="{CA28B574-8AEC-6143-B23F-16C3AB1BD830}"/>
          </ac:grpSpMkLst>
        </pc:grpChg>
        <pc:grpChg chg="add del">
          <ac:chgData name="Aggie Menezes" userId="74619c95fa3483c9" providerId="LiveId" clId="{D3128F82-6912-0F40-BAD3-A276DA5466DC}" dt="2021-03-05T12:48:03.486" v="686"/>
          <ac:grpSpMkLst>
            <pc:docMk/>
            <pc:sldMk cId="2194156923" sldId="311"/>
            <ac:grpSpMk id="82" creationId="{C566F108-AA34-9E46-8B05-F37DD8700987}"/>
          </ac:grpSpMkLst>
        </pc:grpChg>
        <pc:grpChg chg="add del">
          <ac:chgData name="Aggie Menezes" userId="74619c95fa3483c9" providerId="LiveId" clId="{D3128F82-6912-0F40-BAD3-A276DA5466DC}" dt="2021-03-05T12:48:03.486" v="686"/>
          <ac:grpSpMkLst>
            <pc:docMk/>
            <pc:sldMk cId="2194156923" sldId="311"/>
            <ac:grpSpMk id="85" creationId="{7A29B509-9A46-4342-87A8-F44C5F0F4E3D}"/>
          </ac:grpSpMkLst>
        </pc:grpChg>
        <pc:grpChg chg="add del">
          <ac:chgData name="Aggie Menezes" userId="74619c95fa3483c9" providerId="LiveId" clId="{D3128F82-6912-0F40-BAD3-A276DA5466DC}" dt="2021-03-05T12:48:08.371" v="688"/>
          <ac:grpSpMkLst>
            <pc:docMk/>
            <pc:sldMk cId="2194156923" sldId="311"/>
            <ac:grpSpMk id="99" creationId="{1CF6DB35-05B6-E143-9DBF-7FFC8CC20D7D}"/>
          </ac:grpSpMkLst>
        </pc:grpChg>
        <pc:grpChg chg="add del">
          <ac:chgData name="Aggie Menezes" userId="74619c95fa3483c9" providerId="LiveId" clId="{D3128F82-6912-0F40-BAD3-A276DA5466DC}" dt="2021-03-05T12:48:19.447" v="706"/>
          <ac:grpSpMkLst>
            <pc:docMk/>
            <pc:sldMk cId="2194156923" sldId="311"/>
            <ac:grpSpMk id="101" creationId="{0C125016-320F-C841-B3E8-1DCBC46AF172}"/>
          </ac:grpSpMkLst>
        </pc:grpChg>
        <pc:grpChg chg="add del">
          <ac:chgData name="Aggie Menezes" userId="74619c95fa3483c9" providerId="LiveId" clId="{D3128F82-6912-0F40-BAD3-A276DA5466DC}" dt="2021-03-05T12:48:19.447" v="706"/>
          <ac:grpSpMkLst>
            <pc:docMk/>
            <pc:sldMk cId="2194156923" sldId="311"/>
            <ac:grpSpMk id="108" creationId="{BFD2296C-471F-794D-976B-0B525E445376}"/>
          </ac:grpSpMkLst>
        </pc:grpChg>
        <pc:grpChg chg="add">
          <ac:chgData name="Aggie Menezes" userId="74619c95fa3483c9" providerId="LiveId" clId="{D3128F82-6912-0F40-BAD3-A276DA5466DC}" dt="2021-03-05T12:48:19.447" v="706"/>
          <ac:grpSpMkLst>
            <pc:docMk/>
            <pc:sldMk cId="2194156923" sldId="311"/>
            <ac:grpSpMk id="119" creationId="{86284FC0-BA6F-A747-9D7C-F8738827D989}"/>
          </ac:grpSpMkLst>
        </pc:grpChg>
        <pc:grpChg chg="add del">
          <ac:chgData name="Aggie Menezes" userId="74619c95fa3483c9" providerId="LiveId" clId="{D3128F82-6912-0F40-BAD3-A276DA5466DC}" dt="2021-03-05T12:48:43.607" v="719"/>
          <ac:grpSpMkLst>
            <pc:docMk/>
            <pc:sldMk cId="2194156923" sldId="311"/>
            <ac:grpSpMk id="130" creationId="{4F3EE9C4-6EC4-304A-AF72-4A7783A029CD}"/>
          </ac:grpSpMkLst>
        </pc:grpChg>
        <pc:grpChg chg="add">
          <ac:chgData name="Aggie Menezes" userId="74619c95fa3483c9" providerId="LiveId" clId="{D3128F82-6912-0F40-BAD3-A276DA5466DC}" dt="2021-03-05T12:48:43.607" v="719"/>
          <ac:grpSpMkLst>
            <pc:docMk/>
            <pc:sldMk cId="2194156923" sldId="311"/>
            <ac:grpSpMk id="132" creationId="{060ACF8A-D07B-2E48-A858-2340CFE4FD1F}"/>
          </ac:grpSpMkLst>
        </pc:grpChg>
        <pc:grpChg chg="add del">
          <ac:chgData name="Aggie Menezes" userId="74619c95fa3483c9" providerId="LiveId" clId="{D3128F82-6912-0F40-BAD3-A276DA5466DC}" dt="2021-03-05T12:49:17.064" v="731"/>
          <ac:grpSpMkLst>
            <pc:docMk/>
            <pc:sldMk cId="2194156923" sldId="311"/>
            <ac:grpSpMk id="135" creationId="{98E9E2D5-6479-4643-A36F-9C57F46839FF}"/>
          </ac:grpSpMkLst>
        </pc:grpChg>
        <pc:grpChg chg="add">
          <ac:chgData name="Aggie Menezes" userId="74619c95fa3483c9" providerId="LiveId" clId="{D3128F82-6912-0F40-BAD3-A276DA5466DC}" dt="2021-03-05T12:49:17.064" v="731"/>
          <ac:grpSpMkLst>
            <pc:docMk/>
            <pc:sldMk cId="2194156923" sldId="311"/>
            <ac:grpSpMk id="144" creationId="{505C627D-BB4D-4640-9127-A7D90A9E9F00}"/>
          </ac:grpSpMkLst>
        </pc:grpChg>
        <pc:grpChg chg="add">
          <ac:chgData name="Aggie Menezes" userId="74619c95fa3483c9" providerId="LiveId" clId="{D3128F82-6912-0F40-BAD3-A276DA5466DC}" dt="2021-03-05T12:49:52.592" v="734"/>
          <ac:grpSpMkLst>
            <pc:docMk/>
            <pc:sldMk cId="2194156923" sldId="311"/>
            <ac:grpSpMk id="147" creationId="{08113E63-6B55-344C-BE42-D72DA0E387D6}"/>
          </ac:grpSpMkLst>
        </pc:grpChg>
        <pc:grpChg chg="add del">
          <ac:chgData name="Aggie Menezes" userId="74619c95fa3483c9" providerId="LiveId" clId="{D3128F82-6912-0F40-BAD3-A276DA5466DC}" dt="2021-03-05T12:50:12.519" v="760"/>
          <ac:grpSpMkLst>
            <pc:docMk/>
            <pc:sldMk cId="2194156923" sldId="311"/>
            <ac:grpSpMk id="163" creationId="{CA08D727-F06D-0143-8810-9B09C0AB2DE6}"/>
          </ac:grpSpMkLst>
        </pc:grpChg>
        <pc:grpChg chg="add del">
          <ac:chgData name="Aggie Menezes" userId="74619c95fa3483c9" providerId="LiveId" clId="{D3128F82-6912-0F40-BAD3-A276DA5466DC}" dt="2021-03-05T12:50:12.519" v="760"/>
          <ac:grpSpMkLst>
            <pc:docMk/>
            <pc:sldMk cId="2194156923" sldId="311"/>
            <ac:grpSpMk id="164" creationId="{FC9BFBAB-ACB1-1D4A-8879-575552B195F8}"/>
          </ac:grpSpMkLst>
        </pc:grpChg>
        <pc:grpChg chg="add del">
          <ac:chgData name="Aggie Menezes" userId="74619c95fa3483c9" providerId="LiveId" clId="{D3128F82-6912-0F40-BAD3-A276DA5466DC}" dt="2021-03-05T12:50:14.832" v="764"/>
          <ac:grpSpMkLst>
            <pc:docMk/>
            <pc:sldMk cId="2194156923" sldId="311"/>
            <ac:grpSpMk id="174" creationId="{960723B0-3B4E-9246-A486-20F7ED7C07CC}"/>
          </ac:grpSpMkLst>
        </pc:grpChg>
        <pc:grpChg chg="add del">
          <ac:chgData name="Aggie Menezes" userId="74619c95fa3483c9" providerId="LiveId" clId="{D3128F82-6912-0F40-BAD3-A276DA5466DC}" dt="2021-03-05T12:50:26.998" v="770"/>
          <ac:grpSpMkLst>
            <pc:docMk/>
            <pc:sldMk cId="2194156923" sldId="311"/>
            <ac:grpSpMk id="178" creationId="{5CB7601D-AD84-8040-B396-006E3A8C8AD0}"/>
          </ac:grpSpMkLst>
        </pc:grpChg>
        <pc:grpChg chg="add del">
          <ac:chgData name="Aggie Menezes" userId="74619c95fa3483c9" providerId="LiveId" clId="{D3128F82-6912-0F40-BAD3-A276DA5466DC}" dt="2021-03-05T12:50:28.795" v="773"/>
          <ac:grpSpMkLst>
            <pc:docMk/>
            <pc:sldMk cId="2194156923" sldId="311"/>
            <ac:grpSpMk id="184" creationId="{9FE8EA69-FD48-0445-B6AE-44A3E01AA01D}"/>
          </ac:grpSpMkLst>
        </pc:grpChg>
        <pc:grpChg chg="add del">
          <ac:chgData name="Aggie Menezes" userId="74619c95fa3483c9" providerId="LiveId" clId="{D3128F82-6912-0F40-BAD3-A276DA5466DC}" dt="2021-03-05T12:50:32.901" v="781"/>
          <ac:grpSpMkLst>
            <pc:docMk/>
            <pc:sldMk cId="2194156923" sldId="311"/>
            <ac:grpSpMk id="187" creationId="{355A765B-DF4D-5148-8AB5-48011BCD412C}"/>
          </ac:grpSpMkLst>
        </pc:grpChg>
        <pc:grpChg chg="add del">
          <ac:chgData name="Aggie Menezes" userId="74619c95fa3483c9" providerId="LiveId" clId="{D3128F82-6912-0F40-BAD3-A276DA5466DC}" dt="2021-03-05T12:51:13.771" v="783"/>
          <ac:grpSpMkLst>
            <pc:docMk/>
            <pc:sldMk cId="2194156923" sldId="311"/>
            <ac:grpSpMk id="195" creationId="{C964A808-6BDA-114A-BCA8-1C69296FA7B3}"/>
          </ac:grpSpMkLst>
        </pc:grpChg>
        <pc:grpChg chg="add del">
          <ac:chgData name="Aggie Menezes" userId="74619c95fa3483c9" providerId="LiveId" clId="{D3128F82-6912-0F40-BAD3-A276DA5466DC}" dt="2021-03-05T12:51:35.725" v="793"/>
          <ac:grpSpMkLst>
            <pc:docMk/>
            <pc:sldMk cId="2194156923" sldId="311"/>
            <ac:grpSpMk id="197" creationId="{8C615FA2-2277-DB41-B521-A26B9F96DD5C}"/>
          </ac:grpSpMkLst>
        </pc:grpChg>
        <pc:grpChg chg="add">
          <ac:chgData name="Aggie Menezes" userId="74619c95fa3483c9" providerId="LiveId" clId="{D3128F82-6912-0F40-BAD3-A276DA5466DC}" dt="2021-03-05T12:51:35.725" v="793"/>
          <ac:grpSpMkLst>
            <pc:docMk/>
            <pc:sldMk cId="2194156923" sldId="311"/>
            <ac:grpSpMk id="207" creationId="{9EE8002E-5FF9-E849-A813-46D061AC9210}"/>
          </ac:grpSpMkLst>
        </pc:grpChg>
        <pc:grpChg chg="add del">
          <ac:chgData name="Aggie Menezes" userId="74619c95fa3483c9" providerId="LiveId" clId="{D3128F82-6912-0F40-BAD3-A276DA5466DC}" dt="2021-03-05T12:52:09.253" v="800"/>
          <ac:grpSpMkLst>
            <pc:docMk/>
            <pc:sldMk cId="2194156923" sldId="311"/>
            <ac:grpSpMk id="210" creationId="{35E0A925-91EA-9D47-AE9F-6E0DDE92B70E}"/>
          </ac:grpSpMkLst>
        </pc:grpChg>
        <pc:grpChg chg="add del">
          <ac:chgData name="Aggie Menezes" userId="74619c95fa3483c9" providerId="LiveId" clId="{D3128F82-6912-0F40-BAD3-A276DA5466DC}" dt="2021-03-05T12:52:11.568" v="805"/>
          <ac:grpSpMkLst>
            <pc:docMk/>
            <pc:sldMk cId="2194156923" sldId="311"/>
            <ac:grpSpMk id="214" creationId="{6AC4E0A8-9ABD-7749-AC45-CD274C9F0B6E}"/>
          </ac:grpSpMkLst>
        </pc:grpChg>
        <pc:grpChg chg="add del">
          <ac:chgData name="Aggie Menezes" userId="74619c95fa3483c9" providerId="LiveId" clId="{D3128F82-6912-0F40-BAD3-A276DA5466DC}" dt="2021-03-05T12:52:25.037" v="829"/>
          <ac:grpSpMkLst>
            <pc:docMk/>
            <pc:sldMk cId="2194156923" sldId="311"/>
            <ac:grpSpMk id="219" creationId="{A44365D3-23A3-DA49-8333-BA7F9541F6FF}"/>
          </ac:grpSpMkLst>
        </pc:grpChg>
        <pc:grpChg chg="add del">
          <ac:chgData name="Aggie Menezes" userId="74619c95fa3483c9" providerId="LiveId" clId="{D3128F82-6912-0F40-BAD3-A276DA5466DC}" dt="2021-03-05T12:52:25.037" v="829"/>
          <ac:grpSpMkLst>
            <pc:docMk/>
            <pc:sldMk cId="2194156923" sldId="311"/>
            <ac:grpSpMk id="226" creationId="{B8EADA10-C8BF-9747-BCD6-6D05F02FF579}"/>
          </ac:grpSpMkLst>
        </pc:grpChg>
        <pc:grpChg chg="add del">
          <ac:chgData name="Aggie Menezes" userId="74619c95fa3483c9" providerId="LiveId" clId="{D3128F82-6912-0F40-BAD3-A276DA5466DC}" dt="2021-03-05T12:52:25.037" v="829"/>
          <ac:grpSpMkLst>
            <pc:docMk/>
            <pc:sldMk cId="2194156923" sldId="311"/>
            <ac:grpSpMk id="231" creationId="{562C8A21-706A-3447-B043-50E9D51DCCD3}"/>
          </ac:grpSpMkLst>
        </pc:grpChg>
        <pc:grpChg chg="add del">
          <ac:chgData name="Aggie Menezes" userId="74619c95fa3483c9" providerId="LiveId" clId="{D3128F82-6912-0F40-BAD3-A276DA5466DC}" dt="2021-03-05T12:54:00.338" v="862"/>
          <ac:grpSpMkLst>
            <pc:docMk/>
            <pc:sldMk cId="2194156923" sldId="311"/>
            <ac:grpSpMk id="243" creationId="{0DBD1A51-8182-764F-BE05-633496BE7201}"/>
          </ac:grpSpMkLst>
        </pc:grpChg>
        <pc:grpChg chg="add del">
          <ac:chgData name="Aggie Menezes" userId="74619c95fa3483c9" providerId="LiveId" clId="{D3128F82-6912-0F40-BAD3-A276DA5466DC}" dt="2021-03-05T12:53:39.859" v="839"/>
          <ac:grpSpMkLst>
            <pc:docMk/>
            <pc:sldMk cId="2194156923" sldId="311"/>
            <ac:grpSpMk id="246" creationId="{24E378DD-A996-2344-B1A3-A2E474446BC8}"/>
          </ac:grpSpMkLst>
        </pc:grpChg>
        <pc:grpChg chg="add del">
          <ac:chgData name="Aggie Menezes" userId="74619c95fa3483c9" providerId="LiveId" clId="{D3128F82-6912-0F40-BAD3-A276DA5466DC}" dt="2021-03-05T12:53:46.818" v="852"/>
          <ac:grpSpMkLst>
            <pc:docMk/>
            <pc:sldMk cId="2194156923" sldId="311"/>
            <ac:grpSpMk id="253" creationId="{E83246CD-C83E-EA46-A3EB-97C0AFF78F83}"/>
          </ac:grpSpMkLst>
        </pc:grpChg>
        <pc:grpChg chg="add del">
          <ac:chgData name="Aggie Menezes" userId="74619c95fa3483c9" providerId="LiveId" clId="{D3128F82-6912-0F40-BAD3-A276DA5466DC}" dt="2021-03-05T12:54:00.338" v="862"/>
          <ac:grpSpMkLst>
            <pc:docMk/>
            <pc:sldMk cId="2194156923" sldId="311"/>
            <ac:grpSpMk id="266" creationId="{099AD87D-79BD-F541-8DB9-140C9874F14E}"/>
          </ac:grpSpMkLst>
        </pc:grpChg>
        <pc:grpChg chg="add del">
          <ac:chgData name="Aggie Menezes" userId="74619c95fa3483c9" providerId="LiveId" clId="{D3128F82-6912-0F40-BAD3-A276DA5466DC}" dt="2021-03-05T12:54:00.338" v="862"/>
          <ac:grpSpMkLst>
            <pc:docMk/>
            <pc:sldMk cId="2194156923" sldId="311"/>
            <ac:grpSpMk id="267" creationId="{2AB4217C-6C4B-E645-8E1C-E0090D915728}"/>
          </ac:grpSpMkLst>
        </pc:grpChg>
        <pc:grpChg chg="add del">
          <ac:chgData name="Aggie Menezes" userId="74619c95fa3483c9" providerId="LiveId" clId="{D3128F82-6912-0F40-BAD3-A276DA5466DC}" dt="2021-03-05T12:54:15.226" v="865"/>
          <ac:grpSpMkLst>
            <pc:docMk/>
            <pc:sldMk cId="2194156923" sldId="311"/>
            <ac:grpSpMk id="277" creationId="{1E10AD5D-FC74-974F-9D29-C2A28F41C234}"/>
          </ac:grpSpMkLst>
        </pc:grpChg>
        <pc:grpChg chg="add">
          <ac:chgData name="Aggie Menezes" userId="74619c95fa3483c9" providerId="LiveId" clId="{D3128F82-6912-0F40-BAD3-A276DA5466DC}" dt="2021-03-05T12:54:15.226" v="865"/>
          <ac:grpSpMkLst>
            <pc:docMk/>
            <pc:sldMk cId="2194156923" sldId="311"/>
            <ac:grpSpMk id="280" creationId="{37574C5D-52AB-E54E-9001-71036B5FFE1C}"/>
          </ac:grpSpMkLst>
        </pc:grpChg>
        <pc:grpChg chg="add del">
          <ac:chgData name="Aggie Menezes" userId="74619c95fa3483c9" providerId="LiveId" clId="{D3128F82-6912-0F40-BAD3-A276DA5466DC}" dt="2021-03-05T12:55:11.625" v="881"/>
          <ac:grpSpMkLst>
            <pc:docMk/>
            <pc:sldMk cId="2194156923" sldId="311"/>
            <ac:grpSpMk id="284" creationId="{342DFC29-0AB9-3844-A54F-BACA5FCAB009}"/>
          </ac:grpSpMkLst>
        </pc:grpChg>
        <pc:grpChg chg="add del">
          <ac:chgData name="Aggie Menezes" userId="74619c95fa3483c9" providerId="LiveId" clId="{D3128F82-6912-0F40-BAD3-A276DA5466DC}" dt="2021-03-05T12:55:11.625" v="881"/>
          <ac:grpSpMkLst>
            <pc:docMk/>
            <pc:sldMk cId="2194156923" sldId="311"/>
            <ac:grpSpMk id="287" creationId="{246E7992-1FFD-9747-BCCC-A0C1BB52A548}"/>
          </ac:grpSpMkLst>
        </pc:grpChg>
        <pc:grpChg chg="add">
          <ac:chgData name="Aggie Menezes" userId="74619c95fa3483c9" providerId="LiveId" clId="{D3128F82-6912-0F40-BAD3-A276DA5466DC}" dt="2021-03-05T12:55:11.625" v="881"/>
          <ac:grpSpMkLst>
            <pc:docMk/>
            <pc:sldMk cId="2194156923" sldId="311"/>
            <ac:grpSpMk id="296" creationId="{C4446BFE-8A85-BF43-9F04-D1146E312372}"/>
          </ac:grpSpMkLst>
        </pc:grpChg>
        <pc:grpChg chg="add del">
          <ac:chgData name="Aggie Menezes" userId="74619c95fa3483c9" providerId="LiveId" clId="{D3128F82-6912-0F40-BAD3-A276DA5466DC}" dt="2021-03-05T12:55:17.945" v="888"/>
          <ac:grpSpMkLst>
            <pc:docMk/>
            <pc:sldMk cId="2194156923" sldId="311"/>
            <ac:grpSpMk id="301" creationId="{6E841463-CBDC-2144-8ADC-FBE913036F34}"/>
          </ac:grpSpMkLst>
        </pc:grpChg>
        <pc:grpChg chg="add del">
          <ac:chgData name="Aggie Menezes" userId="74619c95fa3483c9" providerId="LiveId" clId="{D3128F82-6912-0F40-BAD3-A276DA5466DC}" dt="2021-03-05T12:55:20.577" v="892"/>
          <ac:grpSpMkLst>
            <pc:docMk/>
            <pc:sldMk cId="2194156923" sldId="311"/>
            <ac:grpSpMk id="303" creationId="{75CC7AA7-B425-AA4B-AD0C-5D9CA54A8B7C}"/>
          </ac:grpSpMkLst>
        </pc:grpChg>
        <pc:grpChg chg="add">
          <ac:chgData name="Aggie Menezes" userId="74619c95fa3483c9" providerId="LiveId" clId="{D3128F82-6912-0F40-BAD3-A276DA5466DC}" dt="2021-03-05T12:55:20.577" v="892"/>
          <ac:grpSpMkLst>
            <pc:docMk/>
            <pc:sldMk cId="2194156923" sldId="311"/>
            <ac:grpSpMk id="307" creationId="{E82C1538-2DD4-854C-865F-E50E1E80494A}"/>
          </ac:grpSpMkLst>
        </pc:grpChg>
        <pc:grpChg chg="add">
          <ac:chgData name="Aggie Menezes" userId="74619c95fa3483c9" providerId="LiveId" clId="{D3128F82-6912-0F40-BAD3-A276DA5466DC}" dt="2021-03-05T12:56:28.967" v="895"/>
          <ac:grpSpMkLst>
            <pc:docMk/>
            <pc:sldMk cId="2194156923" sldId="311"/>
            <ac:grpSpMk id="310" creationId="{8856ED26-AC79-344A-B703-D30BD5C86A62}"/>
          </ac:grpSpMkLst>
        </pc:grpChg>
        <pc:grpChg chg="add del">
          <ac:chgData name="Aggie Menezes" userId="74619c95fa3483c9" providerId="LiveId" clId="{D3128F82-6912-0F40-BAD3-A276DA5466DC}" dt="2021-03-05T12:56:38.408" v="911"/>
          <ac:grpSpMkLst>
            <pc:docMk/>
            <pc:sldMk cId="2194156923" sldId="311"/>
            <ac:grpSpMk id="314" creationId="{13106669-4E6A-C64D-A414-4354538608A6}"/>
          </ac:grpSpMkLst>
        </pc:grpChg>
        <pc:grpChg chg="add">
          <ac:chgData name="Aggie Menezes" userId="74619c95fa3483c9" providerId="LiveId" clId="{D3128F82-6912-0F40-BAD3-A276DA5466DC}" dt="2021-03-05T12:56:38.408" v="911"/>
          <ac:grpSpMkLst>
            <pc:docMk/>
            <pc:sldMk cId="2194156923" sldId="311"/>
            <ac:grpSpMk id="326" creationId="{F2EE8A6D-CD93-B642-9467-1917AA00E6F6}"/>
          </ac:grpSpMkLst>
        </pc:grpChg>
        <pc:inkChg chg="add">
          <ac:chgData name="Aggie Menezes" userId="74619c95fa3483c9" providerId="LiveId" clId="{D3128F82-6912-0F40-BAD3-A276DA5466DC}" dt="2021-03-05T12:46:02.461" v="592"/>
          <ac:inkMkLst>
            <pc:docMk/>
            <pc:sldMk cId="2194156923" sldId="311"/>
            <ac:inkMk id="3" creationId="{3EDC6AFD-B433-FF42-9308-B9B1A8C84EDB}"/>
          </ac:inkMkLst>
        </pc:inkChg>
        <pc:inkChg chg="add">
          <ac:chgData name="Aggie Menezes" userId="74619c95fa3483c9" providerId="LiveId" clId="{D3128F82-6912-0F40-BAD3-A276DA5466DC}" dt="2021-03-05T12:46:16.019" v="593"/>
          <ac:inkMkLst>
            <pc:docMk/>
            <pc:sldMk cId="2194156923" sldId="311"/>
            <ac:inkMk id="4" creationId="{13714CF2-1B80-C240-8E59-F7E811629806}"/>
          </ac:inkMkLst>
        </pc:inkChg>
        <pc:inkChg chg="add">
          <ac:chgData name="Aggie Menezes" userId="74619c95fa3483c9" providerId="LiveId" clId="{D3128F82-6912-0F40-BAD3-A276DA5466DC}" dt="2021-03-05T12:46:20.849" v="594"/>
          <ac:inkMkLst>
            <pc:docMk/>
            <pc:sldMk cId="2194156923" sldId="311"/>
            <ac:inkMk id="5" creationId="{17625A67-ED44-CC4C-9ABB-D0D51A0F25D1}"/>
          </ac:inkMkLst>
        </pc:inkChg>
        <pc:inkChg chg="add">
          <ac:chgData name="Aggie Menezes" userId="74619c95fa3483c9" providerId="LiveId" clId="{D3128F82-6912-0F40-BAD3-A276DA5466DC}" dt="2021-03-05T12:46:21.028" v="595"/>
          <ac:inkMkLst>
            <pc:docMk/>
            <pc:sldMk cId="2194156923" sldId="311"/>
            <ac:inkMk id="6" creationId="{CE4D69AA-793F-FD46-A3D7-AD72EAB78469}"/>
          </ac:inkMkLst>
        </pc:inkChg>
        <pc:inkChg chg="add">
          <ac:chgData name="Aggie Menezes" userId="74619c95fa3483c9" providerId="LiveId" clId="{D3128F82-6912-0F40-BAD3-A276DA5466DC}" dt="2021-03-05T12:46:21.604" v="596"/>
          <ac:inkMkLst>
            <pc:docMk/>
            <pc:sldMk cId="2194156923" sldId="311"/>
            <ac:inkMk id="7" creationId="{EDB41AA6-9EB5-494C-BCD1-B2EEBEC38945}"/>
          </ac:inkMkLst>
        </pc:inkChg>
        <pc:inkChg chg="add">
          <ac:chgData name="Aggie Menezes" userId="74619c95fa3483c9" providerId="LiveId" clId="{D3128F82-6912-0F40-BAD3-A276DA5466DC}" dt="2021-03-05T12:46:22.367" v="597"/>
          <ac:inkMkLst>
            <pc:docMk/>
            <pc:sldMk cId="2194156923" sldId="311"/>
            <ac:inkMk id="8" creationId="{6C5ED8F5-2577-5844-B1A9-4178EB044509}"/>
          </ac:inkMkLst>
        </pc:inkChg>
        <pc:inkChg chg="add">
          <ac:chgData name="Aggie Menezes" userId="74619c95fa3483c9" providerId="LiveId" clId="{D3128F82-6912-0F40-BAD3-A276DA5466DC}" dt="2021-03-05T12:46:23.159" v="598"/>
          <ac:inkMkLst>
            <pc:docMk/>
            <pc:sldMk cId="2194156923" sldId="311"/>
            <ac:inkMk id="9" creationId="{6A4D6B6D-061B-F943-8EA6-003A9B257ACB}"/>
          </ac:inkMkLst>
        </pc:inkChg>
        <pc:inkChg chg="add">
          <ac:chgData name="Aggie Menezes" userId="74619c95fa3483c9" providerId="LiveId" clId="{D3128F82-6912-0F40-BAD3-A276DA5466DC}" dt="2021-03-05T12:46:23.419" v="599"/>
          <ac:inkMkLst>
            <pc:docMk/>
            <pc:sldMk cId="2194156923" sldId="311"/>
            <ac:inkMk id="10" creationId="{0104711E-CAC1-984F-9773-E6C7DDB8BCFD}"/>
          </ac:inkMkLst>
        </pc:inkChg>
        <pc:inkChg chg="add">
          <ac:chgData name="Aggie Menezes" userId="74619c95fa3483c9" providerId="LiveId" clId="{D3128F82-6912-0F40-BAD3-A276DA5466DC}" dt="2021-03-05T12:46:23.761" v="600"/>
          <ac:inkMkLst>
            <pc:docMk/>
            <pc:sldMk cId="2194156923" sldId="311"/>
            <ac:inkMk id="11" creationId="{42207F16-F14F-724D-9CBE-4FD8709D2B42}"/>
          </ac:inkMkLst>
        </pc:inkChg>
        <pc:inkChg chg="add">
          <ac:chgData name="Aggie Menezes" userId="74619c95fa3483c9" providerId="LiveId" clId="{D3128F82-6912-0F40-BAD3-A276DA5466DC}" dt="2021-03-05T12:46:24.437" v="601"/>
          <ac:inkMkLst>
            <pc:docMk/>
            <pc:sldMk cId="2194156923" sldId="311"/>
            <ac:inkMk id="12" creationId="{4C3F86AF-83CD-7340-B339-7B5CB55CCC3E}"/>
          </ac:inkMkLst>
        </pc:inkChg>
        <pc:inkChg chg="add">
          <ac:chgData name="Aggie Menezes" userId="74619c95fa3483c9" providerId="LiveId" clId="{D3128F82-6912-0F40-BAD3-A276DA5466DC}" dt="2021-03-05T12:46:24.868" v="602"/>
          <ac:inkMkLst>
            <pc:docMk/>
            <pc:sldMk cId="2194156923" sldId="311"/>
            <ac:inkMk id="13" creationId="{DBC464DD-33CF-AD42-9FA6-022AE282C23D}"/>
          </ac:inkMkLst>
        </pc:inkChg>
        <pc:inkChg chg="add">
          <ac:chgData name="Aggie Menezes" userId="74619c95fa3483c9" providerId="LiveId" clId="{D3128F82-6912-0F40-BAD3-A276DA5466DC}" dt="2021-03-05T12:46:25.010" v="603"/>
          <ac:inkMkLst>
            <pc:docMk/>
            <pc:sldMk cId="2194156923" sldId="311"/>
            <ac:inkMk id="14" creationId="{37D3C33E-30D9-6641-A87E-403C3711D2F3}"/>
          </ac:inkMkLst>
        </pc:inkChg>
        <pc:inkChg chg="add">
          <ac:chgData name="Aggie Menezes" userId="74619c95fa3483c9" providerId="LiveId" clId="{D3128F82-6912-0F40-BAD3-A276DA5466DC}" dt="2021-03-05T12:46:25.599" v="604"/>
          <ac:inkMkLst>
            <pc:docMk/>
            <pc:sldMk cId="2194156923" sldId="311"/>
            <ac:inkMk id="15" creationId="{9361C20B-ED5A-B842-8963-2C40357802EC}"/>
          </ac:inkMkLst>
        </pc:inkChg>
        <pc:inkChg chg="add">
          <ac:chgData name="Aggie Menezes" userId="74619c95fa3483c9" providerId="LiveId" clId="{D3128F82-6912-0F40-BAD3-A276DA5466DC}" dt="2021-03-05T12:46:25.722" v="605"/>
          <ac:inkMkLst>
            <pc:docMk/>
            <pc:sldMk cId="2194156923" sldId="311"/>
            <ac:inkMk id="16" creationId="{A09EA2B8-F881-6043-9CE2-9801EDFBECFF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20" creationId="{F859B022-AB49-C742-AB54-0EB121CAD7AE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21" creationId="{9F8E2F67-3D2D-5849-92B0-40F43FB7A5BD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22" creationId="{9DDA94E8-C671-E248-BA71-A8A2F2442303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24" creationId="{7998609E-FAFF-0A4D-AFC2-A7420FA14279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26" creationId="{73C635BF-F306-AA4F-B11E-FC6222058176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27" creationId="{DE4BE7EC-C9B3-B041-B51A-BC18A9A7B83C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28" creationId="{F1A81C2B-9253-B64A-82EA-CD5D965A3BA9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29" creationId="{BCA3D770-407A-EE43-980F-6DDBF2DFC0AB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30" creationId="{6B469BBA-CA99-A149-89BD-3F092F7B6301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31" creationId="{325B3B4E-AE83-A144-844A-C0E4E1DE2781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32" creationId="{F4F5091F-5503-5541-B930-2EF9AD222357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33" creationId="{979D3D7D-BF79-414F-8EA5-4FC990E6EFDD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35" creationId="{3734F4D0-16AC-0148-BACF-BED421C4B86B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36" creationId="{C141DC19-132D-544C-8C3A-F4B0190E96EE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37" creationId="{41357AE1-7D97-294F-959B-28457AD694F0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38" creationId="{6477EDD5-E60C-2641-88A6-B3FC35A62744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39" creationId="{FBA7C483-A6AB-DF4C-BD8E-D2FAE1C80C47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40" creationId="{68AD8E67-A82E-134C-8655-0DA8B743760F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41" creationId="{31A13D2F-E280-0C4C-95C6-5584768D2647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42" creationId="{BC77B7F2-02F2-A74A-9CC3-E4DEE1D58442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43" creationId="{0178A96E-129F-3F4B-9F9A-007B97741ED1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44" creationId="{385265DD-9E76-B843-A5D5-E105935A0967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46" creationId="{D42098C9-C8A4-0D4D-9ECE-8C4B970EE3B3}"/>
          </ac:inkMkLst>
        </pc:inkChg>
        <pc:inkChg chg="add topLvl">
          <ac:chgData name="Aggie Menezes" userId="74619c95fa3483c9" providerId="LiveId" clId="{D3128F82-6912-0F40-BAD3-A276DA5466DC}" dt="2021-03-05T12:47:04.920" v="644"/>
          <ac:inkMkLst>
            <pc:docMk/>
            <pc:sldMk cId="2194156923" sldId="311"/>
            <ac:inkMk id="47" creationId="{45F986BF-4B1A-A742-8283-8A374B0A6EA0}"/>
          </ac:inkMkLst>
        </pc:inkChg>
        <pc:inkChg chg="add">
          <ac:chgData name="Aggie Menezes" userId="74619c95fa3483c9" providerId="LiveId" clId="{D3128F82-6912-0F40-BAD3-A276DA5466DC}" dt="2021-03-05T12:47:01.139" v="636"/>
          <ac:inkMkLst>
            <pc:docMk/>
            <pc:sldMk cId="2194156923" sldId="311"/>
            <ac:inkMk id="49" creationId="{62AC440F-8B2E-A644-B670-726D43CF97C6}"/>
          </ac:inkMkLst>
        </pc:inkChg>
        <pc:inkChg chg="add">
          <ac:chgData name="Aggie Menezes" userId="74619c95fa3483c9" providerId="LiveId" clId="{D3128F82-6912-0F40-BAD3-A276DA5466DC}" dt="2021-03-05T12:47:01.321" v="637"/>
          <ac:inkMkLst>
            <pc:docMk/>
            <pc:sldMk cId="2194156923" sldId="311"/>
            <ac:inkMk id="50" creationId="{767DEBD0-1D62-9C41-9F0C-837812815E5C}"/>
          </ac:inkMkLst>
        </pc:inkChg>
        <pc:inkChg chg="add">
          <ac:chgData name="Aggie Menezes" userId="74619c95fa3483c9" providerId="LiveId" clId="{D3128F82-6912-0F40-BAD3-A276DA5466DC}" dt="2021-03-05T12:47:01.980" v="638"/>
          <ac:inkMkLst>
            <pc:docMk/>
            <pc:sldMk cId="2194156923" sldId="311"/>
            <ac:inkMk id="51" creationId="{856F256C-0161-A841-9E86-F5BD118DB83D}"/>
          </ac:inkMkLst>
        </pc:inkChg>
        <pc:inkChg chg="add">
          <ac:chgData name="Aggie Menezes" userId="74619c95fa3483c9" providerId="LiveId" clId="{D3128F82-6912-0F40-BAD3-A276DA5466DC}" dt="2021-03-05T12:47:02.580" v="639"/>
          <ac:inkMkLst>
            <pc:docMk/>
            <pc:sldMk cId="2194156923" sldId="311"/>
            <ac:inkMk id="52" creationId="{FDABFE30-B169-3545-8FD6-EFF2C1C4BB8E}"/>
          </ac:inkMkLst>
        </pc:inkChg>
        <pc:inkChg chg="add">
          <ac:chgData name="Aggie Menezes" userId="74619c95fa3483c9" providerId="LiveId" clId="{D3128F82-6912-0F40-BAD3-A276DA5466DC}" dt="2021-03-05T12:47:03.515" v="640"/>
          <ac:inkMkLst>
            <pc:docMk/>
            <pc:sldMk cId="2194156923" sldId="311"/>
            <ac:inkMk id="53" creationId="{80092B09-6C04-574D-9405-181F50974CFB}"/>
          </ac:inkMkLst>
        </pc:inkChg>
        <pc:inkChg chg="add">
          <ac:chgData name="Aggie Menezes" userId="74619c95fa3483c9" providerId="LiveId" clId="{D3128F82-6912-0F40-BAD3-A276DA5466DC}" dt="2021-03-05T12:47:03.622" v="641"/>
          <ac:inkMkLst>
            <pc:docMk/>
            <pc:sldMk cId="2194156923" sldId="311"/>
            <ac:inkMk id="54" creationId="{D3E880EC-E4D4-CE47-A9F3-F225C8AE600B}"/>
          </ac:inkMkLst>
        </pc:inkChg>
        <pc:inkChg chg="add">
          <ac:chgData name="Aggie Menezes" userId="74619c95fa3483c9" providerId="LiveId" clId="{D3128F82-6912-0F40-BAD3-A276DA5466DC}" dt="2021-03-05T12:47:03.853" v="642"/>
          <ac:inkMkLst>
            <pc:docMk/>
            <pc:sldMk cId="2194156923" sldId="311"/>
            <ac:inkMk id="55" creationId="{E4C5F7AC-C301-CF4E-B476-D65B76AD7802}"/>
          </ac:inkMkLst>
        </pc:inkChg>
        <pc:inkChg chg="add">
          <ac:chgData name="Aggie Menezes" userId="74619c95fa3483c9" providerId="LiveId" clId="{D3128F82-6912-0F40-BAD3-A276DA5466DC}" dt="2021-03-05T12:47:04.172" v="643"/>
          <ac:inkMkLst>
            <pc:docMk/>
            <pc:sldMk cId="2194156923" sldId="311"/>
            <ac:inkMk id="56" creationId="{F022B1D8-E3C3-BB45-8640-4ABCA4B3B264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58" creationId="{A5ADE4AE-2AC2-1944-8A07-41E6F969C257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59" creationId="{9475754A-E123-3344-8C63-C7D092175F3D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61" creationId="{68D5D65D-1765-4C4F-BC29-5C234E2FA5CA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62" creationId="{2AA3496F-E3DB-3241-AC14-6B0609FBD1C0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63" creationId="{86A9C481-EB7F-774F-A450-218D410453C7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64" creationId="{6B0690EA-653A-F145-B655-FEC4371487E1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65" creationId="{FD205720-E980-654C-AB80-036E562B063A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66" creationId="{C55CBBD2-10AE-EB40-9358-F60108E00918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67" creationId="{C6FB6E77-511B-584E-82BE-297961E1A508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69" creationId="{89FE3EFC-7A61-0B4A-BBEC-93E370BB37F4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71" creationId="{413EA38D-4C26-724B-A32B-ABEA3B64B4FF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72" creationId="{70302E8D-4DC9-C343-AC59-0B41A949069C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73" creationId="{9081A7C4-D398-A24A-BA57-C8EB9716F5C2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74" creationId="{681F07B9-2126-C149-A9FC-06FB38C58BAC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75" creationId="{377EC9F4-4C2C-014D-8917-A29CC6D2013C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76" creationId="{EC15D184-4040-8340-9B9A-4C7F06AB6F49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77" creationId="{20C3517F-4F14-F54C-8E86-A26E095974EB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78" creationId="{610C8588-9511-F545-9C08-5167D67D89E3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79" creationId="{BFA4D115-DB1C-AC4B-BB2F-DDB0E04B7CC3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81" creationId="{A0B98932-40D6-A742-B3BE-1DD618032173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83" creationId="{714D2ABE-69B6-E345-9C36-0FD02641F3B2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84" creationId="{88A6B457-024E-FA40-8742-20DA30502225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86" creationId="{F62FEEE2-BA02-014C-A6F0-FBC062E82D50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87" creationId="{07E3FA31-610E-E947-A68D-FD9F1A7FAE73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88" creationId="{A2AACFEB-963F-5C4C-B4CB-FA9A7D704854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89" creationId="{930206F3-48DA-C247-9B65-DFEBA9731B5B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90" creationId="{1ECD293E-2F14-D248-A1E9-FE1120DD2382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91" creationId="{AF7AEA70-4D71-D648-A482-93B62EC27135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92" creationId="{B4EFF8FB-E085-934D-B94F-E6FF5A748294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93" creationId="{3F061838-6A39-494D-9BCD-2B409E8A7F6C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94" creationId="{18D36767-2143-CE42-93AC-CEF58D54655B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95" creationId="{6D86D76A-2033-794D-B850-5B775EF5BED0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96" creationId="{1C186F2B-47D8-F548-932D-99DF6F945C99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97" creationId="{05A00D65-470B-9047-AA56-8EF31E907166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98" creationId="{E9BCC2FB-4589-3C4B-9B6A-63B031FF75F2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100" creationId="{4F888D15-5646-3A4D-9860-29F2828A0A47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102" creationId="{B5866670-35C4-E742-97B5-BE695D3DA62A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103" creationId="{1664531E-1972-114A-9E08-77F89F46F966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104" creationId="{1F47BEFD-41BA-694B-9FAF-A9335EDF5D23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105" creationId="{DD6DDD5F-546C-0D43-A917-6C31530A246D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106" creationId="{899442F0-939D-2245-8749-30B3CC7F564A}"/>
          </ac:inkMkLst>
        </pc:inkChg>
        <pc:inkChg chg="add topLvl">
          <ac:chgData name="Aggie Menezes" userId="74619c95fa3483c9" providerId="LiveId" clId="{D3128F82-6912-0F40-BAD3-A276DA5466DC}" dt="2021-03-05T12:48:19.447" v="706"/>
          <ac:inkMkLst>
            <pc:docMk/>
            <pc:sldMk cId="2194156923" sldId="311"/>
            <ac:inkMk id="107" creationId="{1956FA48-C9C8-624F-9F3C-CD004287BA4B}"/>
          </ac:inkMkLst>
        </pc:inkChg>
        <pc:inkChg chg="add">
          <ac:chgData name="Aggie Menezes" userId="74619c95fa3483c9" providerId="LiveId" clId="{D3128F82-6912-0F40-BAD3-A276DA5466DC}" dt="2021-03-05T12:48:15.272" v="696"/>
          <ac:inkMkLst>
            <pc:docMk/>
            <pc:sldMk cId="2194156923" sldId="311"/>
            <ac:inkMk id="109" creationId="{D7DB73D0-31E5-FF4A-A994-EB88A3BC29EC}"/>
          </ac:inkMkLst>
        </pc:inkChg>
        <pc:inkChg chg="add">
          <ac:chgData name="Aggie Menezes" userId="74619c95fa3483c9" providerId="LiveId" clId="{D3128F82-6912-0F40-BAD3-A276DA5466DC}" dt="2021-03-05T12:48:15.784" v="697"/>
          <ac:inkMkLst>
            <pc:docMk/>
            <pc:sldMk cId="2194156923" sldId="311"/>
            <ac:inkMk id="110" creationId="{484C1372-5032-C94E-847D-B0B072F51125}"/>
          </ac:inkMkLst>
        </pc:inkChg>
        <pc:inkChg chg="add">
          <ac:chgData name="Aggie Menezes" userId="74619c95fa3483c9" providerId="LiveId" clId="{D3128F82-6912-0F40-BAD3-A276DA5466DC}" dt="2021-03-05T12:48:16.062" v="698"/>
          <ac:inkMkLst>
            <pc:docMk/>
            <pc:sldMk cId="2194156923" sldId="311"/>
            <ac:inkMk id="111" creationId="{F488360D-4AFB-3446-B845-525E9DF820BA}"/>
          </ac:inkMkLst>
        </pc:inkChg>
        <pc:inkChg chg="add">
          <ac:chgData name="Aggie Menezes" userId="74619c95fa3483c9" providerId="LiveId" clId="{D3128F82-6912-0F40-BAD3-A276DA5466DC}" dt="2021-03-05T12:48:16.374" v="699"/>
          <ac:inkMkLst>
            <pc:docMk/>
            <pc:sldMk cId="2194156923" sldId="311"/>
            <ac:inkMk id="112" creationId="{52629D44-E25D-DB4D-B015-598CCE907AA7}"/>
          </ac:inkMkLst>
        </pc:inkChg>
        <pc:inkChg chg="add">
          <ac:chgData name="Aggie Menezes" userId="74619c95fa3483c9" providerId="LiveId" clId="{D3128F82-6912-0F40-BAD3-A276DA5466DC}" dt="2021-03-05T12:48:17.006" v="700"/>
          <ac:inkMkLst>
            <pc:docMk/>
            <pc:sldMk cId="2194156923" sldId="311"/>
            <ac:inkMk id="113" creationId="{76E09C50-ED4C-2241-BB7A-3D8737CB150E}"/>
          </ac:inkMkLst>
        </pc:inkChg>
        <pc:inkChg chg="add">
          <ac:chgData name="Aggie Menezes" userId="74619c95fa3483c9" providerId="LiveId" clId="{D3128F82-6912-0F40-BAD3-A276DA5466DC}" dt="2021-03-05T12:48:17.208" v="701"/>
          <ac:inkMkLst>
            <pc:docMk/>
            <pc:sldMk cId="2194156923" sldId="311"/>
            <ac:inkMk id="114" creationId="{95967CDF-93E9-FE45-9A0C-54E76F4A541F}"/>
          </ac:inkMkLst>
        </pc:inkChg>
        <pc:inkChg chg="add">
          <ac:chgData name="Aggie Menezes" userId="74619c95fa3483c9" providerId="LiveId" clId="{D3128F82-6912-0F40-BAD3-A276DA5466DC}" dt="2021-03-05T12:48:17.371" v="702"/>
          <ac:inkMkLst>
            <pc:docMk/>
            <pc:sldMk cId="2194156923" sldId="311"/>
            <ac:inkMk id="115" creationId="{9D022CC9-68C1-794E-9C8C-CA376B933C61}"/>
          </ac:inkMkLst>
        </pc:inkChg>
        <pc:inkChg chg="add">
          <ac:chgData name="Aggie Menezes" userId="74619c95fa3483c9" providerId="LiveId" clId="{D3128F82-6912-0F40-BAD3-A276DA5466DC}" dt="2021-03-05T12:48:17.957" v="703"/>
          <ac:inkMkLst>
            <pc:docMk/>
            <pc:sldMk cId="2194156923" sldId="311"/>
            <ac:inkMk id="116" creationId="{1F0B61FD-9ECD-6842-9B96-F73ADA6C6C54}"/>
          </ac:inkMkLst>
        </pc:inkChg>
        <pc:inkChg chg="add">
          <ac:chgData name="Aggie Menezes" userId="74619c95fa3483c9" providerId="LiveId" clId="{D3128F82-6912-0F40-BAD3-A276DA5466DC}" dt="2021-03-05T12:48:18.350" v="704"/>
          <ac:inkMkLst>
            <pc:docMk/>
            <pc:sldMk cId="2194156923" sldId="311"/>
            <ac:inkMk id="117" creationId="{B4145C33-AA97-664B-8100-1685418B4FBD}"/>
          </ac:inkMkLst>
        </pc:inkChg>
        <pc:inkChg chg="add">
          <ac:chgData name="Aggie Menezes" userId="74619c95fa3483c9" providerId="LiveId" clId="{D3128F82-6912-0F40-BAD3-A276DA5466DC}" dt="2021-03-05T12:48:18.813" v="705"/>
          <ac:inkMkLst>
            <pc:docMk/>
            <pc:sldMk cId="2194156923" sldId="311"/>
            <ac:inkMk id="118" creationId="{BAE8EA44-176C-0D4A-93E7-4843DE364BDA}"/>
          </ac:inkMkLst>
        </pc:inkChg>
        <pc:inkChg chg="add topLvl">
          <ac:chgData name="Aggie Menezes" userId="74619c95fa3483c9" providerId="LiveId" clId="{D3128F82-6912-0F40-BAD3-A276DA5466DC}" dt="2021-03-05T12:48:43.607" v="719"/>
          <ac:inkMkLst>
            <pc:docMk/>
            <pc:sldMk cId="2194156923" sldId="311"/>
            <ac:inkMk id="120" creationId="{4E343FD3-EB2A-0E47-A09A-EFD486DB882A}"/>
          </ac:inkMkLst>
        </pc:inkChg>
        <pc:inkChg chg="add topLvl">
          <ac:chgData name="Aggie Menezes" userId="74619c95fa3483c9" providerId="LiveId" clId="{D3128F82-6912-0F40-BAD3-A276DA5466DC}" dt="2021-03-05T12:48:43.607" v="719"/>
          <ac:inkMkLst>
            <pc:docMk/>
            <pc:sldMk cId="2194156923" sldId="311"/>
            <ac:inkMk id="121" creationId="{1234AC8D-2444-B940-80F7-B5287463FC9D}"/>
          </ac:inkMkLst>
        </pc:inkChg>
        <pc:inkChg chg="add topLvl">
          <ac:chgData name="Aggie Menezes" userId="74619c95fa3483c9" providerId="LiveId" clId="{D3128F82-6912-0F40-BAD3-A276DA5466DC}" dt="2021-03-05T12:48:43.607" v="719"/>
          <ac:inkMkLst>
            <pc:docMk/>
            <pc:sldMk cId="2194156923" sldId="311"/>
            <ac:inkMk id="122" creationId="{06F185CF-AA09-DD4A-B1E9-AEF93CFE95AA}"/>
          </ac:inkMkLst>
        </pc:inkChg>
        <pc:inkChg chg="add topLvl">
          <ac:chgData name="Aggie Menezes" userId="74619c95fa3483c9" providerId="LiveId" clId="{D3128F82-6912-0F40-BAD3-A276DA5466DC}" dt="2021-03-05T12:48:43.607" v="719"/>
          <ac:inkMkLst>
            <pc:docMk/>
            <pc:sldMk cId="2194156923" sldId="311"/>
            <ac:inkMk id="123" creationId="{FB13B3AB-D43D-D242-9095-B03900068FAC}"/>
          </ac:inkMkLst>
        </pc:inkChg>
        <pc:inkChg chg="add topLvl">
          <ac:chgData name="Aggie Menezes" userId="74619c95fa3483c9" providerId="LiveId" clId="{D3128F82-6912-0F40-BAD3-A276DA5466DC}" dt="2021-03-05T12:48:43.607" v="719"/>
          <ac:inkMkLst>
            <pc:docMk/>
            <pc:sldMk cId="2194156923" sldId="311"/>
            <ac:inkMk id="124" creationId="{E9A4BF6E-13D4-8B45-948E-2440E0B80C3D}"/>
          </ac:inkMkLst>
        </pc:inkChg>
        <pc:inkChg chg="add topLvl">
          <ac:chgData name="Aggie Menezes" userId="74619c95fa3483c9" providerId="LiveId" clId="{D3128F82-6912-0F40-BAD3-A276DA5466DC}" dt="2021-03-05T12:48:43.607" v="719"/>
          <ac:inkMkLst>
            <pc:docMk/>
            <pc:sldMk cId="2194156923" sldId="311"/>
            <ac:inkMk id="125" creationId="{F81EA031-9293-1141-88C4-B66D6F61B114}"/>
          </ac:inkMkLst>
        </pc:inkChg>
        <pc:inkChg chg="add topLvl">
          <ac:chgData name="Aggie Menezes" userId="74619c95fa3483c9" providerId="LiveId" clId="{D3128F82-6912-0F40-BAD3-A276DA5466DC}" dt="2021-03-05T12:48:43.607" v="719"/>
          <ac:inkMkLst>
            <pc:docMk/>
            <pc:sldMk cId="2194156923" sldId="311"/>
            <ac:inkMk id="126" creationId="{089D8E93-C4B3-8E49-B4DC-9DFB360E354A}"/>
          </ac:inkMkLst>
        </pc:inkChg>
        <pc:inkChg chg="add topLvl">
          <ac:chgData name="Aggie Menezes" userId="74619c95fa3483c9" providerId="LiveId" clId="{D3128F82-6912-0F40-BAD3-A276DA5466DC}" dt="2021-03-05T12:48:43.607" v="719"/>
          <ac:inkMkLst>
            <pc:docMk/>
            <pc:sldMk cId="2194156923" sldId="311"/>
            <ac:inkMk id="127" creationId="{05A1AA21-4537-F54C-B39F-23B6833D49C2}"/>
          </ac:inkMkLst>
        </pc:inkChg>
        <pc:inkChg chg="add topLvl">
          <ac:chgData name="Aggie Menezes" userId="74619c95fa3483c9" providerId="LiveId" clId="{D3128F82-6912-0F40-BAD3-A276DA5466DC}" dt="2021-03-05T12:48:43.607" v="719"/>
          <ac:inkMkLst>
            <pc:docMk/>
            <pc:sldMk cId="2194156923" sldId="311"/>
            <ac:inkMk id="128" creationId="{6B94FD29-826D-524D-A7BA-1D3DAF6BE7D5}"/>
          </ac:inkMkLst>
        </pc:inkChg>
        <pc:inkChg chg="add topLvl">
          <ac:chgData name="Aggie Menezes" userId="74619c95fa3483c9" providerId="LiveId" clId="{D3128F82-6912-0F40-BAD3-A276DA5466DC}" dt="2021-03-05T12:48:43.607" v="719"/>
          <ac:inkMkLst>
            <pc:docMk/>
            <pc:sldMk cId="2194156923" sldId="311"/>
            <ac:inkMk id="129" creationId="{18A98B1A-67B9-E245-8277-E085D3DD1505}"/>
          </ac:inkMkLst>
        </pc:inkChg>
        <pc:inkChg chg="add">
          <ac:chgData name="Aggie Menezes" userId="74619c95fa3483c9" providerId="LiveId" clId="{D3128F82-6912-0F40-BAD3-A276DA5466DC}" dt="2021-03-05T12:48:43.038" v="718"/>
          <ac:inkMkLst>
            <pc:docMk/>
            <pc:sldMk cId="2194156923" sldId="311"/>
            <ac:inkMk id="131" creationId="{1FA0AEA4-DE7F-EF40-A563-23A73BA8ABBE}"/>
          </ac:inkMkLst>
        </pc:inkChg>
        <pc:inkChg chg="add topLvl">
          <ac:chgData name="Aggie Menezes" userId="74619c95fa3483c9" providerId="LiveId" clId="{D3128F82-6912-0F40-BAD3-A276DA5466DC}" dt="2021-03-05T12:49:17.064" v="731"/>
          <ac:inkMkLst>
            <pc:docMk/>
            <pc:sldMk cId="2194156923" sldId="311"/>
            <ac:inkMk id="133" creationId="{41EF3374-1B9D-7F41-9022-DE7A947C433A}"/>
          </ac:inkMkLst>
        </pc:inkChg>
        <pc:inkChg chg="add topLvl">
          <ac:chgData name="Aggie Menezes" userId="74619c95fa3483c9" providerId="LiveId" clId="{D3128F82-6912-0F40-BAD3-A276DA5466DC}" dt="2021-03-05T12:49:17.064" v="731"/>
          <ac:inkMkLst>
            <pc:docMk/>
            <pc:sldMk cId="2194156923" sldId="311"/>
            <ac:inkMk id="134" creationId="{C3BB8D11-FA97-1B4C-BE82-BE8FDF63B53C}"/>
          </ac:inkMkLst>
        </pc:inkChg>
        <pc:inkChg chg="add">
          <ac:chgData name="Aggie Menezes" userId="74619c95fa3483c9" providerId="LiveId" clId="{D3128F82-6912-0F40-BAD3-A276DA5466DC}" dt="2021-03-05T12:49:12.530" v="723"/>
          <ac:inkMkLst>
            <pc:docMk/>
            <pc:sldMk cId="2194156923" sldId="311"/>
            <ac:inkMk id="136" creationId="{C0D772EB-25F7-3B44-A112-84854D7CE9A4}"/>
          </ac:inkMkLst>
        </pc:inkChg>
        <pc:inkChg chg="add">
          <ac:chgData name="Aggie Menezes" userId="74619c95fa3483c9" providerId="LiveId" clId="{D3128F82-6912-0F40-BAD3-A276DA5466DC}" dt="2021-03-05T12:49:12.749" v="724"/>
          <ac:inkMkLst>
            <pc:docMk/>
            <pc:sldMk cId="2194156923" sldId="311"/>
            <ac:inkMk id="137" creationId="{EDA13FC4-7E7A-9144-A962-B4F95F535511}"/>
          </ac:inkMkLst>
        </pc:inkChg>
        <pc:inkChg chg="add">
          <ac:chgData name="Aggie Menezes" userId="74619c95fa3483c9" providerId="LiveId" clId="{D3128F82-6912-0F40-BAD3-A276DA5466DC}" dt="2021-03-05T12:49:13.424" v="725"/>
          <ac:inkMkLst>
            <pc:docMk/>
            <pc:sldMk cId="2194156923" sldId="311"/>
            <ac:inkMk id="138" creationId="{6975E9F8-4118-2342-A377-30CE28532CC6}"/>
          </ac:inkMkLst>
        </pc:inkChg>
        <pc:inkChg chg="add">
          <ac:chgData name="Aggie Menezes" userId="74619c95fa3483c9" providerId="LiveId" clId="{D3128F82-6912-0F40-BAD3-A276DA5466DC}" dt="2021-03-05T12:49:13.722" v="726"/>
          <ac:inkMkLst>
            <pc:docMk/>
            <pc:sldMk cId="2194156923" sldId="311"/>
            <ac:inkMk id="139" creationId="{6A987A29-8C9E-0440-9A67-3E423202BC0D}"/>
          </ac:inkMkLst>
        </pc:inkChg>
        <pc:inkChg chg="add">
          <ac:chgData name="Aggie Menezes" userId="74619c95fa3483c9" providerId="LiveId" clId="{D3128F82-6912-0F40-BAD3-A276DA5466DC}" dt="2021-03-05T12:49:14.531" v="727"/>
          <ac:inkMkLst>
            <pc:docMk/>
            <pc:sldMk cId="2194156923" sldId="311"/>
            <ac:inkMk id="140" creationId="{49A33F61-4EA9-6A47-A067-21B2ACF7A591}"/>
          </ac:inkMkLst>
        </pc:inkChg>
        <pc:inkChg chg="add">
          <ac:chgData name="Aggie Menezes" userId="74619c95fa3483c9" providerId="LiveId" clId="{D3128F82-6912-0F40-BAD3-A276DA5466DC}" dt="2021-03-05T12:49:14.976" v="728"/>
          <ac:inkMkLst>
            <pc:docMk/>
            <pc:sldMk cId="2194156923" sldId="311"/>
            <ac:inkMk id="141" creationId="{AA4D4855-4389-004D-8384-E598079C5F87}"/>
          </ac:inkMkLst>
        </pc:inkChg>
        <pc:inkChg chg="add">
          <ac:chgData name="Aggie Menezes" userId="74619c95fa3483c9" providerId="LiveId" clId="{D3128F82-6912-0F40-BAD3-A276DA5466DC}" dt="2021-03-05T12:49:15.763" v="729"/>
          <ac:inkMkLst>
            <pc:docMk/>
            <pc:sldMk cId="2194156923" sldId="311"/>
            <ac:inkMk id="142" creationId="{A7948821-EC26-714E-8097-DE79E070C300}"/>
          </ac:inkMkLst>
        </pc:inkChg>
        <pc:inkChg chg="add">
          <ac:chgData name="Aggie Menezes" userId="74619c95fa3483c9" providerId="LiveId" clId="{D3128F82-6912-0F40-BAD3-A276DA5466DC}" dt="2021-03-05T12:49:16.380" v="730"/>
          <ac:inkMkLst>
            <pc:docMk/>
            <pc:sldMk cId="2194156923" sldId="311"/>
            <ac:inkMk id="143" creationId="{2E0AC0A8-F351-5C46-A790-839A23EBD86A}"/>
          </ac:inkMkLst>
        </pc:inkChg>
        <pc:inkChg chg="add">
          <ac:chgData name="Aggie Menezes" userId="74619c95fa3483c9" providerId="LiveId" clId="{D3128F82-6912-0F40-BAD3-A276DA5466DC}" dt="2021-03-05T12:49:51.517" v="732"/>
          <ac:inkMkLst>
            <pc:docMk/>
            <pc:sldMk cId="2194156923" sldId="311"/>
            <ac:inkMk id="145" creationId="{AC2B38EA-380A-AC4C-8805-7CAB47144B3F}"/>
          </ac:inkMkLst>
        </pc:inkChg>
        <pc:inkChg chg="add">
          <ac:chgData name="Aggie Menezes" userId="74619c95fa3483c9" providerId="LiveId" clId="{D3128F82-6912-0F40-BAD3-A276DA5466DC}" dt="2021-03-05T12:49:51.852" v="733"/>
          <ac:inkMkLst>
            <pc:docMk/>
            <pc:sldMk cId="2194156923" sldId="311"/>
            <ac:inkMk id="146" creationId="{2188F466-7EDE-4F47-B896-8E0E40D076C9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48" creationId="{29527C34-3620-9044-AF5D-E86A209719DD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49" creationId="{2721C10A-7700-044F-89C5-99E596845269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50" creationId="{6BEB8282-3C4F-3B40-8DD9-71A71D5002AF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51" creationId="{4F00462B-FCA4-7E42-B823-523D573484FA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52" creationId="{A56E07B5-2BB6-124D-8B7F-06D38292417B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53" creationId="{A637D714-7331-2C47-A92F-F2969BF32BE7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54" creationId="{D6707DAD-F30F-124E-8712-755C071BCD96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55" creationId="{BEF5852C-C014-084D-9934-83465970F996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56" creationId="{5EADC850-D258-F349-9933-B621F1BDF94B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57" creationId="{2958C753-BCE7-1F4E-A12F-E64E1D513EF3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58" creationId="{3E9049E3-23C5-BF4D-B41D-C621F30A7228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59" creationId="{C55FAF09-AD3B-4E4B-AE16-1FE4FC3FB154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60" creationId="{0EFD3E09-25F1-3942-82A9-875B648B6D03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61" creationId="{4677E06C-A9AD-074E-809B-00C5201F3CFD}"/>
          </ac:inkMkLst>
        </pc:inkChg>
        <pc:inkChg chg="add">
          <ac:chgData name="Aggie Menezes" userId="74619c95fa3483c9" providerId="LiveId" clId="{D3128F82-6912-0F40-BAD3-A276DA5466DC}" dt="2021-03-05T12:50:01.302" v="749"/>
          <ac:inkMkLst>
            <pc:docMk/>
            <pc:sldMk cId="2194156923" sldId="311"/>
            <ac:inkMk id="162" creationId="{B3E7E7E7-4F5D-9047-B667-5CCF6F53A1D1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65" creationId="{E25E7568-7C64-944C-B4F0-3756C283C245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66" creationId="{6A6F3EEB-744A-9943-8637-3C38C458DFAF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67" creationId="{615CE9FA-D94A-464B-820A-B3274E4E26C6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68" creationId="{0F8FFE42-E902-8343-A8F2-8D84F9CB7F40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69" creationId="{8B06485D-00FF-524C-AD34-115A0E2BEF41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70" creationId="{DA9247D3-B467-9D40-89BE-34B72E6D4FCB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71" creationId="{E8CEB917-BC73-3141-A041-544DB2F0BC6A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72" creationId="{1881AB74-3BEA-2745-BECF-B684FB393F3E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73" creationId="{08E0C0C4-35C5-9445-AE69-411AA89C12F0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75" creationId="{D507E2C0-AB81-DF43-A9EB-DD40D8181DD3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76" creationId="{A81979DB-2C8C-2A4B-A5DF-6884D42FEA3B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77" creationId="{FFF9F15F-87A0-F349-AF6A-B7ECBF0880EA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79" creationId="{3F5F7D34-0C36-7B48-A135-942B0A5CD30A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80" creationId="{83C781E3-6F82-254F-BBA0-807FA9F815AE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81" creationId="{616E2C04-1506-9447-AA04-B4D51DA8BBE8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82" creationId="{EB368B37-CB7C-914F-92CB-1C566950B5B3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83" creationId="{B39789AC-033F-FD44-806C-3932FA3ACC05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85" creationId="{5FF5C487-6854-6D4D-AA29-86461902095B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86" creationId="{C07A26DE-2404-3D47-BE90-597FD6BA43BC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88" creationId="{99B7628E-13C8-4D4D-BC59-F062DA0EFECD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89" creationId="{63B41E95-B959-0745-BDD9-AC550E119508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90" creationId="{4A9CE3B7-1B6E-4841-A94D-7060D01EC294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91" creationId="{912904B5-56FE-914E-AEDD-E9E50CEE09A5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92" creationId="{E4873C78-5782-5948-A6FD-E71A63CD8F00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93" creationId="{9A1FE275-9D89-4A4D-8F6B-0832FC8532B6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94" creationId="{1AEF91E1-81FD-C847-A54B-9A8833DF5771}"/>
          </ac:inkMkLst>
        </pc:inkChg>
        <pc:inkChg chg="add topLvl">
          <ac:chgData name="Aggie Menezes" userId="74619c95fa3483c9" providerId="LiveId" clId="{D3128F82-6912-0F40-BAD3-A276DA5466DC}" dt="2021-03-05T12:51:35.725" v="793"/>
          <ac:inkMkLst>
            <pc:docMk/>
            <pc:sldMk cId="2194156923" sldId="311"/>
            <ac:inkMk id="196" creationId="{CA75ED63-227C-CA4F-90E6-48E56E034797}"/>
          </ac:inkMkLst>
        </pc:inkChg>
        <pc:inkChg chg="add">
          <ac:chgData name="Aggie Menezes" userId="74619c95fa3483c9" providerId="LiveId" clId="{D3128F82-6912-0F40-BAD3-A276DA5466DC}" dt="2021-03-05T12:51:32.511" v="784"/>
          <ac:inkMkLst>
            <pc:docMk/>
            <pc:sldMk cId="2194156923" sldId="311"/>
            <ac:inkMk id="198" creationId="{C3F75238-BC54-6B41-AA4D-F0EDBB1FD9DA}"/>
          </ac:inkMkLst>
        </pc:inkChg>
        <pc:inkChg chg="add">
          <ac:chgData name="Aggie Menezes" userId="74619c95fa3483c9" providerId="LiveId" clId="{D3128F82-6912-0F40-BAD3-A276DA5466DC}" dt="2021-03-05T12:51:32.762" v="785"/>
          <ac:inkMkLst>
            <pc:docMk/>
            <pc:sldMk cId="2194156923" sldId="311"/>
            <ac:inkMk id="199" creationId="{A0BFF0A7-1FB4-7448-A363-249C5657641E}"/>
          </ac:inkMkLst>
        </pc:inkChg>
        <pc:inkChg chg="add">
          <ac:chgData name="Aggie Menezes" userId="74619c95fa3483c9" providerId="LiveId" clId="{D3128F82-6912-0F40-BAD3-A276DA5466DC}" dt="2021-03-05T12:51:32.958" v="786"/>
          <ac:inkMkLst>
            <pc:docMk/>
            <pc:sldMk cId="2194156923" sldId="311"/>
            <ac:inkMk id="200" creationId="{9B8DC057-ACA7-7C48-860C-C03FA7BB0E7E}"/>
          </ac:inkMkLst>
        </pc:inkChg>
        <pc:inkChg chg="add">
          <ac:chgData name="Aggie Menezes" userId="74619c95fa3483c9" providerId="LiveId" clId="{D3128F82-6912-0F40-BAD3-A276DA5466DC}" dt="2021-03-05T12:51:33.159" v="787"/>
          <ac:inkMkLst>
            <pc:docMk/>
            <pc:sldMk cId="2194156923" sldId="311"/>
            <ac:inkMk id="201" creationId="{08E703C8-44E9-3647-9D83-A60D7B4DBEEB}"/>
          </ac:inkMkLst>
        </pc:inkChg>
        <pc:inkChg chg="add">
          <ac:chgData name="Aggie Menezes" userId="74619c95fa3483c9" providerId="LiveId" clId="{D3128F82-6912-0F40-BAD3-A276DA5466DC}" dt="2021-03-05T12:51:33.495" v="788"/>
          <ac:inkMkLst>
            <pc:docMk/>
            <pc:sldMk cId="2194156923" sldId="311"/>
            <ac:inkMk id="202" creationId="{09AE1064-DEC2-914C-B5E4-BF1116F57413}"/>
          </ac:inkMkLst>
        </pc:inkChg>
        <pc:inkChg chg="add">
          <ac:chgData name="Aggie Menezes" userId="74619c95fa3483c9" providerId="LiveId" clId="{D3128F82-6912-0F40-BAD3-A276DA5466DC}" dt="2021-03-05T12:51:34.111" v="789"/>
          <ac:inkMkLst>
            <pc:docMk/>
            <pc:sldMk cId="2194156923" sldId="311"/>
            <ac:inkMk id="203" creationId="{FF9B324C-3489-0A46-AD0B-600BCBEEA848}"/>
          </ac:inkMkLst>
        </pc:inkChg>
        <pc:inkChg chg="add">
          <ac:chgData name="Aggie Menezes" userId="74619c95fa3483c9" providerId="LiveId" clId="{D3128F82-6912-0F40-BAD3-A276DA5466DC}" dt="2021-03-05T12:51:34.305" v="790"/>
          <ac:inkMkLst>
            <pc:docMk/>
            <pc:sldMk cId="2194156923" sldId="311"/>
            <ac:inkMk id="204" creationId="{63CBB13A-4B03-1F43-B8B9-7FD34688D4FA}"/>
          </ac:inkMkLst>
        </pc:inkChg>
        <pc:inkChg chg="add">
          <ac:chgData name="Aggie Menezes" userId="74619c95fa3483c9" providerId="LiveId" clId="{D3128F82-6912-0F40-BAD3-A276DA5466DC}" dt="2021-03-05T12:51:34.607" v="791"/>
          <ac:inkMkLst>
            <pc:docMk/>
            <pc:sldMk cId="2194156923" sldId="311"/>
            <ac:inkMk id="205" creationId="{2918B1B1-515A-B342-855A-E28CA6399C0B}"/>
          </ac:inkMkLst>
        </pc:inkChg>
        <pc:inkChg chg="add">
          <ac:chgData name="Aggie Menezes" userId="74619c95fa3483c9" providerId="LiveId" clId="{D3128F82-6912-0F40-BAD3-A276DA5466DC}" dt="2021-03-05T12:51:34.784" v="792"/>
          <ac:inkMkLst>
            <pc:docMk/>
            <pc:sldMk cId="2194156923" sldId="311"/>
            <ac:inkMk id="206" creationId="{F4CF2DF2-FF42-8047-A2D9-EAB7696336F2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08" creationId="{ED732B1A-DE04-A340-91CC-8ACC6B4AC813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09" creationId="{4DE9A065-2CFA-CF45-ACD7-9A985C12D0F0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11" creationId="{14D4CD11-8D07-5843-93E4-764010ADF53D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12" creationId="{655B0168-46E7-ED42-97DC-D052038F7269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13" creationId="{324F7C46-18DE-3D40-AA1D-AE61DD4343B2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15" creationId="{67C70DC5-6406-0B49-9CA6-B68EDE9C7A40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16" creationId="{3AE1D617-D3FC-2447-8CA4-A54FB94ADC05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17" creationId="{6E5BA3AD-021F-0E46-9928-CBFA4AD10253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18" creationId="{F3C10293-0915-4C45-AEDF-55FD950BB574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20" creationId="{B8B0414D-FDE3-8D44-8C8E-8990F9B0447B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21" creationId="{4C4298B9-F045-8246-9084-999421279710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22" creationId="{7F86DB53-AFF7-E641-AE0B-44285B605169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23" creationId="{F5E40523-1DCF-A845-8E3E-A49C36280DFE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24" creationId="{7BD9878D-CF7A-8C49-9B9E-099DACD6F34F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25" creationId="{E3652BC6-8AA6-304E-BE59-80D26A4AFCAD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27" creationId="{BA19ECD8-3BBC-544E-82D9-EA8D94DA5ADF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28" creationId="{5DB21594-7372-7A49-94E9-78B180F24D2A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29" creationId="{CC752E30-CDC3-814F-95D9-DC3D19002556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30" creationId="{37AFB3C1-E6A7-0945-B045-7F3A12419FF6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32" creationId="{53185C67-E329-6846-8419-46B2DD033CD7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33" creationId="{12B083CD-5C03-C649-B1E5-4D7D3A7FC9A9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34" creationId="{D7833456-C5A3-5347-ADB9-1343AADD2F24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35" creationId="{48EEE334-675E-BB47-839E-44D161831C10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36" creationId="{3D90FE09-9702-A746-A7CC-A6811A51CC26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37" creationId="{B64CC483-6606-8448-8A3C-F6B9B0E3C4A8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38" creationId="{FA6A0695-6D6A-7345-8828-6C23DA332757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39" creationId="{F84E6100-C3AF-7C49-8948-02166671852B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40" creationId="{8419FFF6-5466-4F42-A74D-4C14D68C5ADD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41" creationId="{0DFEEBAE-24BE-6549-8F9F-7A2F9837707B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42" creationId="{8F217177-F88E-CD49-B831-92F3F690D02A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44" creationId="{8D420FBE-F6B6-2D43-84DE-8243D2AB0CB9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45" creationId="{C6BDC6E9-F0B1-D946-ADF2-91DA12987843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47" creationId="{045BC825-A5BC-CD48-ACE1-89C78D7E1D42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48" creationId="{1AF48014-2C7C-7942-8986-C13FE547E273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49" creationId="{D523288F-46D0-6543-B924-8F68558573C4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50" creationId="{62B93C5F-EF69-864A-A673-4C5D48193EA9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51" creationId="{B9E1F3CE-3265-3D4F-8B69-E79965FCA7DF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52" creationId="{463D4727-0E56-B64F-BD40-15117853BB66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54" creationId="{07C284A0-2E16-374F-B015-538EE993CE80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55" creationId="{082FAC64-E664-D64A-A550-3662153E6641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56" creationId="{5020F4E7-E432-3343-88B0-341F7F8C23AA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57" creationId="{4BAB244A-DD07-8F4D-A247-73FF612194BA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58" creationId="{EADF6CC5-AA8F-2040-B1FC-476D8F89BAFF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59" creationId="{F38DA0C0-B3A2-A34B-A582-A33B5B651206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60" creationId="{32A591D1-6C2A-5C40-B365-E61148660FA6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61" creationId="{757C8028-605B-BA48-B030-03846744A8F8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62" creationId="{B900F6B7-B686-3E4F-AC0A-BA5214E9B28C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63" creationId="{B0DF7492-374F-9F4B-90D2-BA8713052E49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64" creationId="{02762B07-D853-6041-9C8E-E19D8716FCC5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65" creationId="{33D01602-D679-B245-B1D7-C78C7A73265B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68" creationId="{4CFB0B18-F97B-D548-BE69-5D17A8EEAB62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69" creationId="{9669BB7B-3BEC-A247-A593-0D1811152973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70" creationId="{80BE860A-2E20-5946-99EB-EB770E05C5AA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71" creationId="{C7F5EEA1-B865-124E-A303-02B19D244E43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72" creationId="{885B8126-B3A6-474D-850E-8FC79A8369B7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73" creationId="{74AE3510-3E2E-9B48-B683-E253946E8653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74" creationId="{796B5418-8B19-C44E-991C-22A391E27E70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75" creationId="{2C6CAAB8-4F0B-214B-AE2F-B5D9C55BB655}"/>
          </ac:inkMkLst>
        </pc:inkChg>
        <pc:inkChg chg="add topLvl">
          <ac:chgData name="Aggie Menezes" userId="74619c95fa3483c9" providerId="LiveId" clId="{D3128F82-6912-0F40-BAD3-A276DA5466DC}" dt="2021-03-05T12:54:15.226" v="865"/>
          <ac:inkMkLst>
            <pc:docMk/>
            <pc:sldMk cId="2194156923" sldId="311"/>
            <ac:inkMk id="276" creationId="{FBFD3CF3-058E-7840-A79D-516242A5A6E1}"/>
          </ac:inkMkLst>
        </pc:inkChg>
        <pc:inkChg chg="add">
          <ac:chgData name="Aggie Menezes" userId="74619c95fa3483c9" providerId="LiveId" clId="{D3128F82-6912-0F40-BAD3-A276DA5466DC}" dt="2021-03-05T12:54:13.436" v="863"/>
          <ac:inkMkLst>
            <pc:docMk/>
            <pc:sldMk cId="2194156923" sldId="311"/>
            <ac:inkMk id="278" creationId="{D842456C-7FCE-D348-9218-AAC30E275508}"/>
          </ac:inkMkLst>
        </pc:inkChg>
        <pc:inkChg chg="add">
          <ac:chgData name="Aggie Menezes" userId="74619c95fa3483c9" providerId="LiveId" clId="{D3128F82-6912-0F40-BAD3-A276DA5466DC}" dt="2021-03-05T12:54:14.096" v="864"/>
          <ac:inkMkLst>
            <pc:docMk/>
            <pc:sldMk cId="2194156923" sldId="311"/>
            <ac:inkMk id="279" creationId="{E46D144D-84F7-1B48-951D-5F3F9CA97697}"/>
          </ac:inkMkLst>
        </pc:inkChg>
        <pc:inkChg chg="add topLvl">
          <ac:chgData name="Aggie Menezes" userId="74619c95fa3483c9" providerId="LiveId" clId="{D3128F82-6912-0F40-BAD3-A276DA5466DC}" dt="2021-03-05T12:55:11.625" v="881"/>
          <ac:inkMkLst>
            <pc:docMk/>
            <pc:sldMk cId="2194156923" sldId="311"/>
            <ac:inkMk id="281" creationId="{B80C0A3E-42C2-574F-8918-75A118CAD4B2}"/>
          </ac:inkMkLst>
        </pc:inkChg>
        <pc:inkChg chg="add topLvl">
          <ac:chgData name="Aggie Menezes" userId="74619c95fa3483c9" providerId="LiveId" clId="{D3128F82-6912-0F40-BAD3-A276DA5466DC}" dt="2021-03-05T12:55:11.625" v="881"/>
          <ac:inkMkLst>
            <pc:docMk/>
            <pc:sldMk cId="2194156923" sldId="311"/>
            <ac:inkMk id="282" creationId="{54B905F8-5AEF-564E-AFE7-CB8E079E1D0D}"/>
          </ac:inkMkLst>
        </pc:inkChg>
        <pc:inkChg chg="add topLvl">
          <ac:chgData name="Aggie Menezes" userId="74619c95fa3483c9" providerId="LiveId" clId="{D3128F82-6912-0F40-BAD3-A276DA5466DC}" dt="2021-03-05T12:55:11.625" v="881"/>
          <ac:inkMkLst>
            <pc:docMk/>
            <pc:sldMk cId="2194156923" sldId="311"/>
            <ac:inkMk id="283" creationId="{A3136789-39FD-DC4F-B702-9A7B9A5EFD4A}"/>
          </ac:inkMkLst>
        </pc:inkChg>
        <pc:inkChg chg="add topLvl">
          <ac:chgData name="Aggie Menezes" userId="74619c95fa3483c9" providerId="LiveId" clId="{D3128F82-6912-0F40-BAD3-A276DA5466DC}" dt="2021-03-05T12:55:11.625" v="881"/>
          <ac:inkMkLst>
            <pc:docMk/>
            <pc:sldMk cId="2194156923" sldId="311"/>
            <ac:inkMk id="285" creationId="{13942EE0-5E37-8544-8F8F-192231861D19}"/>
          </ac:inkMkLst>
        </pc:inkChg>
        <pc:inkChg chg="add topLvl">
          <ac:chgData name="Aggie Menezes" userId="74619c95fa3483c9" providerId="LiveId" clId="{D3128F82-6912-0F40-BAD3-A276DA5466DC}" dt="2021-03-05T12:55:11.625" v="881"/>
          <ac:inkMkLst>
            <pc:docMk/>
            <pc:sldMk cId="2194156923" sldId="311"/>
            <ac:inkMk id="286" creationId="{653C8FFD-AD42-6640-A15B-FF993C173936}"/>
          </ac:inkMkLst>
        </pc:inkChg>
        <pc:inkChg chg="add">
          <ac:chgData name="Aggie Menezes" userId="74619c95fa3483c9" providerId="LiveId" clId="{D3128F82-6912-0F40-BAD3-A276DA5466DC}" dt="2021-03-05T12:55:08.346" v="873"/>
          <ac:inkMkLst>
            <pc:docMk/>
            <pc:sldMk cId="2194156923" sldId="311"/>
            <ac:inkMk id="288" creationId="{42A56C33-5F03-6844-B9B3-0815F337B86A}"/>
          </ac:inkMkLst>
        </pc:inkChg>
        <pc:inkChg chg="add">
          <ac:chgData name="Aggie Menezes" userId="74619c95fa3483c9" providerId="LiveId" clId="{D3128F82-6912-0F40-BAD3-A276DA5466DC}" dt="2021-03-05T12:55:08.687" v="874"/>
          <ac:inkMkLst>
            <pc:docMk/>
            <pc:sldMk cId="2194156923" sldId="311"/>
            <ac:inkMk id="289" creationId="{BD00E9B7-4641-494E-B37A-CA7B4E44CD5C}"/>
          </ac:inkMkLst>
        </pc:inkChg>
        <pc:inkChg chg="add">
          <ac:chgData name="Aggie Menezes" userId="74619c95fa3483c9" providerId="LiveId" clId="{D3128F82-6912-0F40-BAD3-A276DA5466DC}" dt="2021-03-05T12:55:09.212" v="875"/>
          <ac:inkMkLst>
            <pc:docMk/>
            <pc:sldMk cId="2194156923" sldId="311"/>
            <ac:inkMk id="290" creationId="{1E6C6102-F70E-544C-BC6C-D673F14447B7}"/>
          </ac:inkMkLst>
        </pc:inkChg>
        <pc:inkChg chg="add">
          <ac:chgData name="Aggie Menezes" userId="74619c95fa3483c9" providerId="LiveId" clId="{D3128F82-6912-0F40-BAD3-A276DA5466DC}" dt="2021-03-05T12:55:09.701" v="876"/>
          <ac:inkMkLst>
            <pc:docMk/>
            <pc:sldMk cId="2194156923" sldId="311"/>
            <ac:inkMk id="291" creationId="{8E6E0ABD-D5C7-3341-BA6A-767073F2F387}"/>
          </ac:inkMkLst>
        </pc:inkChg>
        <pc:inkChg chg="add">
          <ac:chgData name="Aggie Menezes" userId="74619c95fa3483c9" providerId="LiveId" clId="{D3128F82-6912-0F40-BAD3-A276DA5466DC}" dt="2021-03-05T12:55:09.995" v="877"/>
          <ac:inkMkLst>
            <pc:docMk/>
            <pc:sldMk cId="2194156923" sldId="311"/>
            <ac:inkMk id="292" creationId="{40B8420B-FE41-4849-BB68-28D4AFA03421}"/>
          </ac:inkMkLst>
        </pc:inkChg>
        <pc:inkChg chg="add">
          <ac:chgData name="Aggie Menezes" userId="74619c95fa3483c9" providerId="LiveId" clId="{D3128F82-6912-0F40-BAD3-A276DA5466DC}" dt="2021-03-05T12:55:10.320" v="878"/>
          <ac:inkMkLst>
            <pc:docMk/>
            <pc:sldMk cId="2194156923" sldId="311"/>
            <ac:inkMk id="293" creationId="{F7A8B47B-CA61-414C-A9DD-36CCF149A00A}"/>
          </ac:inkMkLst>
        </pc:inkChg>
        <pc:inkChg chg="add">
          <ac:chgData name="Aggie Menezes" userId="74619c95fa3483c9" providerId="LiveId" clId="{D3128F82-6912-0F40-BAD3-A276DA5466DC}" dt="2021-03-05T12:55:10.574" v="879"/>
          <ac:inkMkLst>
            <pc:docMk/>
            <pc:sldMk cId="2194156923" sldId="311"/>
            <ac:inkMk id="294" creationId="{CEC17C41-5950-A44C-A022-F755B52EED2B}"/>
          </ac:inkMkLst>
        </pc:inkChg>
        <pc:inkChg chg="add">
          <ac:chgData name="Aggie Menezes" userId="74619c95fa3483c9" providerId="LiveId" clId="{D3128F82-6912-0F40-BAD3-A276DA5466DC}" dt="2021-03-05T12:55:10.825" v="880"/>
          <ac:inkMkLst>
            <pc:docMk/>
            <pc:sldMk cId="2194156923" sldId="311"/>
            <ac:inkMk id="295" creationId="{EB9FE59E-07A1-C041-8549-A5C2221B282D}"/>
          </ac:inkMkLst>
        </pc:inkChg>
        <pc:inkChg chg="add topLvl">
          <ac:chgData name="Aggie Menezes" userId="74619c95fa3483c9" providerId="LiveId" clId="{D3128F82-6912-0F40-BAD3-A276DA5466DC}" dt="2021-03-05T12:55:20.577" v="892"/>
          <ac:inkMkLst>
            <pc:docMk/>
            <pc:sldMk cId="2194156923" sldId="311"/>
            <ac:inkMk id="297" creationId="{73D6395A-6224-AA44-A769-2EFF35C05825}"/>
          </ac:inkMkLst>
        </pc:inkChg>
        <pc:inkChg chg="add topLvl">
          <ac:chgData name="Aggie Menezes" userId="74619c95fa3483c9" providerId="LiveId" clId="{D3128F82-6912-0F40-BAD3-A276DA5466DC}" dt="2021-03-05T12:55:20.577" v="892"/>
          <ac:inkMkLst>
            <pc:docMk/>
            <pc:sldMk cId="2194156923" sldId="311"/>
            <ac:inkMk id="298" creationId="{F5AE9BB2-C9F3-1B48-8C59-DD2CD4C7DD90}"/>
          </ac:inkMkLst>
        </pc:inkChg>
        <pc:inkChg chg="add topLvl">
          <ac:chgData name="Aggie Menezes" userId="74619c95fa3483c9" providerId="LiveId" clId="{D3128F82-6912-0F40-BAD3-A276DA5466DC}" dt="2021-03-05T12:55:20.577" v="892"/>
          <ac:inkMkLst>
            <pc:docMk/>
            <pc:sldMk cId="2194156923" sldId="311"/>
            <ac:inkMk id="299" creationId="{A0944CEE-A8DA-D340-BF05-14EA07C40AD7}"/>
          </ac:inkMkLst>
        </pc:inkChg>
        <pc:inkChg chg="add topLvl">
          <ac:chgData name="Aggie Menezes" userId="74619c95fa3483c9" providerId="LiveId" clId="{D3128F82-6912-0F40-BAD3-A276DA5466DC}" dt="2021-03-05T12:55:20.577" v="892"/>
          <ac:inkMkLst>
            <pc:docMk/>
            <pc:sldMk cId="2194156923" sldId="311"/>
            <ac:inkMk id="300" creationId="{FF0C2514-CEFF-A643-9431-5FCBAF8A6589}"/>
          </ac:inkMkLst>
        </pc:inkChg>
        <pc:inkChg chg="add topLvl">
          <ac:chgData name="Aggie Menezes" userId="74619c95fa3483c9" providerId="LiveId" clId="{D3128F82-6912-0F40-BAD3-A276DA5466DC}" dt="2021-03-05T12:55:20.577" v="892"/>
          <ac:inkMkLst>
            <pc:docMk/>
            <pc:sldMk cId="2194156923" sldId="311"/>
            <ac:inkMk id="302" creationId="{1413CADF-9A22-2C4A-9759-2E80F826F052}"/>
          </ac:inkMkLst>
        </pc:inkChg>
        <pc:inkChg chg="add">
          <ac:chgData name="Aggie Menezes" userId="74619c95fa3483c9" providerId="LiveId" clId="{D3128F82-6912-0F40-BAD3-A276DA5466DC}" dt="2021-03-05T12:55:19.011" v="889"/>
          <ac:inkMkLst>
            <pc:docMk/>
            <pc:sldMk cId="2194156923" sldId="311"/>
            <ac:inkMk id="304" creationId="{0ADE3DCD-8A60-9D42-A3A5-F9498C0A0D78}"/>
          </ac:inkMkLst>
        </pc:inkChg>
        <pc:inkChg chg="add">
          <ac:chgData name="Aggie Menezes" userId="74619c95fa3483c9" providerId="LiveId" clId="{D3128F82-6912-0F40-BAD3-A276DA5466DC}" dt="2021-03-05T12:55:19.353" v="890"/>
          <ac:inkMkLst>
            <pc:docMk/>
            <pc:sldMk cId="2194156923" sldId="311"/>
            <ac:inkMk id="305" creationId="{197D9AA1-AF63-C04D-9F9F-03E35CBCB3E2}"/>
          </ac:inkMkLst>
        </pc:inkChg>
        <pc:inkChg chg="add">
          <ac:chgData name="Aggie Menezes" userId="74619c95fa3483c9" providerId="LiveId" clId="{D3128F82-6912-0F40-BAD3-A276DA5466DC}" dt="2021-03-05T12:55:19.671" v="891"/>
          <ac:inkMkLst>
            <pc:docMk/>
            <pc:sldMk cId="2194156923" sldId="311"/>
            <ac:inkMk id="306" creationId="{00B6A32C-0188-034B-BC99-1B4A91625672}"/>
          </ac:inkMkLst>
        </pc:inkChg>
        <pc:inkChg chg="add">
          <ac:chgData name="Aggie Menezes" userId="74619c95fa3483c9" providerId="LiveId" clId="{D3128F82-6912-0F40-BAD3-A276DA5466DC}" dt="2021-03-05T12:56:27.343" v="893"/>
          <ac:inkMkLst>
            <pc:docMk/>
            <pc:sldMk cId="2194156923" sldId="311"/>
            <ac:inkMk id="308" creationId="{900F1C99-69C9-404E-864B-2B7C5FC47D45}"/>
          </ac:inkMkLst>
        </pc:inkChg>
        <pc:inkChg chg="add">
          <ac:chgData name="Aggie Menezes" userId="74619c95fa3483c9" providerId="LiveId" clId="{D3128F82-6912-0F40-BAD3-A276DA5466DC}" dt="2021-03-05T12:56:27.924" v="894"/>
          <ac:inkMkLst>
            <pc:docMk/>
            <pc:sldMk cId="2194156923" sldId="311"/>
            <ac:inkMk id="309" creationId="{9E1BA7F4-A556-4E43-86BF-3E9CD2F5A50F}"/>
          </ac:inkMkLst>
        </pc:inkChg>
        <pc:inkChg chg="add topLvl">
          <ac:chgData name="Aggie Menezes" userId="74619c95fa3483c9" providerId="LiveId" clId="{D3128F82-6912-0F40-BAD3-A276DA5466DC}" dt="2021-03-05T12:56:38.408" v="911"/>
          <ac:inkMkLst>
            <pc:docMk/>
            <pc:sldMk cId="2194156923" sldId="311"/>
            <ac:inkMk id="311" creationId="{4E2DFF3F-4F49-D94D-BB3F-664087DB576A}"/>
          </ac:inkMkLst>
        </pc:inkChg>
        <pc:inkChg chg="add topLvl">
          <ac:chgData name="Aggie Menezes" userId="74619c95fa3483c9" providerId="LiveId" clId="{D3128F82-6912-0F40-BAD3-A276DA5466DC}" dt="2021-03-05T12:56:38.408" v="911"/>
          <ac:inkMkLst>
            <pc:docMk/>
            <pc:sldMk cId="2194156923" sldId="311"/>
            <ac:inkMk id="312" creationId="{CDFC73AC-E8D0-9947-9E0B-247B573F63A7}"/>
          </ac:inkMkLst>
        </pc:inkChg>
        <pc:inkChg chg="add topLvl">
          <ac:chgData name="Aggie Menezes" userId="74619c95fa3483c9" providerId="LiveId" clId="{D3128F82-6912-0F40-BAD3-A276DA5466DC}" dt="2021-03-05T12:56:38.408" v="911"/>
          <ac:inkMkLst>
            <pc:docMk/>
            <pc:sldMk cId="2194156923" sldId="311"/>
            <ac:inkMk id="313" creationId="{7E68C5C8-7B88-6943-9315-EF77EF29770F}"/>
          </ac:inkMkLst>
        </pc:inkChg>
        <pc:inkChg chg="add">
          <ac:chgData name="Aggie Menezes" userId="74619c95fa3483c9" providerId="LiveId" clId="{D3128F82-6912-0F40-BAD3-A276DA5466DC}" dt="2021-03-05T12:56:33.362" v="900"/>
          <ac:inkMkLst>
            <pc:docMk/>
            <pc:sldMk cId="2194156923" sldId="311"/>
            <ac:inkMk id="315" creationId="{61AF51B8-BFBB-994D-91EA-E12B14AA4348}"/>
          </ac:inkMkLst>
        </pc:inkChg>
        <pc:inkChg chg="add">
          <ac:chgData name="Aggie Menezes" userId="74619c95fa3483c9" providerId="LiveId" clId="{D3128F82-6912-0F40-BAD3-A276DA5466DC}" dt="2021-03-05T12:56:33.652" v="901"/>
          <ac:inkMkLst>
            <pc:docMk/>
            <pc:sldMk cId="2194156923" sldId="311"/>
            <ac:inkMk id="316" creationId="{A6DCBBC4-F419-C046-A26B-19D91F8C5A95}"/>
          </ac:inkMkLst>
        </pc:inkChg>
        <pc:inkChg chg="add">
          <ac:chgData name="Aggie Menezes" userId="74619c95fa3483c9" providerId="LiveId" clId="{D3128F82-6912-0F40-BAD3-A276DA5466DC}" dt="2021-03-05T12:56:34.205" v="902"/>
          <ac:inkMkLst>
            <pc:docMk/>
            <pc:sldMk cId="2194156923" sldId="311"/>
            <ac:inkMk id="317" creationId="{E25969DC-EE00-714D-AC5F-995B344A1F2A}"/>
          </ac:inkMkLst>
        </pc:inkChg>
        <pc:inkChg chg="add">
          <ac:chgData name="Aggie Menezes" userId="74619c95fa3483c9" providerId="LiveId" clId="{D3128F82-6912-0F40-BAD3-A276DA5466DC}" dt="2021-03-05T12:56:34.468" v="903"/>
          <ac:inkMkLst>
            <pc:docMk/>
            <pc:sldMk cId="2194156923" sldId="311"/>
            <ac:inkMk id="318" creationId="{87D3C6FF-A72B-4A48-B7F0-B9B2E28B1C0E}"/>
          </ac:inkMkLst>
        </pc:inkChg>
        <pc:inkChg chg="add">
          <ac:chgData name="Aggie Menezes" userId="74619c95fa3483c9" providerId="LiveId" clId="{D3128F82-6912-0F40-BAD3-A276DA5466DC}" dt="2021-03-05T12:56:35.488" v="904"/>
          <ac:inkMkLst>
            <pc:docMk/>
            <pc:sldMk cId="2194156923" sldId="311"/>
            <ac:inkMk id="319" creationId="{4672BEE5-DF80-0547-AABE-1D43902C16BB}"/>
          </ac:inkMkLst>
        </pc:inkChg>
        <pc:inkChg chg="add">
          <ac:chgData name="Aggie Menezes" userId="74619c95fa3483c9" providerId="LiveId" clId="{D3128F82-6912-0F40-BAD3-A276DA5466DC}" dt="2021-03-05T12:56:35.786" v="905"/>
          <ac:inkMkLst>
            <pc:docMk/>
            <pc:sldMk cId="2194156923" sldId="311"/>
            <ac:inkMk id="320" creationId="{D902CF75-11D7-BC42-8F4D-85AB7E026187}"/>
          </ac:inkMkLst>
        </pc:inkChg>
        <pc:inkChg chg="add">
          <ac:chgData name="Aggie Menezes" userId="74619c95fa3483c9" providerId="LiveId" clId="{D3128F82-6912-0F40-BAD3-A276DA5466DC}" dt="2021-03-05T12:56:36.160" v="906"/>
          <ac:inkMkLst>
            <pc:docMk/>
            <pc:sldMk cId="2194156923" sldId="311"/>
            <ac:inkMk id="321" creationId="{E588F856-7552-0947-B52C-A381DC5E287B}"/>
          </ac:inkMkLst>
        </pc:inkChg>
        <pc:inkChg chg="add">
          <ac:chgData name="Aggie Menezes" userId="74619c95fa3483c9" providerId="LiveId" clId="{D3128F82-6912-0F40-BAD3-A276DA5466DC}" dt="2021-03-05T12:56:36.677" v="907"/>
          <ac:inkMkLst>
            <pc:docMk/>
            <pc:sldMk cId="2194156923" sldId="311"/>
            <ac:inkMk id="322" creationId="{0F43CD03-544E-1248-918B-B1FC97AACFB3}"/>
          </ac:inkMkLst>
        </pc:inkChg>
        <pc:inkChg chg="add">
          <ac:chgData name="Aggie Menezes" userId="74619c95fa3483c9" providerId="LiveId" clId="{D3128F82-6912-0F40-BAD3-A276DA5466DC}" dt="2021-03-05T12:56:36.986" v="908"/>
          <ac:inkMkLst>
            <pc:docMk/>
            <pc:sldMk cId="2194156923" sldId="311"/>
            <ac:inkMk id="323" creationId="{19738601-5F3F-1C43-BB69-84C9D7AA5933}"/>
          </ac:inkMkLst>
        </pc:inkChg>
        <pc:inkChg chg="add">
          <ac:chgData name="Aggie Menezes" userId="74619c95fa3483c9" providerId="LiveId" clId="{D3128F82-6912-0F40-BAD3-A276DA5466DC}" dt="2021-03-05T12:56:37.291" v="909"/>
          <ac:inkMkLst>
            <pc:docMk/>
            <pc:sldMk cId="2194156923" sldId="311"/>
            <ac:inkMk id="324" creationId="{FD3AC99B-1971-9F49-8E67-0B3E8F20664B}"/>
          </ac:inkMkLst>
        </pc:inkChg>
        <pc:inkChg chg="add">
          <ac:chgData name="Aggie Menezes" userId="74619c95fa3483c9" providerId="LiveId" clId="{D3128F82-6912-0F40-BAD3-A276DA5466DC}" dt="2021-03-05T12:56:37.581" v="910"/>
          <ac:inkMkLst>
            <pc:docMk/>
            <pc:sldMk cId="2194156923" sldId="311"/>
            <ac:inkMk id="325" creationId="{FF593B28-9E3E-954F-969F-F9616E685F10}"/>
          </ac:inkMkLst>
        </pc:inkChg>
      </pc:sldChg>
      <pc:sldChg chg="addSp delSp new del">
        <pc:chgData name="Aggie Menezes" userId="74619c95fa3483c9" providerId="LiveId" clId="{D3128F82-6912-0F40-BAD3-A276DA5466DC}" dt="2021-03-18T09:35:33.337" v="3437" actId="2696"/>
        <pc:sldMkLst>
          <pc:docMk/>
          <pc:sldMk cId="1732222167" sldId="312"/>
        </pc:sldMkLst>
        <pc:grpChg chg="add">
          <ac:chgData name="Aggie Menezes" userId="74619c95fa3483c9" providerId="LiveId" clId="{D3128F82-6912-0F40-BAD3-A276DA5466DC}" dt="2021-03-16T08:14:55.328" v="1509"/>
          <ac:grpSpMkLst>
            <pc:docMk/>
            <pc:sldMk cId="1732222167" sldId="312"/>
            <ac:grpSpMk id="6" creationId="{6A6FB2D4-11CF-A74F-A8AA-E4529867F60A}"/>
          </ac:grpSpMkLst>
        </pc:grpChg>
        <pc:grpChg chg="add del">
          <ac:chgData name="Aggie Menezes" userId="74619c95fa3483c9" providerId="LiveId" clId="{D3128F82-6912-0F40-BAD3-A276DA5466DC}" dt="2021-03-16T08:14:59.037" v="1515"/>
          <ac:grpSpMkLst>
            <pc:docMk/>
            <pc:sldMk cId="1732222167" sldId="312"/>
            <ac:grpSpMk id="9" creationId="{BB1E86ED-2352-6347-BB8E-FBBD9B6EF19B}"/>
          </ac:grpSpMkLst>
        </pc:grpChg>
        <pc:grpChg chg="add del">
          <ac:chgData name="Aggie Menezes" userId="74619c95fa3483c9" providerId="LiveId" clId="{D3128F82-6912-0F40-BAD3-A276DA5466DC}" dt="2021-03-16T08:15:04.127" v="1520"/>
          <ac:grpSpMkLst>
            <pc:docMk/>
            <pc:sldMk cId="1732222167" sldId="312"/>
            <ac:grpSpMk id="12" creationId="{D84AF200-3E50-6C4E-8C18-35F202A656CB}"/>
          </ac:grpSpMkLst>
        </pc:grpChg>
        <pc:grpChg chg="add del">
          <ac:chgData name="Aggie Menezes" userId="74619c95fa3483c9" providerId="LiveId" clId="{D3128F82-6912-0F40-BAD3-A276DA5466DC}" dt="2021-03-16T08:15:10.361" v="1529"/>
          <ac:grpSpMkLst>
            <pc:docMk/>
            <pc:sldMk cId="1732222167" sldId="312"/>
            <ac:grpSpMk id="17" creationId="{E4AFC8B3-38D4-2C48-B8B6-BD59BAE5C26D}"/>
          </ac:grpSpMkLst>
        </pc:grpChg>
        <pc:grpChg chg="add">
          <ac:chgData name="Aggie Menezes" userId="74619c95fa3483c9" providerId="LiveId" clId="{D3128F82-6912-0F40-BAD3-A276DA5466DC}" dt="2021-03-16T08:15:10.361" v="1529"/>
          <ac:grpSpMkLst>
            <pc:docMk/>
            <pc:sldMk cId="1732222167" sldId="312"/>
            <ac:grpSpMk id="26" creationId="{D8032A16-FD1B-F144-8800-5ABA8A1B6434}"/>
          </ac:grpSpMkLst>
        </pc:grpChg>
        <pc:grpChg chg="add">
          <ac:chgData name="Aggie Menezes" userId="74619c95fa3483c9" providerId="LiveId" clId="{D3128F82-6912-0F40-BAD3-A276DA5466DC}" dt="2021-03-16T08:15:10.361" v="1529"/>
          <ac:grpSpMkLst>
            <pc:docMk/>
            <pc:sldMk cId="1732222167" sldId="312"/>
            <ac:grpSpMk id="27" creationId="{5BCB80B4-8F57-5B4C-90D8-AE612D926D1D}"/>
          </ac:grpSpMkLst>
        </pc:grpChg>
        <pc:grpChg chg="add del">
          <ac:chgData name="Aggie Menezes" userId="74619c95fa3483c9" providerId="LiveId" clId="{D3128F82-6912-0F40-BAD3-A276DA5466DC}" dt="2021-03-16T08:15:25.443" v="1542"/>
          <ac:grpSpMkLst>
            <pc:docMk/>
            <pc:sldMk cId="1732222167" sldId="312"/>
            <ac:grpSpMk id="33" creationId="{C820A8C4-DE94-DF49-8371-3843DED1672A}"/>
          </ac:grpSpMkLst>
        </pc:grpChg>
        <pc:grpChg chg="add del">
          <ac:chgData name="Aggie Menezes" userId="74619c95fa3483c9" providerId="LiveId" clId="{D3128F82-6912-0F40-BAD3-A276DA5466DC}" dt="2021-03-16T08:15:28.438" v="1548"/>
          <ac:grpSpMkLst>
            <pc:docMk/>
            <pc:sldMk cId="1732222167" sldId="312"/>
            <ac:grpSpMk id="40" creationId="{7C712364-8AAC-474D-9CDA-6C7356C0DA43}"/>
          </ac:grpSpMkLst>
        </pc:grpChg>
        <pc:grpChg chg="add del">
          <ac:chgData name="Aggie Menezes" userId="74619c95fa3483c9" providerId="LiveId" clId="{D3128F82-6912-0F40-BAD3-A276DA5466DC}" dt="2021-03-16T08:17:11.294" v="1634"/>
          <ac:grpSpMkLst>
            <pc:docMk/>
            <pc:sldMk cId="1732222167" sldId="312"/>
            <ac:grpSpMk id="46" creationId="{01B7998C-8E60-4A42-92D3-499800007C28}"/>
          </ac:grpSpMkLst>
        </pc:grpChg>
        <pc:grpChg chg="add del">
          <ac:chgData name="Aggie Menezes" userId="74619c95fa3483c9" providerId="LiveId" clId="{D3128F82-6912-0F40-BAD3-A276DA5466DC}" dt="2021-03-16T08:15:43.651" v="1555"/>
          <ac:grpSpMkLst>
            <pc:docMk/>
            <pc:sldMk cId="1732222167" sldId="312"/>
            <ac:grpSpMk id="49" creationId="{CA203BCB-24BA-5547-AAC7-A1A9B82001AD}"/>
          </ac:grpSpMkLst>
        </pc:grpChg>
        <pc:grpChg chg="add del">
          <ac:chgData name="Aggie Menezes" userId="74619c95fa3483c9" providerId="LiveId" clId="{D3128F82-6912-0F40-BAD3-A276DA5466DC}" dt="2021-03-16T08:15:46.229" v="1557"/>
          <ac:grpSpMkLst>
            <pc:docMk/>
            <pc:sldMk cId="1732222167" sldId="312"/>
            <ac:grpSpMk id="53" creationId="{12487A8D-AB23-EE4F-8A17-B6BA8AE704A7}"/>
          </ac:grpSpMkLst>
        </pc:grpChg>
        <pc:grpChg chg="add del">
          <ac:chgData name="Aggie Menezes" userId="74619c95fa3483c9" providerId="LiveId" clId="{D3128F82-6912-0F40-BAD3-A276DA5466DC}" dt="2021-03-16T08:15:49.015" v="1561"/>
          <ac:grpSpMkLst>
            <pc:docMk/>
            <pc:sldMk cId="1732222167" sldId="312"/>
            <ac:grpSpMk id="55" creationId="{3455A484-7243-3B47-88AE-F668A47B60B1}"/>
          </ac:grpSpMkLst>
        </pc:grpChg>
        <pc:grpChg chg="add del">
          <ac:chgData name="Aggie Menezes" userId="74619c95fa3483c9" providerId="LiveId" clId="{D3128F82-6912-0F40-BAD3-A276DA5466DC}" dt="2021-03-16T08:15:51.566" v="1565"/>
          <ac:grpSpMkLst>
            <pc:docMk/>
            <pc:sldMk cId="1732222167" sldId="312"/>
            <ac:grpSpMk id="59" creationId="{150E7638-0511-5C4C-8810-C7EA9DB8D91D}"/>
          </ac:grpSpMkLst>
        </pc:grpChg>
        <pc:grpChg chg="add del">
          <ac:chgData name="Aggie Menezes" userId="74619c95fa3483c9" providerId="LiveId" clId="{D3128F82-6912-0F40-BAD3-A276DA5466DC}" dt="2021-03-16T08:17:11.294" v="1634"/>
          <ac:grpSpMkLst>
            <pc:docMk/>
            <pc:sldMk cId="1732222167" sldId="312"/>
            <ac:grpSpMk id="63" creationId="{3B6D25AE-C0D6-B34D-AFBF-4B8BC6461BE5}"/>
          </ac:grpSpMkLst>
        </pc:grpChg>
        <pc:grpChg chg="add del">
          <ac:chgData name="Aggie Menezes" userId="74619c95fa3483c9" providerId="LiveId" clId="{D3128F82-6912-0F40-BAD3-A276DA5466DC}" dt="2021-03-16T08:16:15.134" v="1576"/>
          <ac:grpSpMkLst>
            <pc:docMk/>
            <pc:sldMk cId="1732222167" sldId="312"/>
            <ac:grpSpMk id="70" creationId="{3F919379-EC5A-5A43-9AED-2DED327A0FB4}"/>
          </ac:grpSpMkLst>
        </pc:grpChg>
        <pc:grpChg chg="add del">
          <ac:chgData name="Aggie Menezes" userId="74619c95fa3483c9" providerId="LiveId" clId="{D3128F82-6912-0F40-BAD3-A276DA5466DC}" dt="2021-03-16T08:17:11.294" v="1634"/>
          <ac:grpSpMkLst>
            <pc:docMk/>
            <pc:sldMk cId="1732222167" sldId="312"/>
            <ac:grpSpMk id="74" creationId="{7F535050-746B-D74B-AE40-B3D1B4ADC1EE}"/>
          </ac:grpSpMkLst>
        </pc:grpChg>
        <pc:grpChg chg="add del">
          <ac:chgData name="Aggie Menezes" userId="74619c95fa3483c9" providerId="LiveId" clId="{D3128F82-6912-0F40-BAD3-A276DA5466DC}" dt="2021-03-16T08:16:21.458" v="1581"/>
          <ac:grpSpMkLst>
            <pc:docMk/>
            <pc:sldMk cId="1732222167" sldId="312"/>
            <ac:grpSpMk id="77" creationId="{7F5A1FA1-F440-DC48-BC8B-80CAFC772461}"/>
          </ac:grpSpMkLst>
        </pc:grpChg>
        <pc:grpChg chg="add del">
          <ac:chgData name="Aggie Menezes" userId="74619c95fa3483c9" providerId="LiveId" clId="{D3128F82-6912-0F40-BAD3-A276DA5466DC}" dt="2021-03-16T08:16:22.651" v="1583"/>
          <ac:grpSpMkLst>
            <pc:docMk/>
            <pc:sldMk cId="1732222167" sldId="312"/>
            <ac:grpSpMk id="79" creationId="{C2343B1D-4C4E-0B4B-890D-C3FB877BBCCD}"/>
          </ac:grpSpMkLst>
        </pc:grpChg>
        <pc:grpChg chg="add del">
          <ac:chgData name="Aggie Menezes" userId="74619c95fa3483c9" providerId="LiveId" clId="{D3128F82-6912-0F40-BAD3-A276DA5466DC}" dt="2021-03-16T08:16:26.510" v="1588"/>
          <ac:grpSpMkLst>
            <pc:docMk/>
            <pc:sldMk cId="1732222167" sldId="312"/>
            <ac:grpSpMk id="81" creationId="{C4C5C769-629E-F749-836C-51D81D4F4B39}"/>
          </ac:grpSpMkLst>
        </pc:grpChg>
        <pc:grpChg chg="add del">
          <ac:chgData name="Aggie Menezes" userId="74619c95fa3483c9" providerId="LiveId" clId="{D3128F82-6912-0F40-BAD3-A276DA5466DC}" dt="2021-03-16T08:16:28.583" v="1590"/>
          <ac:grpSpMkLst>
            <pc:docMk/>
            <pc:sldMk cId="1732222167" sldId="312"/>
            <ac:grpSpMk id="86" creationId="{C5726E0E-50D1-7E4C-AB59-BCAF8F102F8C}"/>
          </ac:grpSpMkLst>
        </pc:grpChg>
        <pc:grpChg chg="add del">
          <ac:chgData name="Aggie Menezes" userId="74619c95fa3483c9" providerId="LiveId" clId="{D3128F82-6912-0F40-BAD3-A276DA5466DC}" dt="2021-03-16T08:16:30.481" v="1592"/>
          <ac:grpSpMkLst>
            <pc:docMk/>
            <pc:sldMk cId="1732222167" sldId="312"/>
            <ac:grpSpMk id="88" creationId="{676BF5B9-CC68-8E41-B70A-DBCD3155B852}"/>
          </ac:grpSpMkLst>
        </pc:grpChg>
        <pc:grpChg chg="add del">
          <ac:chgData name="Aggie Menezes" userId="74619c95fa3483c9" providerId="LiveId" clId="{D3128F82-6912-0F40-BAD3-A276DA5466DC}" dt="2021-03-16T08:16:50.521" v="1613"/>
          <ac:grpSpMkLst>
            <pc:docMk/>
            <pc:sldMk cId="1732222167" sldId="312"/>
            <ac:grpSpMk id="90" creationId="{D5AB44F3-950E-7342-85B8-82DA10B987A1}"/>
          </ac:grpSpMkLst>
        </pc:grpChg>
        <pc:grpChg chg="add del">
          <ac:chgData name="Aggie Menezes" userId="74619c95fa3483c9" providerId="LiveId" clId="{D3128F82-6912-0F40-BAD3-A276DA5466DC}" dt="2021-03-16T08:16:38.649" v="1603"/>
          <ac:grpSpMkLst>
            <pc:docMk/>
            <pc:sldMk cId="1732222167" sldId="312"/>
            <ac:grpSpMk id="99" creationId="{43CB7670-83EF-F64A-9752-012C247C4782}"/>
          </ac:grpSpMkLst>
        </pc:grpChg>
        <pc:grpChg chg="add del">
          <ac:chgData name="Aggie Menezes" userId="74619c95fa3483c9" providerId="LiveId" clId="{D3128F82-6912-0F40-BAD3-A276DA5466DC}" dt="2021-03-16T08:17:11.294" v="1634"/>
          <ac:grpSpMkLst>
            <pc:docMk/>
            <pc:sldMk cId="1732222167" sldId="312"/>
            <ac:grpSpMk id="100" creationId="{7BB39BD6-B68E-4241-A0B0-42BF7108795D}"/>
          </ac:grpSpMkLst>
        </pc:grpChg>
        <pc:grpChg chg="add del">
          <ac:chgData name="Aggie Menezes" userId="74619c95fa3483c9" providerId="LiveId" clId="{D3128F82-6912-0F40-BAD3-A276DA5466DC}" dt="2021-03-16T08:17:11.294" v="1634"/>
          <ac:grpSpMkLst>
            <pc:docMk/>
            <pc:sldMk cId="1732222167" sldId="312"/>
            <ac:grpSpMk id="102" creationId="{DBF454BC-0F85-4B45-B5D5-F656B70F7D94}"/>
          </ac:grpSpMkLst>
        </pc:grpChg>
        <pc:grpChg chg="add del">
          <ac:chgData name="Aggie Menezes" userId="74619c95fa3483c9" providerId="LiveId" clId="{D3128F82-6912-0F40-BAD3-A276DA5466DC}" dt="2021-03-16T08:16:44.483" v="1611"/>
          <ac:grpSpMkLst>
            <pc:docMk/>
            <pc:sldMk cId="1732222167" sldId="312"/>
            <ac:grpSpMk id="107" creationId="{CD1A8937-5198-214D-A3CB-401DA1E10F31}"/>
          </ac:grpSpMkLst>
        </pc:grpChg>
        <pc:grpChg chg="add del">
          <ac:chgData name="Aggie Menezes" userId="74619c95fa3483c9" providerId="LiveId" clId="{D3128F82-6912-0F40-BAD3-A276DA5466DC}" dt="2021-03-16T08:17:11.294" v="1634"/>
          <ac:grpSpMkLst>
            <pc:docMk/>
            <pc:sldMk cId="1732222167" sldId="312"/>
            <ac:grpSpMk id="110" creationId="{98B97548-3AFE-9241-B041-B13CCE5318BB}"/>
          </ac:grpSpMkLst>
        </pc:grpChg>
        <pc:grpChg chg="add del">
          <ac:chgData name="Aggie Menezes" userId="74619c95fa3483c9" providerId="LiveId" clId="{D3128F82-6912-0F40-BAD3-A276DA5466DC}" dt="2021-03-16T08:16:52.658" v="1616"/>
          <ac:grpSpMkLst>
            <pc:docMk/>
            <pc:sldMk cId="1732222167" sldId="312"/>
            <ac:grpSpMk id="112" creationId="{14C7A289-DB21-8C40-81E0-8EC274EE142E}"/>
          </ac:grpSpMkLst>
        </pc:grpChg>
        <pc:grpChg chg="add del">
          <ac:chgData name="Aggie Menezes" userId="74619c95fa3483c9" providerId="LiveId" clId="{D3128F82-6912-0F40-BAD3-A276DA5466DC}" dt="2021-03-16T08:17:03.584" v="1628"/>
          <ac:grpSpMkLst>
            <pc:docMk/>
            <pc:sldMk cId="1732222167" sldId="312"/>
            <ac:grpSpMk id="115" creationId="{2A8679BE-0F0F-EE40-81C9-66705817FF2B}"/>
          </ac:grpSpMkLst>
        </pc:grpChg>
        <pc:grpChg chg="add del">
          <ac:chgData name="Aggie Menezes" userId="74619c95fa3483c9" providerId="LiveId" clId="{D3128F82-6912-0F40-BAD3-A276DA5466DC}" dt="2021-03-16T08:17:11.294" v="1634"/>
          <ac:grpSpMkLst>
            <pc:docMk/>
            <pc:sldMk cId="1732222167" sldId="312"/>
            <ac:grpSpMk id="121" creationId="{11287310-EB9C-8041-8298-B2F2C8400F31}"/>
          </ac:grpSpMkLst>
        </pc:grpChg>
        <pc:grpChg chg="add del">
          <ac:chgData name="Aggie Menezes" userId="74619c95fa3483c9" providerId="LiveId" clId="{D3128F82-6912-0F40-BAD3-A276DA5466DC}" dt="2021-03-16T08:17:11.294" v="1634"/>
          <ac:grpSpMkLst>
            <pc:docMk/>
            <pc:sldMk cId="1732222167" sldId="312"/>
            <ac:grpSpMk id="124" creationId="{2E923A9A-636A-8C45-BFB8-7D90DCF4F311}"/>
          </ac:grpSpMkLst>
        </pc:grpChg>
        <pc:grpChg chg="add">
          <ac:chgData name="Aggie Menezes" userId="74619c95fa3483c9" providerId="LiveId" clId="{D3128F82-6912-0F40-BAD3-A276DA5466DC}" dt="2021-03-16T08:17:11.294" v="1634"/>
          <ac:grpSpMkLst>
            <pc:docMk/>
            <pc:sldMk cId="1732222167" sldId="312"/>
            <ac:grpSpMk id="127" creationId="{A450BB98-FFC1-B143-AC0E-EB8BAB85EA07}"/>
          </ac:grpSpMkLst>
        </pc:grpChg>
        <pc:grpChg chg="add">
          <ac:chgData name="Aggie Menezes" userId="74619c95fa3483c9" providerId="LiveId" clId="{D3128F82-6912-0F40-BAD3-A276DA5466DC}" dt="2021-03-16T08:17:12.462" v="1638"/>
          <ac:grpSpMkLst>
            <pc:docMk/>
            <pc:sldMk cId="1732222167" sldId="312"/>
            <ac:grpSpMk id="131" creationId="{E52276B9-D930-4941-ACCA-3C463E82E39B}"/>
          </ac:grpSpMkLst>
        </pc:grpChg>
        <pc:grpChg chg="add">
          <ac:chgData name="Aggie Menezes" userId="74619c95fa3483c9" providerId="LiveId" clId="{D3128F82-6912-0F40-BAD3-A276DA5466DC}" dt="2021-03-16T08:17:50.917" v="1644"/>
          <ac:grpSpMkLst>
            <pc:docMk/>
            <pc:sldMk cId="1732222167" sldId="312"/>
            <ac:grpSpMk id="137" creationId="{E41C2535-5182-2E49-8963-00F114170735}"/>
          </ac:grpSpMkLst>
        </pc:grpChg>
        <pc:grpChg chg="add">
          <ac:chgData name="Aggie Menezes" userId="74619c95fa3483c9" providerId="LiveId" clId="{D3128F82-6912-0F40-BAD3-A276DA5466DC}" dt="2021-03-16T08:17:50.917" v="1644"/>
          <ac:grpSpMkLst>
            <pc:docMk/>
            <pc:sldMk cId="1732222167" sldId="312"/>
            <ac:grpSpMk id="138" creationId="{4C631012-D967-5545-A42E-E272F7FCAA76}"/>
          </ac:grpSpMkLst>
        </pc:grpChg>
        <pc:grpChg chg="add del">
          <ac:chgData name="Aggie Menezes" userId="74619c95fa3483c9" providerId="LiveId" clId="{D3128F82-6912-0F40-BAD3-A276DA5466DC}" dt="2021-03-16T08:18:13.594" v="1649"/>
          <ac:grpSpMkLst>
            <pc:docMk/>
            <pc:sldMk cId="1732222167" sldId="312"/>
            <ac:grpSpMk id="141" creationId="{BBFEC476-645A-FE42-8F76-2589D6677746}"/>
          </ac:grpSpMkLst>
        </pc:grpChg>
        <pc:grpChg chg="add">
          <ac:chgData name="Aggie Menezes" userId="74619c95fa3483c9" providerId="LiveId" clId="{D3128F82-6912-0F40-BAD3-A276DA5466DC}" dt="2021-03-16T08:18:13.594" v="1649"/>
          <ac:grpSpMkLst>
            <pc:docMk/>
            <pc:sldMk cId="1732222167" sldId="312"/>
            <ac:grpSpMk id="143" creationId="{BD2B5E1B-BAB2-5447-8EC7-0F6A14498A0B}"/>
          </ac:grpSpMkLst>
        </pc:grpChg>
        <pc:grpChg chg="add del">
          <ac:chgData name="Aggie Menezes" userId="74619c95fa3483c9" providerId="LiveId" clId="{D3128F82-6912-0F40-BAD3-A276DA5466DC}" dt="2021-03-16T08:18:32.951" v="1661"/>
          <ac:grpSpMkLst>
            <pc:docMk/>
            <pc:sldMk cId="1732222167" sldId="312"/>
            <ac:grpSpMk id="151" creationId="{F4B66FEB-EA1C-7F4E-A494-5C7421DD72D1}"/>
          </ac:grpSpMkLst>
        </pc:grpChg>
        <pc:grpChg chg="add del">
          <ac:chgData name="Aggie Menezes" userId="74619c95fa3483c9" providerId="LiveId" clId="{D3128F82-6912-0F40-BAD3-A276DA5466DC}" dt="2021-03-16T08:18:35.865" v="1665"/>
          <ac:grpSpMkLst>
            <pc:docMk/>
            <pc:sldMk cId="1732222167" sldId="312"/>
            <ac:grpSpMk id="155" creationId="{FA5331E4-DBF8-7945-AEB8-C50A6F873666}"/>
          </ac:grpSpMkLst>
        </pc:grpChg>
        <pc:grpChg chg="add del">
          <ac:chgData name="Aggie Menezes" userId="74619c95fa3483c9" providerId="LiveId" clId="{D3128F82-6912-0F40-BAD3-A276DA5466DC}" dt="2021-03-16T08:18:38.763" v="1670"/>
          <ac:grpSpMkLst>
            <pc:docMk/>
            <pc:sldMk cId="1732222167" sldId="312"/>
            <ac:grpSpMk id="159" creationId="{A632299A-6CA1-764F-A6BB-0A9017A5C5B2}"/>
          </ac:grpSpMkLst>
        </pc:grpChg>
        <pc:grpChg chg="add del">
          <ac:chgData name="Aggie Menezes" userId="74619c95fa3483c9" providerId="LiveId" clId="{D3128F82-6912-0F40-BAD3-A276DA5466DC}" dt="2021-03-16T08:18:42.256" v="1673"/>
          <ac:grpSpMkLst>
            <pc:docMk/>
            <pc:sldMk cId="1732222167" sldId="312"/>
            <ac:grpSpMk id="164" creationId="{744FB573-4FD7-2F4F-ADD9-3890BFB17615}"/>
          </ac:grpSpMkLst>
        </pc:grpChg>
        <pc:grpChg chg="add">
          <ac:chgData name="Aggie Menezes" userId="74619c95fa3483c9" providerId="LiveId" clId="{D3128F82-6912-0F40-BAD3-A276DA5466DC}" dt="2021-03-16T08:18:42.256" v="1673"/>
          <ac:grpSpMkLst>
            <pc:docMk/>
            <pc:sldMk cId="1732222167" sldId="312"/>
            <ac:grpSpMk id="167" creationId="{B525D05B-DD1A-DF48-AC54-41FC28276C29}"/>
          </ac:grpSpMkLst>
        </pc:grpChg>
        <pc:grpChg chg="add del">
          <ac:chgData name="Aggie Menezes" userId="74619c95fa3483c9" providerId="LiveId" clId="{D3128F82-6912-0F40-BAD3-A276DA5466DC}" dt="2021-03-16T08:21:30.836" v="1722"/>
          <ac:grpSpMkLst>
            <pc:docMk/>
            <pc:sldMk cId="1732222167" sldId="312"/>
            <ac:grpSpMk id="176" creationId="{81DEA343-61B1-DD43-9BE5-9AB7CFFA6C77}"/>
          </ac:grpSpMkLst>
        </pc:grpChg>
        <pc:grpChg chg="add del">
          <ac:chgData name="Aggie Menezes" userId="74619c95fa3483c9" providerId="LiveId" clId="{D3128F82-6912-0F40-BAD3-A276DA5466DC}" dt="2021-03-16T08:21:30.836" v="1722"/>
          <ac:grpSpMkLst>
            <pc:docMk/>
            <pc:sldMk cId="1732222167" sldId="312"/>
            <ac:grpSpMk id="177" creationId="{5265413C-F571-F548-9E49-9549A3D89CE3}"/>
          </ac:grpSpMkLst>
        </pc:grpChg>
        <pc:grpChg chg="add del">
          <ac:chgData name="Aggie Menezes" userId="74619c95fa3483c9" providerId="LiveId" clId="{D3128F82-6912-0F40-BAD3-A276DA5466DC}" dt="2021-03-16T08:21:30.836" v="1722"/>
          <ac:grpSpMkLst>
            <pc:docMk/>
            <pc:sldMk cId="1732222167" sldId="312"/>
            <ac:grpSpMk id="189" creationId="{77C4D8E4-891F-2445-A282-40B52C5A8DF0}"/>
          </ac:grpSpMkLst>
        </pc:grpChg>
        <pc:grpChg chg="add del">
          <ac:chgData name="Aggie Menezes" userId="74619c95fa3483c9" providerId="LiveId" clId="{D3128F82-6912-0F40-BAD3-A276DA5466DC}" dt="2021-03-16T08:20:48.607" v="1701"/>
          <ac:grpSpMkLst>
            <pc:docMk/>
            <pc:sldMk cId="1732222167" sldId="312"/>
            <ac:grpSpMk id="194" creationId="{8333BB2E-5F9A-FB47-A77E-8BEFF82FFC5B}"/>
          </ac:grpSpMkLst>
        </pc:grpChg>
        <pc:grpChg chg="add del">
          <ac:chgData name="Aggie Menezes" userId="74619c95fa3483c9" providerId="LiveId" clId="{D3128F82-6912-0F40-BAD3-A276DA5466DC}" dt="2021-03-16T08:20:51.654" v="1705"/>
          <ac:grpSpMkLst>
            <pc:docMk/>
            <pc:sldMk cId="1732222167" sldId="312"/>
            <ac:grpSpMk id="196" creationId="{360D2C25-0002-1C4F-8DE2-5AC5DC0ED897}"/>
          </ac:grpSpMkLst>
        </pc:grpChg>
        <pc:grpChg chg="add del">
          <ac:chgData name="Aggie Menezes" userId="74619c95fa3483c9" providerId="LiveId" clId="{D3128F82-6912-0F40-BAD3-A276DA5466DC}" dt="2021-03-16T08:20:56.347" v="1714"/>
          <ac:grpSpMkLst>
            <pc:docMk/>
            <pc:sldMk cId="1732222167" sldId="312"/>
            <ac:grpSpMk id="200" creationId="{DB76F784-F834-2348-A4EC-B0F98240BC40}"/>
          </ac:grpSpMkLst>
        </pc:grpChg>
        <pc:grpChg chg="add del">
          <ac:chgData name="Aggie Menezes" userId="74619c95fa3483c9" providerId="LiveId" clId="{D3128F82-6912-0F40-BAD3-A276DA5466DC}" dt="2021-03-16T08:21:30.836" v="1722"/>
          <ac:grpSpMkLst>
            <pc:docMk/>
            <pc:sldMk cId="1732222167" sldId="312"/>
            <ac:grpSpMk id="209" creationId="{56441380-186E-A841-BFE2-5384FDAA8E28}"/>
          </ac:grpSpMkLst>
        </pc:grpChg>
        <pc:grpChg chg="add del">
          <ac:chgData name="Aggie Menezes" userId="74619c95fa3483c9" providerId="LiveId" clId="{D3128F82-6912-0F40-BAD3-A276DA5466DC}" dt="2021-03-16T08:21:30.836" v="1722"/>
          <ac:grpSpMkLst>
            <pc:docMk/>
            <pc:sldMk cId="1732222167" sldId="312"/>
            <ac:grpSpMk id="213" creationId="{385AFD38-E16C-3047-A912-00B573F584CE}"/>
          </ac:grpSpMkLst>
        </pc:grpChg>
        <pc:grpChg chg="add">
          <ac:chgData name="Aggie Menezes" userId="74619c95fa3483c9" providerId="LiveId" clId="{D3128F82-6912-0F40-BAD3-A276DA5466DC}" dt="2021-03-16T08:21:30.836" v="1722"/>
          <ac:grpSpMkLst>
            <pc:docMk/>
            <pc:sldMk cId="1732222167" sldId="312"/>
            <ac:grpSpMk id="217" creationId="{5B33D5E3-1E80-0E45-BC97-D48CAED32CE1}"/>
          </ac:grpSpMkLst>
        </pc:grpChg>
        <pc:inkChg chg="add">
          <ac:chgData name="Aggie Menezes" userId="74619c95fa3483c9" providerId="LiveId" clId="{D3128F82-6912-0F40-BAD3-A276DA5466DC}" dt="2021-03-16T08:14:53.191" v="1506"/>
          <ac:inkMkLst>
            <pc:docMk/>
            <pc:sldMk cId="1732222167" sldId="312"/>
            <ac:inkMk id="3" creationId="{BA202B0B-8E43-ED41-BE3B-3B5F5962A16F}"/>
          </ac:inkMkLst>
        </pc:inkChg>
        <pc:inkChg chg="add">
          <ac:chgData name="Aggie Menezes" userId="74619c95fa3483c9" providerId="LiveId" clId="{D3128F82-6912-0F40-BAD3-A276DA5466DC}" dt="2021-03-16T08:14:54.230" v="1507"/>
          <ac:inkMkLst>
            <pc:docMk/>
            <pc:sldMk cId="1732222167" sldId="312"/>
            <ac:inkMk id="4" creationId="{22A2BF37-E013-AC40-9142-9605E50E6E67}"/>
          </ac:inkMkLst>
        </pc:inkChg>
        <pc:inkChg chg="add">
          <ac:chgData name="Aggie Menezes" userId="74619c95fa3483c9" providerId="LiveId" clId="{D3128F82-6912-0F40-BAD3-A276DA5466DC}" dt="2021-03-16T08:14:54.437" v="1508"/>
          <ac:inkMkLst>
            <pc:docMk/>
            <pc:sldMk cId="1732222167" sldId="312"/>
            <ac:inkMk id="5" creationId="{85B07412-AAD2-D44E-8509-E639F238BCC1}"/>
          </ac:inkMkLst>
        </pc:inkChg>
        <pc:inkChg chg="add topLvl">
          <ac:chgData name="Aggie Menezes" userId="74619c95fa3483c9" providerId="LiveId" clId="{D3128F82-6912-0F40-BAD3-A276DA5466DC}" dt="2021-03-16T08:15:10.361" v="1529"/>
          <ac:inkMkLst>
            <pc:docMk/>
            <pc:sldMk cId="1732222167" sldId="312"/>
            <ac:inkMk id="7" creationId="{9FBB8022-8261-B14D-A3DC-4A69BD31F793}"/>
          </ac:inkMkLst>
        </pc:inkChg>
        <pc:inkChg chg="add topLvl">
          <ac:chgData name="Aggie Menezes" userId="74619c95fa3483c9" providerId="LiveId" clId="{D3128F82-6912-0F40-BAD3-A276DA5466DC}" dt="2021-03-16T08:15:10.361" v="1529"/>
          <ac:inkMkLst>
            <pc:docMk/>
            <pc:sldMk cId="1732222167" sldId="312"/>
            <ac:inkMk id="8" creationId="{0A6F7CAE-E699-5D4D-8DA7-CDF008325EFA}"/>
          </ac:inkMkLst>
        </pc:inkChg>
        <pc:inkChg chg="add topLvl">
          <ac:chgData name="Aggie Menezes" userId="74619c95fa3483c9" providerId="LiveId" clId="{D3128F82-6912-0F40-BAD3-A276DA5466DC}" dt="2021-03-16T08:15:10.361" v="1529"/>
          <ac:inkMkLst>
            <pc:docMk/>
            <pc:sldMk cId="1732222167" sldId="312"/>
            <ac:inkMk id="10" creationId="{FA8B1CD0-4E03-2943-A09F-36A7292A226D}"/>
          </ac:inkMkLst>
        </pc:inkChg>
        <pc:inkChg chg="add topLvl">
          <ac:chgData name="Aggie Menezes" userId="74619c95fa3483c9" providerId="LiveId" clId="{D3128F82-6912-0F40-BAD3-A276DA5466DC}" dt="2021-03-16T08:15:10.361" v="1529"/>
          <ac:inkMkLst>
            <pc:docMk/>
            <pc:sldMk cId="1732222167" sldId="312"/>
            <ac:inkMk id="11" creationId="{85B4545A-0031-6B41-B548-5D7714C031BA}"/>
          </ac:inkMkLst>
        </pc:inkChg>
        <pc:inkChg chg="add topLvl">
          <ac:chgData name="Aggie Menezes" userId="74619c95fa3483c9" providerId="LiveId" clId="{D3128F82-6912-0F40-BAD3-A276DA5466DC}" dt="2021-03-16T08:15:10.361" v="1529"/>
          <ac:inkMkLst>
            <pc:docMk/>
            <pc:sldMk cId="1732222167" sldId="312"/>
            <ac:inkMk id="13" creationId="{440DCE67-A777-EF43-B6A8-13ECD9E08E76}"/>
          </ac:inkMkLst>
        </pc:inkChg>
        <pc:inkChg chg="add topLvl">
          <ac:chgData name="Aggie Menezes" userId="74619c95fa3483c9" providerId="LiveId" clId="{D3128F82-6912-0F40-BAD3-A276DA5466DC}" dt="2021-03-16T08:15:10.361" v="1529"/>
          <ac:inkMkLst>
            <pc:docMk/>
            <pc:sldMk cId="1732222167" sldId="312"/>
            <ac:inkMk id="14" creationId="{7C6438E9-DCD9-ED41-A945-09ECD9053E22}"/>
          </ac:inkMkLst>
        </pc:inkChg>
        <pc:inkChg chg="add topLvl">
          <ac:chgData name="Aggie Menezes" userId="74619c95fa3483c9" providerId="LiveId" clId="{D3128F82-6912-0F40-BAD3-A276DA5466DC}" dt="2021-03-16T08:15:10.361" v="1529"/>
          <ac:inkMkLst>
            <pc:docMk/>
            <pc:sldMk cId="1732222167" sldId="312"/>
            <ac:inkMk id="15" creationId="{ED8508D3-5D72-0E49-9348-FAC5958E3E82}"/>
          </ac:inkMkLst>
        </pc:inkChg>
        <pc:inkChg chg="add topLvl">
          <ac:chgData name="Aggie Menezes" userId="74619c95fa3483c9" providerId="LiveId" clId="{D3128F82-6912-0F40-BAD3-A276DA5466DC}" dt="2021-03-16T08:15:10.361" v="1529"/>
          <ac:inkMkLst>
            <pc:docMk/>
            <pc:sldMk cId="1732222167" sldId="312"/>
            <ac:inkMk id="16" creationId="{B1C9F36B-F0E6-C648-A734-DFB5F1210731}"/>
          </ac:inkMkLst>
        </pc:inkChg>
        <pc:inkChg chg="add">
          <ac:chgData name="Aggie Menezes" userId="74619c95fa3483c9" providerId="LiveId" clId="{D3128F82-6912-0F40-BAD3-A276DA5466DC}" dt="2021-03-16T08:15:04.949" v="1521"/>
          <ac:inkMkLst>
            <pc:docMk/>
            <pc:sldMk cId="1732222167" sldId="312"/>
            <ac:inkMk id="18" creationId="{4727DF77-0F9A-804B-A8B7-7EE1C0BD6B7F}"/>
          </ac:inkMkLst>
        </pc:inkChg>
        <pc:inkChg chg="add">
          <ac:chgData name="Aggie Menezes" userId="74619c95fa3483c9" providerId="LiveId" clId="{D3128F82-6912-0F40-BAD3-A276DA5466DC}" dt="2021-03-16T08:15:05.160" v="1522"/>
          <ac:inkMkLst>
            <pc:docMk/>
            <pc:sldMk cId="1732222167" sldId="312"/>
            <ac:inkMk id="19" creationId="{67788C62-14D4-624B-9E22-6BDE6DEECEE0}"/>
          </ac:inkMkLst>
        </pc:inkChg>
        <pc:inkChg chg="add">
          <ac:chgData name="Aggie Menezes" userId="74619c95fa3483c9" providerId="LiveId" clId="{D3128F82-6912-0F40-BAD3-A276DA5466DC}" dt="2021-03-16T08:15:06.049" v="1523"/>
          <ac:inkMkLst>
            <pc:docMk/>
            <pc:sldMk cId="1732222167" sldId="312"/>
            <ac:inkMk id="20" creationId="{B21AC10C-59E4-3447-ADD8-0BF4E7E00579}"/>
          </ac:inkMkLst>
        </pc:inkChg>
        <pc:inkChg chg="add">
          <ac:chgData name="Aggie Menezes" userId="74619c95fa3483c9" providerId="LiveId" clId="{D3128F82-6912-0F40-BAD3-A276DA5466DC}" dt="2021-03-16T08:15:06.245" v="1524"/>
          <ac:inkMkLst>
            <pc:docMk/>
            <pc:sldMk cId="1732222167" sldId="312"/>
            <ac:inkMk id="21" creationId="{49C3BFEB-9460-F445-B55C-29B91F6E448D}"/>
          </ac:inkMkLst>
        </pc:inkChg>
        <pc:inkChg chg="add">
          <ac:chgData name="Aggie Menezes" userId="74619c95fa3483c9" providerId="LiveId" clId="{D3128F82-6912-0F40-BAD3-A276DA5466DC}" dt="2021-03-16T08:15:07.126" v="1525"/>
          <ac:inkMkLst>
            <pc:docMk/>
            <pc:sldMk cId="1732222167" sldId="312"/>
            <ac:inkMk id="22" creationId="{2E5A86ED-7031-734C-A794-ED42CD2EA561}"/>
          </ac:inkMkLst>
        </pc:inkChg>
        <pc:inkChg chg="add">
          <ac:chgData name="Aggie Menezes" userId="74619c95fa3483c9" providerId="LiveId" clId="{D3128F82-6912-0F40-BAD3-A276DA5466DC}" dt="2021-03-16T08:15:08.243" v="1526"/>
          <ac:inkMkLst>
            <pc:docMk/>
            <pc:sldMk cId="1732222167" sldId="312"/>
            <ac:inkMk id="23" creationId="{9F0F39E5-1CEF-6A4D-9788-9E37FC234300}"/>
          </ac:inkMkLst>
        </pc:inkChg>
        <pc:inkChg chg="add">
          <ac:chgData name="Aggie Menezes" userId="74619c95fa3483c9" providerId="LiveId" clId="{D3128F82-6912-0F40-BAD3-A276DA5466DC}" dt="2021-03-16T08:15:08.841" v="1527"/>
          <ac:inkMkLst>
            <pc:docMk/>
            <pc:sldMk cId="1732222167" sldId="312"/>
            <ac:inkMk id="24" creationId="{C8C7C0DF-C833-C741-AAAB-4B5338527CE9}"/>
          </ac:inkMkLst>
        </pc:inkChg>
        <pc:inkChg chg="add">
          <ac:chgData name="Aggie Menezes" userId="74619c95fa3483c9" providerId="LiveId" clId="{D3128F82-6912-0F40-BAD3-A276DA5466DC}" dt="2021-03-16T08:15:09.850" v="1528"/>
          <ac:inkMkLst>
            <pc:docMk/>
            <pc:sldMk cId="1732222167" sldId="312"/>
            <ac:inkMk id="25" creationId="{473C43D4-28D7-C54B-ABC7-69630D44A693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28" creationId="{6B9634F9-ADA0-F749-A47E-D9201D90E76F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29" creationId="{44D61BE5-4FC1-A143-9314-BBC93771753C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30" creationId="{C6EDA57F-A625-F34D-937A-38EE2CB6E547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31" creationId="{FD95FB65-B09F-DA4B-A0CD-8A299CBB6A3C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32" creationId="{238B9B01-7BC5-1349-B64A-D12FD65B5055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34" creationId="{A6EED08F-1137-094B-86EF-8B24341FEA51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35" creationId="{197D4E74-A47F-0948-8169-0D21EEB30D2F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36" creationId="{8EC7D3C8-0293-BC43-999D-F9E9132AD308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37" creationId="{2D88976C-C9A2-9241-86F5-0FA71D201E5C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38" creationId="{2EB877D5-BC85-1449-A54F-C7B91F4FEAEB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39" creationId="{C0AFFCBD-C887-5146-9BE4-E1900F90CC2F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41" creationId="{08A9101C-E93D-B540-911E-DC0B4DF3F0B2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42" creationId="{F37E2B55-074A-674D-AD13-A2EFD3E494EB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43" creationId="{225CEDD1-4C62-794C-9162-B66ACEA1B4ED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44" creationId="{60198C96-3A20-1C4E-BE0B-596879AED681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45" creationId="{F83A1D56-770F-C04E-8BDF-2403A983B802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47" creationId="{57BF8AB5-4B6A-CE47-8A75-F1C7A0ED3C98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48" creationId="{955BC286-1AEC-D849-A9A3-ECFB3D6E2ADA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50" creationId="{2495C2B5-8A96-5442-95CD-B5BEBB566D9A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51" creationId="{81853CBB-BC3C-A440-A8FD-C07297BCAFF8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52" creationId="{4AD35CF3-9707-C04C-9E50-1B7ADE39EE95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54" creationId="{2A9F8EDF-2ED8-5A4D-9160-3165C079B858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56" creationId="{31A31D2B-D1B8-E84F-8942-A335E0FF7831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57" creationId="{83FE7DD2-77AA-904C-87AA-E4260263D529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58" creationId="{8E08ADA2-35C1-474A-B0D7-57BE1576B3D9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60" creationId="{D9691C08-EB58-D443-90F6-D7671928E744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61" creationId="{82FC48DF-41F2-B74D-BDF7-EDD65076DEBD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62" creationId="{439E27DA-525D-E740-B3DC-3ECF5E888427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64" creationId="{74804009-501D-5241-BCA7-39E05C0BD2B7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65" creationId="{892898B6-12B2-164F-950C-FBDFDD94B11D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66" creationId="{08B68D1A-85BD-A64C-BB9D-2F002E811D96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67" creationId="{C2D89E2F-CC29-DE4F-9A4C-B4AAF97AE65F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68" creationId="{F69F8E97-8E63-F349-8CE9-0B285A9BFDC4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69" creationId="{559C9B5A-1ED3-D44B-A276-100DAC91CCF9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71" creationId="{40003DF1-C13C-354F-AB7F-CCDE31502886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72" creationId="{824999EC-7689-2C47-A4DE-FAC794C5BAC8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73" creationId="{72A042E0-C021-2F4D-B321-11328D9950BA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75" creationId="{4D43A4F8-618A-0B4E-9255-F3D29D443221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76" creationId="{2751ABEB-1CCB-524B-83BD-00A9BFAAFAA7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78" creationId="{079181A2-4594-CA44-9354-CBB0FFA59822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80" creationId="{827BACB2-3B36-7B42-A582-E984BA65D65C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82" creationId="{36199144-95D6-F340-90A6-4C3B344D9728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83" creationId="{A167B29C-0B53-5241-A93F-38B6E693F7BA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84" creationId="{A427BFCA-1623-4C45-B1ED-25415600137C}"/>
          </ac:inkMkLst>
        </pc:inkChg>
        <pc:inkChg chg="add del topLvl">
          <ac:chgData name="Aggie Menezes" userId="74619c95fa3483c9" providerId="LiveId" clId="{D3128F82-6912-0F40-BAD3-A276DA5466DC}" dt="2021-03-16T08:16:57.014" v="1622"/>
          <ac:inkMkLst>
            <pc:docMk/>
            <pc:sldMk cId="1732222167" sldId="312"/>
            <ac:inkMk id="85" creationId="{3D8AF423-4BB8-3D44-873B-BF45B8222233}"/>
          </ac:inkMkLst>
        </pc:inkChg>
        <pc:inkChg chg="add del topLvl">
          <ac:chgData name="Aggie Menezes" userId="74619c95fa3483c9" providerId="LiveId" clId="{D3128F82-6912-0F40-BAD3-A276DA5466DC}" dt="2021-03-16T08:16:56.995" v="1617"/>
          <ac:inkMkLst>
            <pc:docMk/>
            <pc:sldMk cId="1732222167" sldId="312"/>
            <ac:inkMk id="87" creationId="{BA0147DE-EE30-C04B-BF2D-185F2A60F718}"/>
          </ac:inkMkLst>
        </pc:inkChg>
        <pc:inkChg chg="add del topLvl">
          <ac:chgData name="Aggie Menezes" userId="74619c95fa3483c9" providerId="LiveId" clId="{D3128F82-6912-0F40-BAD3-A276DA5466DC}" dt="2021-03-16T08:16:57.011" v="1621"/>
          <ac:inkMkLst>
            <pc:docMk/>
            <pc:sldMk cId="1732222167" sldId="312"/>
            <ac:inkMk id="89" creationId="{6B7B7531-23B6-444A-AC4B-92B538CA7F1E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91" creationId="{41721032-1EB8-2F46-AB3E-668AA87B4A3E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92" creationId="{385C1DD2-21D1-EE43-86F5-789D67446E93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93" creationId="{56D42C6E-B6E7-DC44-950E-C7BA42B14027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94" creationId="{829D966D-8444-944C-8A3F-446339D3160A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95" creationId="{C351D8AD-7E39-5E47-96B2-62569CB9D155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96" creationId="{37D61E32-C96D-4144-8F40-297CF4EBAFF1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97" creationId="{C32A2077-A1FB-BD48-B378-C87287CD3C8B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98" creationId="{CC9B27FB-B7AA-4943-8537-D89DA2D372F8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01" creationId="{F323C9A8-2931-A244-A99A-621673496F24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03" creationId="{026DA0AB-C85F-0746-887F-87E695D43D7B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04" creationId="{9AEF7C5D-CF08-9843-B8EF-05A8A3C831A6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05" creationId="{6B1774B9-58C8-3543-B146-2D333B7AF968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06" creationId="{428D8979-9FE1-6942-A942-B79B9BB1C9AB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08" creationId="{CA4B5C83-FE1A-DD43-8547-75DB761FE186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09" creationId="{DAD193AF-7B0C-5640-B14F-52B2CFAC21BC}"/>
          </ac:inkMkLst>
        </pc:inkChg>
        <pc:inkChg chg="add del topLvl">
          <ac:chgData name="Aggie Menezes" userId="74619c95fa3483c9" providerId="LiveId" clId="{D3128F82-6912-0F40-BAD3-A276DA5466DC}" dt="2021-03-16T08:16:57.003" v="1619"/>
          <ac:inkMkLst>
            <pc:docMk/>
            <pc:sldMk cId="1732222167" sldId="312"/>
            <ac:inkMk id="111" creationId="{C05640D5-0722-B243-9506-8FC56BA999A5}"/>
          </ac:inkMkLst>
        </pc:inkChg>
        <pc:inkChg chg="add del">
          <ac:chgData name="Aggie Menezes" userId="74619c95fa3483c9" providerId="LiveId" clId="{D3128F82-6912-0F40-BAD3-A276DA5466DC}" dt="2021-03-16T08:16:57" v="1618"/>
          <ac:inkMkLst>
            <pc:docMk/>
            <pc:sldMk cId="1732222167" sldId="312"/>
            <ac:inkMk id="113" creationId="{45644C7B-72B7-A24F-9AFF-86DD8C6D7AED}"/>
          </ac:inkMkLst>
        </pc:inkChg>
        <pc:inkChg chg="add del">
          <ac:chgData name="Aggie Menezes" userId="74619c95fa3483c9" providerId="LiveId" clId="{D3128F82-6912-0F40-BAD3-A276DA5466DC}" dt="2021-03-16T08:16:57.007" v="1620"/>
          <ac:inkMkLst>
            <pc:docMk/>
            <pc:sldMk cId="1732222167" sldId="312"/>
            <ac:inkMk id="114" creationId="{DA0AB384-EBFE-3F4C-BB92-E49CABE40FFE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16" creationId="{B5629B78-D4FD-2443-9704-ED51B4F27FFC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17" creationId="{153CDC42-9ACC-3741-A4F6-35DD4943D53C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18" creationId="{ADD61646-5C06-C444-B2C6-9147E8BBE811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19" creationId="{670B7E0E-15C2-4A49-957A-5BB161E42FC6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20" creationId="{49527929-45EA-2F40-99D4-6B560AA5EE06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22" creationId="{65E20EE2-B7BD-DA4A-8EBD-90C67742D133}"/>
          </ac:inkMkLst>
        </pc:inkChg>
        <pc:inkChg chg="add topLvl">
          <ac:chgData name="Aggie Menezes" userId="74619c95fa3483c9" providerId="LiveId" clId="{D3128F82-6912-0F40-BAD3-A276DA5466DC}" dt="2021-03-16T08:17:11.294" v="1634"/>
          <ac:inkMkLst>
            <pc:docMk/>
            <pc:sldMk cId="1732222167" sldId="312"/>
            <ac:inkMk id="123" creationId="{677C893C-8B6A-ED4F-992D-74553DF84236}"/>
          </ac:inkMkLst>
        </pc:inkChg>
        <pc:inkChg chg="add">
          <ac:chgData name="Aggie Menezes" userId="74619c95fa3483c9" providerId="LiveId" clId="{D3128F82-6912-0F40-BAD3-A276DA5466DC}" dt="2021-03-16T08:17:09.123" v="1632"/>
          <ac:inkMkLst>
            <pc:docMk/>
            <pc:sldMk cId="1732222167" sldId="312"/>
            <ac:inkMk id="125" creationId="{04D9FD7E-AF05-1C45-AA2A-06FE78FAFF1A}"/>
          </ac:inkMkLst>
        </pc:inkChg>
        <pc:inkChg chg="add">
          <ac:chgData name="Aggie Menezes" userId="74619c95fa3483c9" providerId="LiveId" clId="{D3128F82-6912-0F40-BAD3-A276DA5466DC}" dt="2021-03-16T08:17:10.247" v="1633"/>
          <ac:inkMkLst>
            <pc:docMk/>
            <pc:sldMk cId="1732222167" sldId="312"/>
            <ac:inkMk id="126" creationId="{A60ED22E-25EB-B748-9623-4A7302093710}"/>
          </ac:inkMkLst>
        </pc:inkChg>
        <pc:inkChg chg="add">
          <ac:chgData name="Aggie Menezes" userId="74619c95fa3483c9" providerId="LiveId" clId="{D3128F82-6912-0F40-BAD3-A276DA5466DC}" dt="2021-03-16T08:17:11.398" v="1635"/>
          <ac:inkMkLst>
            <pc:docMk/>
            <pc:sldMk cId="1732222167" sldId="312"/>
            <ac:inkMk id="128" creationId="{0817DFE1-4888-704B-A1BE-BAEAD6924E26}"/>
          </ac:inkMkLst>
        </pc:inkChg>
        <pc:inkChg chg="add">
          <ac:chgData name="Aggie Menezes" userId="74619c95fa3483c9" providerId="LiveId" clId="{D3128F82-6912-0F40-BAD3-A276DA5466DC}" dt="2021-03-16T08:17:11.541" v="1636"/>
          <ac:inkMkLst>
            <pc:docMk/>
            <pc:sldMk cId="1732222167" sldId="312"/>
            <ac:inkMk id="129" creationId="{0FF00C2F-C79A-3847-8349-34BB05976E80}"/>
          </ac:inkMkLst>
        </pc:inkChg>
        <pc:inkChg chg="add">
          <ac:chgData name="Aggie Menezes" userId="74619c95fa3483c9" providerId="LiveId" clId="{D3128F82-6912-0F40-BAD3-A276DA5466DC}" dt="2021-03-16T08:17:11.702" v="1637"/>
          <ac:inkMkLst>
            <pc:docMk/>
            <pc:sldMk cId="1732222167" sldId="312"/>
            <ac:inkMk id="130" creationId="{1B605500-337B-CC43-A6F8-37427ABE6913}"/>
          </ac:inkMkLst>
        </pc:inkChg>
        <pc:inkChg chg="add">
          <ac:chgData name="Aggie Menezes" userId="74619c95fa3483c9" providerId="LiveId" clId="{D3128F82-6912-0F40-BAD3-A276DA5466DC}" dt="2021-03-16T08:17:47.180" v="1639"/>
          <ac:inkMkLst>
            <pc:docMk/>
            <pc:sldMk cId="1732222167" sldId="312"/>
            <ac:inkMk id="132" creationId="{3A9A92A9-FAA8-FA4C-BD01-39CC0C2D4E8B}"/>
          </ac:inkMkLst>
        </pc:inkChg>
        <pc:inkChg chg="add">
          <ac:chgData name="Aggie Menezes" userId="74619c95fa3483c9" providerId="LiveId" clId="{D3128F82-6912-0F40-BAD3-A276DA5466DC}" dt="2021-03-16T08:17:48.197" v="1640"/>
          <ac:inkMkLst>
            <pc:docMk/>
            <pc:sldMk cId="1732222167" sldId="312"/>
            <ac:inkMk id="133" creationId="{AE39D195-CC38-E24A-8BC5-10DE5C7EA16A}"/>
          </ac:inkMkLst>
        </pc:inkChg>
        <pc:inkChg chg="add">
          <ac:chgData name="Aggie Menezes" userId="74619c95fa3483c9" providerId="LiveId" clId="{D3128F82-6912-0F40-BAD3-A276DA5466DC}" dt="2021-03-16T08:17:48.410" v="1641"/>
          <ac:inkMkLst>
            <pc:docMk/>
            <pc:sldMk cId="1732222167" sldId="312"/>
            <ac:inkMk id="134" creationId="{4D189AC6-3B8F-5B40-B455-E3D278B11CE0}"/>
          </ac:inkMkLst>
        </pc:inkChg>
        <pc:inkChg chg="add">
          <ac:chgData name="Aggie Menezes" userId="74619c95fa3483c9" providerId="LiveId" clId="{D3128F82-6912-0F40-BAD3-A276DA5466DC}" dt="2021-03-16T08:17:49.518" v="1642"/>
          <ac:inkMkLst>
            <pc:docMk/>
            <pc:sldMk cId="1732222167" sldId="312"/>
            <ac:inkMk id="135" creationId="{C2926C89-7E3F-0544-9133-0C40DFB7A701}"/>
          </ac:inkMkLst>
        </pc:inkChg>
        <pc:inkChg chg="add">
          <ac:chgData name="Aggie Menezes" userId="74619c95fa3483c9" providerId="LiveId" clId="{D3128F82-6912-0F40-BAD3-A276DA5466DC}" dt="2021-03-16T08:17:49.941" v="1643"/>
          <ac:inkMkLst>
            <pc:docMk/>
            <pc:sldMk cId="1732222167" sldId="312"/>
            <ac:inkMk id="136" creationId="{54FA8C10-FB3D-AB4A-BD36-67DC75F9C922}"/>
          </ac:inkMkLst>
        </pc:inkChg>
        <pc:inkChg chg="add topLvl">
          <ac:chgData name="Aggie Menezes" userId="74619c95fa3483c9" providerId="LiveId" clId="{D3128F82-6912-0F40-BAD3-A276DA5466DC}" dt="2021-03-16T08:18:13.594" v="1649"/>
          <ac:inkMkLst>
            <pc:docMk/>
            <pc:sldMk cId="1732222167" sldId="312"/>
            <ac:inkMk id="139" creationId="{2CBB62A7-A468-EE41-970E-C9287B33D6BF}"/>
          </ac:inkMkLst>
        </pc:inkChg>
        <pc:inkChg chg="add topLvl">
          <ac:chgData name="Aggie Menezes" userId="74619c95fa3483c9" providerId="LiveId" clId="{D3128F82-6912-0F40-BAD3-A276DA5466DC}" dt="2021-03-16T08:18:13.594" v="1649"/>
          <ac:inkMkLst>
            <pc:docMk/>
            <pc:sldMk cId="1732222167" sldId="312"/>
            <ac:inkMk id="140" creationId="{1671D035-1A14-FE4F-A4A1-CFB6CEFB89CF}"/>
          </ac:inkMkLst>
        </pc:inkChg>
        <pc:inkChg chg="add">
          <ac:chgData name="Aggie Menezes" userId="74619c95fa3483c9" providerId="LiveId" clId="{D3128F82-6912-0F40-BAD3-A276DA5466DC}" dt="2021-03-16T08:18:13.078" v="1648"/>
          <ac:inkMkLst>
            <pc:docMk/>
            <pc:sldMk cId="1732222167" sldId="312"/>
            <ac:inkMk id="142" creationId="{380CE47A-4E2E-C741-A729-419D4A80BA11}"/>
          </ac:inkMkLst>
        </pc:inkChg>
        <pc:inkChg chg="add topLvl">
          <ac:chgData name="Aggie Menezes" userId="74619c95fa3483c9" providerId="LiveId" clId="{D3128F82-6912-0F40-BAD3-A276DA5466DC}" dt="2021-03-16T08:18:38.763" v="1670"/>
          <ac:inkMkLst>
            <pc:docMk/>
            <pc:sldMk cId="1732222167" sldId="312"/>
            <ac:inkMk id="144" creationId="{04904696-3B1F-7747-A582-DB2A996CB54C}"/>
          </ac:inkMkLst>
        </pc:inkChg>
        <pc:inkChg chg="add topLvl">
          <ac:chgData name="Aggie Menezes" userId="74619c95fa3483c9" providerId="LiveId" clId="{D3128F82-6912-0F40-BAD3-A276DA5466DC}" dt="2021-03-16T08:18:38.763" v="1670"/>
          <ac:inkMkLst>
            <pc:docMk/>
            <pc:sldMk cId="1732222167" sldId="312"/>
            <ac:inkMk id="145" creationId="{EFEC7379-7291-B14E-BF01-306BEA5B762C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46" creationId="{D4FE1F3E-B930-5F4A-AE8E-1E5B0C189606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47" creationId="{49B89B7D-F67F-F24D-9696-9B1A228A778B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48" creationId="{9A110B4C-78E2-5C43-A476-39871FEE0DA7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49" creationId="{3A404743-D6FF-6146-96F5-1416CA29C844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50" creationId="{459E6714-BD26-A449-957F-6BB49F68EEDF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52" creationId="{A8E7BFE6-12AE-534F-A330-2B1B02F8ED92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53" creationId="{1CE13D7D-3F5C-A842-8881-97C50BEBDDF5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54" creationId="{8E638CAA-46D2-3C40-84D8-825089157796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56" creationId="{6EFC51EC-0975-7043-9B3E-CE7BC3E8AF72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57" creationId="{299D30CD-19C5-364D-A71C-6C6AB1309BD3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58" creationId="{E8FE27AC-B8F6-FB45-801D-67F4A6F0FEC4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60" creationId="{203E91B6-E7F6-F640-8F4D-E4A91373AA5C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61" creationId="{83342F5E-3E07-3346-8173-39C6B1D9F1AA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62" creationId="{9E968F02-5A95-D64E-BC81-37BBF114514D}"/>
          </ac:inkMkLst>
        </pc:inkChg>
        <pc:inkChg chg="add topLvl">
          <ac:chgData name="Aggie Menezes" userId="74619c95fa3483c9" providerId="LiveId" clId="{D3128F82-6912-0F40-BAD3-A276DA5466DC}" dt="2021-03-16T08:18:42.256" v="1673"/>
          <ac:inkMkLst>
            <pc:docMk/>
            <pc:sldMk cId="1732222167" sldId="312"/>
            <ac:inkMk id="163" creationId="{704442F4-34EF-C149-AF26-1F70E5907CB5}"/>
          </ac:inkMkLst>
        </pc:inkChg>
        <pc:inkChg chg="add">
          <ac:chgData name="Aggie Menezes" userId="74619c95fa3483c9" providerId="LiveId" clId="{D3128F82-6912-0F40-BAD3-A276DA5466DC}" dt="2021-03-16T08:18:40.634" v="1671"/>
          <ac:inkMkLst>
            <pc:docMk/>
            <pc:sldMk cId="1732222167" sldId="312"/>
            <ac:inkMk id="165" creationId="{AF11519B-3493-C143-8D1A-27AE8B177FE3}"/>
          </ac:inkMkLst>
        </pc:inkChg>
        <pc:inkChg chg="add">
          <ac:chgData name="Aggie Menezes" userId="74619c95fa3483c9" providerId="LiveId" clId="{D3128F82-6912-0F40-BAD3-A276DA5466DC}" dt="2021-03-16T08:18:41.534" v="1672"/>
          <ac:inkMkLst>
            <pc:docMk/>
            <pc:sldMk cId="1732222167" sldId="312"/>
            <ac:inkMk id="166" creationId="{FE653BF7-E7AA-0846-8957-0F62433DE9C2}"/>
          </ac:inkMkLst>
        </pc:inkChg>
        <pc:inkChg chg="add">
          <ac:chgData name="Aggie Menezes" userId="74619c95fa3483c9" providerId="LiveId" clId="{D3128F82-6912-0F40-BAD3-A276DA5466DC}" dt="2021-03-16T08:18:47.505" v="1674"/>
          <ac:inkMkLst>
            <pc:docMk/>
            <pc:sldMk cId="1732222167" sldId="312"/>
            <ac:inkMk id="168" creationId="{FE76BE44-7C88-2949-9E65-FF8109F6CBFE}"/>
          </ac:inkMkLst>
        </pc:inkChg>
        <pc:inkChg chg="add">
          <ac:chgData name="Aggie Menezes" userId="74619c95fa3483c9" providerId="LiveId" clId="{D3128F82-6912-0F40-BAD3-A276DA5466DC}" dt="2021-03-16T08:18:53.297" v="1675"/>
          <ac:inkMkLst>
            <pc:docMk/>
            <pc:sldMk cId="1732222167" sldId="312"/>
            <ac:inkMk id="169" creationId="{27AE1007-515C-4040-A318-43C5466C4521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70" creationId="{4B609306-0E2C-1B4B-AA6E-ED11D3DF79BD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71" creationId="{5614DCD1-6C75-0045-A80B-D38839020D6F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72" creationId="{4370543E-8D8B-1F47-86B0-B6CBB154A3FB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73" creationId="{9AD5BE50-C839-9744-943D-4427707D269A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74" creationId="{1E8D6EC5-7841-2D4F-8A37-E825077FED22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75" creationId="{4490C3FD-46B3-FF44-B158-57A40C6E38DE}"/>
          </ac:inkMkLst>
        </pc:inkChg>
        <pc:inkChg chg="add">
          <ac:chgData name="Aggie Menezes" userId="74619c95fa3483c9" providerId="LiveId" clId="{D3128F82-6912-0F40-BAD3-A276DA5466DC}" dt="2021-03-16T08:19:08.307" v="1683"/>
          <ac:inkMkLst>
            <pc:docMk/>
            <pc:sldMk cId="1732222167" sldId="312"/>
            <ac:inkMk id="178" creationId="{D3BF0B61-C7BC-7043-8C40-3D40A53B8CC8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79" creationId="{C260F9F0-296A-4C4A-B5DF-514DA1AE02A9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80" creationId="{7B455334-A671-FA43-80B0-993ECE792235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81" creationId="{C5FD1698-B9EA-5449-8282-A255E90825EA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82" creationId="{6D744F35-A829-9D4E-A836-2833754C486F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83" creationId="{AE398BB2-2173-DA45-BFBE-BB6EC5F35B31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84" creationId="{79277A90-B857-8149-A9D2-060041AE3632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85" creationId="{1FB74FA2-13CA-784E-9D37-B52D02B65022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86" creationId="{7F5C4BCB-29CF-CF48-A2E5-722ADE6D0767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87" creationId="{F34ADD59-8842-6642-9D89-DA1CCC0461CC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88" creationId="{E51DEFD0-8475-EB41-8140-6984EC9BFDAB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90" creationId="{8A60D5E2-FC5B-9F43-B883-7B45AFC61827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91" creationId="{C4C67EA7-882B-1F49-AF63-7D6BA217236C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92" creationId="{40DD17DD-6CAF-F245-8DE2-B54FBF7810AD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93" creationId="{F9C150E6-9971-B44F-BC14-C21A205586E9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95" creationId="{459640DF-ED27-B744-A45D-89734D236A98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97" creationId="{B8A26437-4C73-2248-9F0B-6906C32A47D0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98" creationId="{972B28DE-8783-9B4C-9AEA-AB56127A861B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199" creationId="{C61D7853-1DCC-4E45-BF5A-D61DCD0342DB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201" creationId="{1BCE273D-8E57-7F4D-8789-D64A4128DBB3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202" creationId="{45E4FA59-6B89-3141-9827-5828F0B87DCB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203" creationId="{9A2DBBDF-44CF-F04C-8D88-5455496BBFD0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204" creationId="{6E1D267A-7056-F948-B018-ECB3B4F643D1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205" creationId="{AEB64753-95E2-124A-8A08-5B07381DDB62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206" creationId="{37601699-D155-3D4F-A832-712B6EE0A5E4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207" creationId="{4BC16CDC-8EF6-6B49-9B04-E4428FA6B921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208" creationId="{595C3CE2-25EF-0D4C-8C47-EA1612E5ED1B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210" creationId="{AF06CA3D-8A1D-B541-BE77-686105566F6C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211" creationId="{F2AA4442-17B5-6E4A-96AF-D40D7F8D10BF}"/>
          </ac:inkMkLst>
        </pc:inkChg>
        <pc:inkChg chg="add topLvl">
          <ac:chgData name="Aggie Menezes" userId="74619c95fa3483c9" providerId="LiveId" clId="{D3128F82-6912-0F40-BAD3-A276DA5466DC}" dt="2021-03-16T08:21:30.836" v="1722"/>
          <ac:inkMkLst>
            <pc:docMk/>
            <pc:sldMk cId="1732222167" sldId="312"/>
            <ac:inkMk id="212" creationId="{9DECAEC1-B711-1649-A15E-D4471B7479D5}"/>
          </ac:inkMkLst>
        </pc:inkChg>
        <pc:inkChg chg="add">
          <ac:chgData name="Aggie Menezes" userId="74619c95fa3483c9" providerId="LiveId" clId="{D3128F82-6912-0F40-BAD3-A276DA5466DC}" dt="2021-03-16T08:21:21.148" v="1719"/>
          <ac:inkMkLst>
            <pc:docMk/>
            <pc:sldMk cId="1732222167" sldId="312"/>
            <ac:inkMk id="214" creationId="{325F138F-61C6-2142-BFE2-277E8CCB4B97}"/>
          </ac:inkMkLst>
        </pc:inkChg>
        <pc:inkChg chg="add">
          <ac:chgData name="Aggie Menezes" userId="74619c95fa3483c9" providerId="LiveId" clId="{D3128F82-6912-0F40-BAD3-A276DA5466DC}" dt="2021-03-16T08:21:29.183" v="1720"/>
          <ac:inkMkLst>
            <pc:docMk/>
            <pc:sldMk cId="1732222167" sldId="312"/>
            <ac:inkMk id="215" creationId="{A9DE7CC4-C44B-D548-A8D7-94657EEAED7E}"/>
          </ac:inkMkLst>
        </pc:inkChg>
        <pc:inkChg chg="add">
          <ac:chgData name="Aggie Menezes" userId="74619c95fa3483c9" providerId="LiveId" clId="{D3128F82-6912-0F40-BAD3-A276DA5466DC}" dt="2021-03-16T08:21:29.892" v="1721"/>
          <ac:inkMkLst>
            <pc:docMk/>
            <pc:sldMk cId="1732222167" sldId="312"/>
            <ac:inkMk id="216" creationId="{EFAD040F-B0D5-6D48-9892-D4C0D4BCFFD7}"/>
          </ac:inkMkLst>
        </pc:inkChg>
      </pc:sldChg>
      <pc:sldChg chg="addSp delSp new del">
        <pc:chgData name="Aggie Menezes" userId="74619c95fa3483c9" providerId="LiveId" clId="{D3128F82-6912-0F40-BAD3-A276DA5466DC}" dt="2021-03-18T09:35:37.850" v="3439" actId="2696"/>
        <pc:sldMkLst>
          <pc:docMk/>
          <pc:sldMk cId="2021195293" sldId="313"/>
        </pc:sldMkLst>
        <pc:grpChg chg="add">
          <ac:chgData name="Aggie Menezes" userId="74619c95fa3483c9" providerId="LiveId" clId="{D3128F82-6912-0F40-BAD3-A276DA5466DC}" dt="2021-03-16T08:22:42.949" v="1727"/>
          <ac:grpSpMkLst>
            <pc:docMk/>
            <pc:sldMk cId="2021195293" sldId="313"/>
            <ac:grpSpMk id="6" creationId="{107E8431-2838-E742-B016-CD013B2742BC}"/>
          </ac:grpSpMkLst>
        </pc:grpChg>
        <pc:grpChg chg="add del">
          <ac:chgData name="Aggie Menezes" userId="74619c95fa3483c9" providerId="LiveId" clId="{D3128F82-6912-0F40-BAD3-A276DA5466DC}" dt="2021-03-16T08:23:21.770" v="1745"/>
          <ac:grpSpMkLst>
            <pc:docMk/>
            <pc:sldMk cId="2021195293" sldId="313"/>
            <ac:grpSpMk id="10" creationId="{82B935FC-408A-DF43-8E23-7F16C463EF1E}"/>
          </ac:grpSpMkLst>
        </pc:grpChg>
        <pc:grpChg chg="add del">
          <ac:chgData name="Aggie Menezes" userId="74619c95fa3483c9" providerId="LiveId" clId="{D3128F82-6912-0F40-BAD3-A276DA5466DC}" dt="2021-03-16T08:23:10.850" v="1741"/>
          <ac:grpSpMkLst>
            <pc:docMk/>
            <pc:sldMk cId="2021195293" sldId="313"/>
            <ac:grpSpMk id="18" creationId="{C8F706B2-FC64-EB44-AB59-60A297FD75FC}"/>
          </ac:grpSpMkLst>
        </pc:grpChg>
        <pc:grpChg chg="add del">
          <ac:chgData name="Aggie Menezes" userId="74619c95fa3483c9" providerId="LiveId" clId="{D3128F82-6912-0F40-BAD3-A276DA5466DC}" dt="2021-03-16T08:23:21.770" v="1745"/>
          <ac:grpSpMkLst>
            <pc:docMk/>
            <pc:sldMk cId="2021195293" sldId="313"/>
            <ac:grpSpMk id="20" creationId="{F7712508-67D1-4E46-BAE3-AA14FDA5D184}"/>
          </ac:grpSpMkLst>
        </pc:grpChg>
        <pc:grpChg chg="add">
          <ac:chgData name="Aggie Menezes" userId="74619c95fa3483c9" providerId="LiveId" clId="{D3128F82-6912-0F40-BAD3-A276DA5466DC}" dt="2021-03-16T08:23:21.770" v="1745"/>
          <ac:grpSpMkLst>
            <pc:docMk/>
            <pc:sldMk cId="2021195293" sldId="313"/>
            <ac:grpSpMk id="24" creationId="{7E226BB4-68D7-9445-8F59-768724371CC1}"/>
          </ac:grpSpMkLst>
        </pc:grpChg>
        <pc:grpChg chg="add">
          <ac:chgData name="Aggie Menezes" userId="74619c95fa3483c9" providerId="LiveId" clId="{D3128F82-6912-0F40-BAD3-A276DA5466DC}" dt="2021-03-16T08:23:36.965" v="1755"/>
          <ac:grpSpMkLst>
            <pc:docMk/>
            <pc:sldMk cId="2021195293" sldId="313"/>
            <ac:grpSpMk id="34" creationId="{4BDA4AA0-BB29-2345-AC4D-DBAEFC78081A}"/>
          </ac:grpSpMkLst>
        </pc:grpChg>
        <pc:grpChg chg="add">
          <ac:chgData name="Aggie Menezes" userId="74619c95fa3483c9" providerId="LiveId" clId="{D3128F82-6912-0F40-BAD3-A276DA5466DC}" dt="2021-03-16T08:23:48.068" v="1760"/>
          <ac:grpSpMkLst>
            <pc:docMk/>
            <pc:sldMk cId="2021195293" sldId="313"/>
            <ac:grpSpMk id="39" creationId="{AFCF614E-8457-D542-9F0B-FD1E678233D1}"/>
          </ac:grpSpMkLst>
        </pc:grpChg>
        <pc:grpChg chg="add">
          <ac:chgData name="Aggie Menezes" userId="74619c95fa3483c9" providerId="LiveId" clId="{D3128F82-6912-0F40-BAD3-A276DA5466DC}" dt="2021-03-16T08:23:53.800" v="1765"/>
          <ac:grpSpMkLst>
            <pc:docMk/>
            <pc:sldMk cId="2021195293" sldId="313"/>
            <ac:grpSpMk id="44" creationId="{4F56622B-7A24-2048-B8BB-29DA0BEAE725}"/>
          </ac:grpSpMkLst>
        </pc:grpChg>
        <pc:grpChg chg="add del">
          <ac:chgData name="Aggie Menezes" userId="74619c95fa3483c9" providerId="LiveId" clId="{D3128F82-6912-0F40-BAD3-A276DA5466DC}" dt="2021-03-16T08:24:09.254" v="1771"/>
          <ac:grpSpMkLst>
            <pc:docMk/>
            <pc:sldMk cId="2021195293" sldId="313"/>
            <ac:grpSpMk id="47" creationId="{F6A81DFE-E25C-2246-85CA-2F6F4977A91A}"/>
          </ac:grpSpMkLst>
        </pc:grpChg>
        <pc:grpChg chg="add">
          <ac:chgData name="Aggie Menezes" userId="74619c95fa3483c9" providerId="LiveId" clId="{D3128F82-6912-0F40-BAD3-A276DA5466DC}" dt="2021-03-16T08:24:09.254" v="1771"/>
          <ac:grpSpMkLst>
            <pc:docMk/>
            <pc:sldMk cId="2021195293" sldId="313"/>
            <ac:grpSpMk id="50" creationId="{17FDF92E-ED57-9E43-96F2-4FB75091323A}"/>
          </ac:grpSpMkLst>
        </pc:grpChg>
        <pc:grpChg chg="add del">
          <ac:chgData name="Aggie Menezes" userId="74619c95fa3483c9" providerId="LiveId" clId="{D3128F82-6912-0F40-BAD3-A276DA5466DC}" dt="2021-03-16T08:24:22.757" v="1782"/>
          <ac:grpSpMkLst>
            <pc:docMk/>
            <pc:sldMk cId="2021195293" sldId="313"/>
            <ac:grpSpMk id="58" creationId="{E65C0710-036C-414A-A751-C6CAD5B53F14}"/>
          </ac:grpSpMkLst>
        </pc:grpChg>
        <pc:grpChg chg="add">
          <ac:chgData name="Aggie Menezes" userId="74619c95fa3483c9" providerId="LiveId" clId="{D3128F82-6912-0F40-BAD3-A276DA5466DC}" dt="2021-03-16T08:24:20.366" v="1779"/>
          <ac:grpSpMkLst>
            <pc:docMk/>
            <pc:sldMk cId="2021195293" sldId="313"/>
            <ac:grpSpMk id="59" creationId="{12F8935F-28F6-A84D-A832-9B852DD2F8E0}"/>
          </ac:grpSpMkLst>
        </pc:grpChg>
        <pc:grpChg chg="add">
          <ac:chgData name="Aggie Menezes" userId="74619c95fa3483c9" providerId="LiveId" clId="{D3128F82-6912-0F40-BAD3-A276DA5466DC}" dt="2021-03-16T08:24:22.757" v="1782"/>
          <ac:grpSpMkLst>
            <pc:docMk/>
            <pc:sldMk cId="2021195293" sldId="313"/>
            <ac:grpSpMk id="62" creationId="{E363DC3F-0428-A54B-8283-1F2066559EB6}"/>
          </ac:grpSpMkLst>
        </pc:grpChg>
        <pc:grpChg chg="add">
          <ac:chgData name="Aggie Menezes" userId="74619c95fa3483c9" providerId="LiveId" clId="{D3128F82-6912-0F40-BAD3-A276DA5466DC}" dt="2021-03-16T08:24:28.329" v="1788"/>
          <ac:grpSpMkLst>
            <pc:docMk/>
            <pc:sldMk cId="2021195293" sldId="313"/>
            <ac:grpSpMk id="68" creationId="{CB772873-807B-9641-9ED6-724F525F8984}"/>
          </ac:grpSpMkLst>
        </pc:grpChg>
        <pc:grpChg chg="add del">
          <ac:chgData name="Aggie Menezes" userId="74619c95fa3483c9" providerId="LiveId" clId="{D3128F82-6912-0F40-BAD3-A276DA5466DC}" dt="2021-03-16T08:25:12.630" v="1821"/>
          <ac:grpSpMkLst>
            <pc:docMk/>
            <pc:sldMk cId="2021195293" sldId="313"/>
            <ac:grpSpMk id="72" creationId="{AC44F81A-8B96-654F-AB99-1CED9F8F3329}"/>
          </ac:grpSpMkLst>
        </pc:grpChg>
        <pc:grpChg chg="add del">
          <ac:chgData name="Aggie Menezes" userId="74619c95fa3483c9" providerId="LiveId" clId="{D3128F82-6912-0F40-BAD3-A276DA5466DC}" dt="2021-03-16T08:24:59.512" v="1801"/>
          <ac:grpSpMkLst>
            <pc:docMk/>
            <pc:sldMk cId="2021195293" sldId="313"/>
            <ac:grpSpMk id="78" creationId="{5DDAFBB9-4A22-FE4D-BF14-B6F2AC2A5174}"/>
          </ac:grpSpMkLst>
        </pc:grpChg>
        <pc:grpChg chg="add del">
          <ac:chgData name="Aggie Menezes" userId="74619c95fa3483c9" providerId="LiveId" clId="{D3128F82-6912-0F40-BAD3-A276DA5466DC}" dt="2021-03-16T08:25:01.170" v="1804"/>
          <ac:grpSpMkLst>
            <pc:docMk/>
            <pc:sldMk cId="2021195293" sldId="313"/>
            <ac:grpSpMk id="81" creationId="{C33822A3-65C8-A74C-844D-E4ABA36D3F62}"/>
          </ac:grpSpMkLst>
        </pc:grpChg>
        <pc:grpChg chg="add del">
          <ac:chgData name="Aggie Menezes" userId="74619c95fa3483c9" providerId="LiveId" clId="{D3128F82-6912-0F40-BAD3-A276DA5466DC}" dt="2021-03-16T08:25:03.016" v="1808"/>
          <ac:grpSpMkLst>
            <pc:docMk/>
            <pc:sldMk cId="2021195293" sldId="313"/>
            <ac:grpSpMk id="84" creationId="{62C5D04D-FC71-8545-8E50-BC5F38DA6D1E}"/>
          </ac:grpSpMkLst>
        </pc:grpChg>
        <pc:grpChg chg="add del">
          <ac:chgData name="Aggie Menezes" userId="74619c95fa3483c9" providerId="LiveId" clId="{D3128F82-6912-0F40-BAD3-A276DA5466DC}" dt="2021-03-16T08:25:12.630" v="1821"/>
          <ac:grpSpMkLst>
            <pc:docMk/>
            <pc:sldMk cId="2021195293" sldId="313"/>
            <ac:grpSpMk id="88" creationId="{3779B917-79AA-0B4A-B980-7F27B2BF0B87}"/>
          </ac:grpSpMkLst>
        </pc:grpChg>
        <pc:grpChg chg="add del">
          <ac:chgData name="Aggie Menezes" userId="74619c95fa3483c9" providerId="LiveId" clId="{D3128F82-6912-0F40-BAD3-A276DA5466DC}" dt="2021-03-16T08:25:12.630" v="1821"/>
          <ac:grpSpMkLst>
            <pc:docMk/>
            <pc:sldMk cId="2021195293" sldId="313"/>
            <ac:grpSpMk id="91" creationId="{30079E5D-6855-A849-BDAE-A95079109C8E}"/>
          </ac:grpSpMkLst>
        </pc:grpChg>
        <pc:grpChg chg="add del">
          <ac:chgData name="Aggie Menezes" userId="74619c95fa3483c9" providerId="LiveId" clId="{D3128F82-6912-0F40-BAD3-A276DA5466DC}" dt="2021-03-16T08:25:12.630" v="1821"/>
          <ac:grpSpMkLst>
            <pc:docMk/>
            <pc:sldMk cId="2021195293" sldId="313"/>
            <ac:grpSpMk id="95" creationId="{3E784E40-0C35-7F41-8300-85FA20C8E6FA}"/>
          </ac:grpSpMkLst>
        </pc:grpChg>
        <pc:grpChg chg="add del">
          <ac:chgData name="Aggie Menezes" userId="74619c95fa3483c9" providerId="LiveId" clId="{D3128F82-6912-0F40-BAD3-A276DA5466DC}" dt="2021-03-16T08:25:12.630" v="1821"/>
          <ac:grpSpMkLst>
            <pc:docMk/>
            <pc:sldMk cId="2021195293" sldId="313"/>
            <ac:grpSpMk id="98" creationId="{38874D5C-4F6D-8A47-825C-F306307BD911}"/>
          </ac:grpSpMkLst>
        </pc:grpChg>
        <pc:grpChg chg="add">
          <ac:chgData name="Aggie Menezes" userId="74619c95fa3483c9" providerId="LiveId" clId="{D3128F82-6912-0F40-BAD3-A276DA5466DC}" dt="2021-03-16T08:25:12.630" v="1821"/>
          <ac:grpSpMkLst>
            <pc:docMk/>
            <pc:sldMk cId="2021195293" sldId="313"/>
            <ac:grpSpMk id="101" creationId="{FDEDC7B8-81C3-7D47-B1D5-3ED12C0AAE5A}"/>
          </ac:grpSpMkLst>
        </pc:grpChg>
        <pc:grpChg chg="add">
          <ac:chgData name="Aggie Menezes" userId="74619c95fa3483c9" providerId="LiveId" clId="{D3128F82-6912-0F40-BAD3-A276DA5466DC}" dt="2021-03-16T08:25:17.844" v="1827"/>
          <ac:grpSpMkLst>
            <pc:docMk/>
            <pc:sldMk cId="2021195293" sldId="313"/>
            <ac:grpSpMk id="107" creationId="{1FE0DF18-EB64-3541-A681-52233DE21691}"/>
          </ac:grpSpMkLst>
        </pc:grpChg>
        <pc:grpChg chg="add">
          <ac:chgData name="Aggie Menezes" userId="74619c95fa3483c9" providerId="LiveId" clId="{D3128F82-6912-0F40-BAD3-A276DA5466DC}" dt="2021-03-16T08:25:17.844" v="1827"/>
          <ac:grpSpMkLst>
            <pc:docMk/>
            <pc:sldMk cId="2021195293" sldId="313"/>
            <ac:grpSpMk id="108" creationId="{2FF8BC76-85ED-2247-A62E-340D03CE607C}"/>
          </ac:grpSpMkLst>
        </pc:grpChg>
        <pc:grpChg chg="add del">
          <ac:chgData name="Aggie Menezes" userId="74619c95fa3483c9" providerId="LiveId" clId="{D3128F82-6912-0F40-BAD3-A276DA5466DC}" dt="2021-03-16T08:25:36.012" v="1846"/>
          <ac:grpSpMkLst>
            <pc:docMk/>
            <pc:sldMk cId="2021195293" sldId="313"/>
            <ac:grpSpMk id="117" creationId="{3635FDD9-5C42-9A4C-848F-6921018374E8}"/>
          </ac:grpSpMkLst>
        </pc:grpChg>
        <pc:grpChg chg="add del">
          <ac:chgData name="Aggie Menezes" userId="74619c95fa3483c9" providerId="LiveId" clId="{D3128F82-6912-0F40-BAD3-A276DA5466DC}" dt="2021-03-16T08:25:37.029" v="1848"/>
          <ac:grpSpMkLst>
            <pc:docMk/>
            <pc:sldMk cId="2021195293" sldId="313"/>
            <ac:grpSpMk id="127" creationId="{962659EE-C933-5047-B30A-E1F9B251F043}"/>
          </ac:grpSpMkLst>
        </pc:grpChg>
        <pc:grpChg chg="add del">
          <ac:chgData name="Aggie Menezes" userId="74619c95fa3483c9" providerId="LiveId" clId="{D3128F82-6912-0F40-BAD3-A276DA5466DC}" dt="2021-03-16T08:25:38.060" v="1850"/>
          <ac:grpSpMkLst>
            <pc:docMk/>
            <pc:sldMk cId="2021195293" sldId="313"/>
            <ac:grpSpMk id="129" creationId="{598F9D8F-5709-E74B-ADFE-1D9CB534658C}"/>
          </ac:grpSpMkLst>
        </pc:grpChg>
        <pc:grpChg chg="add del">
          <ac:chgData name="Aggie Menezes" userId="74619c95fa3483c9" providerId="LiveId" clId="{D3128F82-6912-0F40-BAD3-A276DA5466DC}" dt="2021-03-16T08:25:38.837" v="1852"/>
          <ac:grpSpMkLst>
            <pc:docMk/>
            <pc:sldMk cId="2021195293" sldId="313"/>
            <ac:grpSpMk id="131" creationId="{E64BEEAE-DBB4-2047-9C20-78FFD52E8BAE}"/>
          </ac:grpSpMkLst>
        </pc:grpChg>
        <pc:grpChg chg="add del">
          <ac:chgData name="Aggie Menezes" userId="74619c95fa3483c9" providerId="LiveId" clId="{D3128F82-6912-0F40-BAD3-A276DA5466DC}" dt="2021-03-16T08:26:36.178" v="1903"/>
          <ac:grpSpMkLst>
            <pc:docMk/>
            <pc:sldMk cId="2021195293" sldId="313"/>
            <ac:grpSpMk id="133" creationId="{65393443-6282-EA4B-B7CE-1DCD2374DFD7}"/>
          </ac:grpSpMkLst>
        </pc:grpChg>
        <pc:grpChg chg="add del">
          <ac:chgData name="Aggie Menezes" userId="74619c95fa3483c9" providerId="LiveId" clId="{D3128F82-6912-0F40-BAD3-A276DA5466DC}" dt="2021-03-16T08:25:51.049" v="1864"/>
          <ac:grpSpMkLst>
            <pc:docMk/>
            <pc:sldMk cId="2021195293" sldId="313"/>
            <ac:grpSpMk id="143" creationId="{B32585D1-6C1E-4A41-AD06-A226696808DF}"/>
          </ac:grpSpMkLst>
        </pc:grpChg>
        <pc:grpChg chg="add del">
          <ac:chgData name="Aggie Menezes" userId="74619c95fa3483c9" providerId="LiveId" clId="{D3128F82-6912-0F40-BAD3-A276DA5466DC}" dt="2021-03-16T08:25:56.027" v="1867"/>
          <ac:grpSpMkLst>
            <pc:docMk/>
            <pc:sldMk cId="2021195293" sldId="313"/>
            <ac:grpSpMk id="145" creationId="{C348B6CE-BFB5-D14C-918E-FA07BBD8E2E6}"/>
          </ac:grpSpMkLst>
        </pc:grpChg>
        <pc:grpChg chg="add del">
          <ac:chgData name="Aggie Menezes" userId="74619c95fa3483c9" providerId="LiveId" clId="{D3128F82-6912-0F40-BAD3-A276DA5466DC}" dt="2021-03-16T08:25:57.350" v="1869"/>
          <ac:grpSpMkLst>
            <pc:docMk/>
            <pc:sldMk cId="2021195293" sldId="313"/>
            <ac:grpSpMk id="148" creationId="{EB7D4144-44EF-F043-9B7F-DF1B6A4E4253}"/>
          </ac:grpSpMkLst>
        </pc:grpChg>
        <pc:grpChg chg="add">
          <ac:chgData name="Aggie Menezes" userId="74619c95fa3483c9" providerId="LiveId" clId="{D3128F82-6912-0F40-BAD3-A276DA5466DC}" dt="2021-03-16T08:25:57.350" v="1869"/>
          <ac:grpSpMkLst>
            <pc:docMk/>
            <pc:sldMk cId="2021195293" sldId="313"/>
            <ac:grpSpMk id="150" creationId="{CC79281A-6334-724D-A87C-907E0A4CFD4B}"/>
          </ac:grpSpMkLst>
        </pc:grpChg>
        <pc:grpChg chg="add del">
          <ac:chgData name="Aggie Menezes" userId="74619c95fa3483c9" providerId="LiveId" clId="{D3128F82-6912-0F40-BAD3-A276DA5466DC}" dt="2021-03-16T08:26:11.776" v="1880"/>
          <ac:grpSpMkLst>
            <pc:docMk/>
            <pc:sldMk cId="2021195293" sldId="313"/>
            <ac:grpSpMk id="153" creationId="{F7CE64BC-C280-2242-9E78-4E749EF4A334}"/>
          </ac:grpSpMkLst>
        </pc:grpChg>
        <pc:grpChg chg="add del">
          <ac:chgData name="Aggie Menezes" userId="74619c95fa3483c9" providerId="LiveId" clId="{D3128F82-6912-0F40-BAD3-A276DA5466DC}" dt="2021-03-16T08:26:16.898" v="1885"/>
          <ac:grpSpMkLst>
            <pc:docMk/>
            <pc:sldMk cId="2021195293" sldId="313"/>
            <ac:grpSpMk id="161" creationId="{6DB3FC5B-0102-974E-BEA7-C35BA41BA0F3}"/>
          </ac:grpSpMkLst>
        </pc:grpChg>
        <pc:grpChg chg="add del">
          <ac:chgData name="Aggie Menezes" userId="74619c95fa3483c9" providerId="LiveId" clId="{D3128F82-6912-0F40-BAD3-A276DA5466DC}" dt="2021-03-16T08:26:18.110" v="1887"/>
          <ac:grpSpMkLst>
            <pc:docMk/>
            <pc:sldMk cId="2021195293" sldId="313"/>
            <ac:grpSpMk id="163" creationId="{8A3FE14E-C451-6749-BAFC-CC9B17C36506}"/>
          </ac:grpSpMkLst>
        </pc:grpChg>
        <pc:grpChg chg="add del">
          <ac:chgData name="Aggie Menezes" userId="74619c95fa3483c9" providerId="LiveId" clId="{D3128F82-6912-0F40-BAD3-A276DA5466DC}" dt="2021-03-16T08:26:20.608" v="1892"/>
          <ac:grpSpMkLst>
            <pc:docMk/>
            <pc:sldMk cId="2021195293" sldId="313"/>
            <ac:grpSpMk id="165" creationId="{048AF345-9F33-C14E-8162-BF0121CE079A}"/>
          </ac:grpSpMkLst>
        </pc:grpChg>
        <pc:grpChg chg="add">
          <ac:chgData name="Aggie Menezes" userId="74619c95fa3483c9" providerId="LiveId" clId="{D3128F82-6912-0F40-BAD3-A276DA5466DC}" dt="2021-03-16T08:26:20.608" v="1892"/>
          <ac:grpSpMkLst>
            <pc:docMk/>
            <pc:sldMk cId="2021195293" sldId="313"/>
            <ac:grpSpMk id="170" creationId="{ED60AACB-6973-384B-BD5C-F87180CEBCC3}"/>
          </ac:grpSpMkLst>
        </pc:grpChg>
        <pc:grpChg chg="add del">
          <ac:chgData name="Aggie Menezes" userId="74619c95fa3483c9" providerId="LiveId" clId="{D3128F82-6912-0F40-BAD3-A276DA5466DC}" dt="2021-03-16T08:26:36.178" v="1903"/>
          <ac:grpSpMkLst>
            <pc:docMk/>
            <pc:sldMk cId="2021195293" sldId="313"/>
            <ac:grpSpMk id="176" creationId="{1FD68215-BEA8-A54E-9BC4-D2B587C63D6D}"/>
          </ac:grpSpMkLst>
        </pc:grpChg>
        <pc:grpChg chg="add del">
          <ac:chgData name="Aggie Menezes" userId="74619c95fa3483c9" providerId="LiveId" clId="{D3128F82-6912-0F40-BAD3-A276DA5466DC}" dt="2021-03-16T08:26:45.128" v="1905"/>
          <ac:grpSpMkLst>
            <pc:docMk/>
            <pc:sldMk cId="2021195293" sldId="313"/>
            <ac:grpSpMk id="181" creationId="{B2C82890-2501-244A-9663-F983CF84EBB6}"/>
          </ac:grpSpMkLst>
        </pc:grpChg>
        <pc:grpChg chg="add del">
          <ac:chgData name="Aggie Menezes" userId="74619c95fa3483c9" providerId="LiveId" clId="{D3128F82-6912-0F40-BAD3-A276DA5466DC}" dt="2021-03-16T08:26:46.633" v="1908"/>
          <ac:grpSpMkLst>
            <pc:docMk/>
            <pc:sldMk cId="2021195293" sldId="313"/>
            <ac:grpSpMk id="183" creationId="{C7627C53-05C3-7149-B043-848D2F3463F8}"/>
          </ac:grpSpMkLst>
        </pc:grpChg>
        <pc:grpChg chg="add del">
          <ac:chgData name="Aggie Menezes" userId="74619c95fa3483c9" providerId="LiveId" clId="{D3128F82-6912-0F40-BAD3-A276DA5466DC}" dt="2021-03-16T08:26:52.289" v="1910"/>
          <ac:grpSpMkLst>
            <pc:docMk/>
            <pc:sldMk cId="2021195293" sldId="313"/>
            <ac:grpSpMk id="186" creationId="{D4ED8433-774F-8942-9F95-DF6772080FAC}"/>
          </ac:grpSpMkLst>
        </pc:grpChg>
        <pc:grpChg chg="add">
          <ac:chgData name="Aggie Menezes" userId="74619c95fa3483c9" providerId="LiveId" clId="{D3128F82-6912-0F40-BAD3-A276DA5466DC}" dt="2021-03-16T08:26:52.289" v="1910"/>
          <ac:grpSpMkLst>
            <pc:docMk/>
            <pc:sldMk cId="2021195293" sldId="313"/>
            <ac:grpSpMk id="188" creationId="{5BDCA4B6-9AEC-044A-B336-E25E6FBD8E04}"/>
          </ac:grpSpMkLst>
        </pc:grpChg>
        <pc:grpChg chg="add del">
          <ac:chgData name="Aggie Menezes" userId="74619c95fa3483c9" providerId="LiveId" clId="{D3128F82-6912-0F40-BAD3-A276DA5466DC}" dt="2021-03-16T08:27:01.315" v="1915"/>
          <ac:grpSpMkLst>
            <pc:docMk/>
            <pc:sldMk cId="2021195293" sldId="313"/>
            <ac:grpSpMk id="191" creationId="{28CCABB6-FFA4-1149-BA38-FFC809A7BCFA}"/>
          </ac:grpSpMkLst>
        </pc:grpChg>
        <pc:grpChg chg="add del">
          <ac:chgData name="Aggie Menezes" userId="74619c95fa3483c9" providerId="LiveId" clId="{D3128F82-6912-0F40-BAD3-A276DA5466DC}" dt="2021-03-16T08:27:03.881" v="1918"/>
          <ac:grpSpMkLst>
            <pc:docMk/>
            <pc:sldMk cId="2021195293" sldId="313"/>
            <ac:grpSpMk id="193" creationId="{AEB215E7-1DD8-8146-94E1-78AA8EC1DCD8}"/>
          </ac:grpSpMkLst>
        </pc:grpChg>
        <pc:grpChg chg="add del">
          <ac:chgData name="Aggie Menezes" userId="74619c95fa3483c9" providerId="LiveId" clId="{D3128F82-6912-0F40-BAD3-A276DA5466DC}" dt="2021-03-16T08:27:07.326" v="1921"/>
          <ac:grpSpMkLst>
            <pc:docMk/>
            <pc:sldMk cId="2021195293" sldId="313"/>
            <ac:grpSpMk id="196" creationId="{172A1AB8-2F56-DE4D-9667-D9F66B99B358}"/>
          </ac:grpSpMkLst>
        </pc:grpChg>
        <pc:grpChg chg="add del">
          <ac:chgData name="Aggie Menezes" userId="74619c95fa3483c9" providerId="LiveId" clId="{D3128F82-6912-0F40-BAD3-A276DA5466DC}" dt="2021-03-16T08:27:08.429" v="1923"/>
          <ac:grpSpMkLst>
            <pc:docMk/>
            <pc:sldMk cId="2021195293" sldId="313"/>
            <ac:grpSpMk id="199" creationId="{73F4007B-E1A4-1242-9889-389C051327EB}"/>
          </ac:grpSpMkLst>
        </pc:grpChg>
        <pc:grpChg chg="add del">
          <ac:chgData name="Aggie Menezes" userId="74619c95fa3483c9" providerId="LiveId" clId="{D3128F82-6912-0F40-BAD3-A276DA5466DC}" dt="2021-03-16T08:27:09.890" v="1925"/>
          <ac:grpSpMkLst>
            <pc:docMk/>
            <pc:sldMk cId="2021195293" sldId="313"/>
            <ac:grpSpMk id="201" creationId="{328342A8-A402-9949-BAE7-B08AB13AD133}"/>
          </ac:grpSpMkLst>
        </pc:grpChg>
        <pc:grpChg chg="add">
          <ac:chgData name="Aggie Menezes" userId="74619c95fa3483c9" providerId="LiveId" clId="{D3128F82-6912-0F40-BAD3-A276DA5466DC}" dt="2021-03-16T08:27:09.890" v="1925"/>
          <ac:grpSpMkLst>
            <pc:docMk/>
            <pc:sldMk cId="2021195293" sldId="313"/>
            <ac:grpSpMk id="203" creationId="{33DAD725-5BB5-0A4F-A2C6-7957E0816983}"/>
          </ac:grpSpMkLst>
        </pc:grpChg>
        <pc:grpChg chg="add del">
          <ac:chgData name="Aggie Menezes" userId="74619c95fa3483c9" providerId="LiveId" clId="{D3128F82-6912-0F40-BAD3-A276DA5466DC}" dt="2021-03-16T08:27:23.710" v="1930"/>
          <ac:grpSpMkLst>
            <pc:docMk/>
            <pc:sldMk cId="2021195293" sldId="313"/>
            <ac:grpSpMk id="206" creationId="{8E312EE4-AED3-E249-8268-B6123527D943}"/>
          </ac:grpSpMkLst>
        </pc:grpChg>
        <pc:grpChg chg="add">
          <ac:chgData name="Aggie Menezes" userId="74619c95fa3483c9" providerId="LiveId" clId="{D3128F82-6912-0F40-BAD3-A276DA5466DC}" dt="2021-03-16T08:27:23.710" v="1930"/>
          <ac:grpSpMkLst>
            <pc:docMk/>
            <pc:sldMk cId="2021195293" sldId="313"/>
            <ac:grpSpMk id="208" creationId="{CC4ED566-195E-9442-9D2A-918B5BEA12FB}"/>
          </ac:grpSpMkLst>
        </pc:grpChg>
        <pc:grpChg chg="add del">
          <ac:chgData name="Aggie Menezes" userId="74619c95fa3483c9" providerId="LiveId" clId="{D3128F82-6912-0F40-BAD3-A276DA5466DC}" dt="2021-03-16T08:27:33.710" v="1935"/>
          <ac:grpSpMkLst>
            <pc:docMk/>
            <pc:sldMk cId="2021195293" sldId="313"/>
            <ac:grpSpMk id="211" creationId="{BD64AEFF-F28C-474B-BC17-23CBCC42B4FC}"/>
          </ac:grpSpMkLst>
        </pc:grpChg>
        <pc:grpChg chg="add">
          <ac:chgData name="Aggie Menezes" userId="74619c95fa3483c9" providerId="LiveId" clId="{D3128F82-6912-0F40-BAD3-A276DA5466DC}" dt="2021-03-16T08:27:33.710" v="1935"/>
          <ac:grpSpMkLst>
            <pc:docMk/>
            <pc:sldMk cId="2021195293" sldId="313"/>
            <ac:grpSpMk id="213" creationId="{9E163799-67BB-4646-BF16-E39340E79520}"/>
          </ac:grpSpMkLst>
        </pc:grpChg>
        <pc:grpChg chg="add">
          <ac:chgData name="Aggie Menezes" userId="74619c95fa3483c9" providerId="LiveId" clId="{D3128F82-6912-0F40-BAD3-A276DA5466DC}" dt="2021-03-16T08:27:42.572" v="1938"/>
          <ac:grpSpMkLst>
            <pc:docMk/>
            <pc:sldMk cId="2021195293" sldId="313"/>
            <ac:grpSpMk id="216" creationId="{67DB47FA-3805-9F46-BBCD-43B9241986D1}"/>
          </ac:grpSpMkLst>
        </pc:grpChg>
        <pc:grpChg chg="add del">
          <ac:chgData name="Aggie Menezes" userId="74619c95fa3483c9" providerId="LiveId" clId="{D3128F82-6912-0F40-BAD3-A276DA5466DC}" dt="2021-03-16T08:27:47.332" v="1949"/>
          <ac:grpSpMkLst>
            <pc:docMk/>
            <pc:sldMk cId="2021195293" sldId="313"/>
            <ac:grpSpMk id="220" creationId="{EF25F218-2F22-174F-AB3B-8D6F451F82A4}"/>
          </ac:grpSpMkLst>
        </pc:grpChg>
        <pc:grpChg chg="add del">
          <ac:chgData name="Aggie Menezes" userId="74619c95fa3483c9" providerId="LiveId" clId="{D3128F82-6912-0F40-BAD3-A276DA5466DC}" dt="2021-03-16T08:27:50.329" v="1957"/>
          <ac:grpSpMkLst>
            <pc:docMk/>
            <pc:sldMk cId="2021195293" sldId="313"/>
            <ac:grpSpMk id="227" creationId="{6DC35ED1-2DFA-C444-8722-6C5FA5DE153F}"/>
          </ac:grpSpMkLst>
        </pc:grpChg>
        <pc:grpChg chg="add del">
          <ac:chgData name="Aggie Menezes" userId="74619c95fa3483c9" providerId="LiveId" clId="{D3128F82-6912-0F40-BAD3-A276DA5466DC}" dt="2021-03-16T08:27:51.169" v="1959"/>
          <ac:grpSpMkLst>
            <pc:docMk/>
            <pc:sldMk cId="2021195293" sldId="313"/>
            <ac:grpSpMk id="235" creationId="{F152AB91-80C0-FF4E-B7B8-12FEFA88FA72}"/>
          </ac:grpSpMkLst>
        </pc:grpChg>
        <pc:grpChg chg="add del">
          <ac:chgData name="Aggie Menezes" userId="74619c95fa3483c9" providerId="LiveId" clId="{D3128F82-6912-0F40-BAD3-A276DA5466DC}" dt="2021-03-16T08:27:51.837" v="1961"/>
          <ac:grpSpMkLst>
            <pc:docMk/>
            <pc:sldMk cId="2021195293" sldId="313"/>
            <ac:grpSpMk id="237" creationId="{C74EAC5A-50B7-A34F-BF05-B23971763652}"/>
          </ac:grpSpMkLst>
        </pc:grpChg>
        <pc:grpChg chg="add del">
          <ac:chgData name="Aggie Menezes" userId="74619c95fa3483c9" providerId="LiveId" clId="{D3128F82-6912-0F40-BAD3-A276DA5466DC}" dt="2021-03-16T08:27:54.638" v="1970"/>
          <ac:grpSpMkLst>
            <pc:docMk/>
            <pc:sldMk cId="2021195293" sldId="313"/>
            <ac:grpSpMk id="239" creationId="{E680615F-3F1D-9F48-9649-41068975A905}"/>
          </ac:grpSpMkLst>
        </pc:grpChg>
        <pc:grpChg chg="add">
          <ac:chgData name="Aggie Menezes" userId="74619c95fa3483c9" providerId="LiveId" clId="{D3128F82-6912-0F40-BAD3-A276DA5466DC}" dt="2021-03-16T08:27:54.638" v="1970"/>
          <ac:grpSpMkLst>
            <pc:docMk/>
            <pc:sldMk cId="2021195293" sldId="313"/>
            <ac:grpSpMk id="248" creationId="{2E45B42F-AA77-304C-8C34-CAAFE8C57F5A}"/>
          </ac:grpSpMkLst>
        </pc:grpChg>
        <pc:grpChg chg="add">
          <ac:chgData name="Aggie Menezes" userId="74619c95fa3483c9" providerId="LiveId" clId="{D3128F82-6912-0F40-BAD3-A276DA5466DC}" dt="2021-03-16T08:28:01.721" v="1976"/>
          <ac:grpSpMkLst>
            <pc:docMk/>
            <pc:sldMk cId="2021195293" sldId="313"/>
            <ac:grpSpMk id="254" creationId="{05D9B753-D9A4-8E4D-86E5-F518BC06A543}"/>
          </ac:grpSpMkLst>
        </pc:grpChg>
        <pc:grpChg chg="add">
          <ac:chgData name="Aggie Menezes" userId="74619c95fa3483c9" providerId="LiveId" clId="{D3128F82-6912-0F40-BAD3-A276DA5466DC}" dt="2021-03-16T08:28:01.721" v="1976"/>
          <ac:grpSpMkLst>
            <pc:docMk/>
            <pc:sldMk cId="2021195293" sldId="313"/>
            <ac:grpSpMk id="255" creationId="{32CEADF3-0009-214C-9D2A-7B2B9DB1AD75}"/>
          </ac:grpSpMkLst>
        </pc:grpChg>
        <pc:inkChg chg="add">
          <ac:chgData name="Aggie Menezes" userId="74619c95fa3483c9" providerId="LiveId" clId="{D3128F82-6912-0F40-BAD3-A276DA5466DC}" dt="2021-03-16T08:22:41.944" v="1724"/>
          <ac:inkMkLst>
            <pc:docMk/>
            <pc:sldMk cId="2021195293" sldId="313"/>
            <ac:inkMk id="3" creationId="{6AEB5CB9-3012-1543-9E3C-FB3EC2F25418}"/>
          </ac:inkMkLst>
        </pc:inkChg>
        <pc:inkChg chg="add">
          <ac:chgData name="Aggie Menezes" userId="74619c95fa3483c9" providerId="LiveId" clId="{D3128F82-6912-0F40-BAD3-A276DA5466DC}" dt="2021-03-16T08:22:42.178" v="1725"/>
          <ac:inkMkLst>
            <pc:docMk/>
            <pc:sldMk cId="2021195293" sldId="313"/>
            <ac:inkMk id="4" creationId="{D2B48E87-B58E-3B41-8E18-48C10C355580}"/>
          </ac:inkMkLst>
        </pc:inkChg>
        <pc:inkChg chg="add">
          <ac:chgData name="Aggie Menezes" userId="74619c95fa3483c9" providerId="LiveId" clId="{D3128F82-6912-0F40-BAD3-A276DA5466DC}" dt="2021-03-16T08:22:42.332" v="1726"/>
          <ac:inkMkLst>
            <pc:docMk/>
            <pc:sldMk cId="2021195293" sldId="313"/>
            <ac:inkMk id="5" creationId="{7D77D80C-A67F-E444-BC88-3CCDCDCF9049}"/>
          </ac:inkMkLst>
        </pc:inkChg>
        <pc:inkChg chg="add">
          <ac:chgData name="Aggie Menezes" userId="74619c95fa3483c9" providerId="LiveId" clId="{D3128F82-6912-0F40-BAD3-A276DA5466DC}" dt="2021-03-16T08:22:46.040" v="1728"/>
          <ac:inkMkLst>
            <pc:docMk/>
            <pc:sldMk cId="2021195293" sldId="313"/>
            <ac:inkMk id="7" creationId="{25C7FFE3-4BA8-1C48-9A80-BC80906C85F8}"/>
          </ac:inkMkLst>
        </pc:inkChg>
        <pc:inkChg chg="add topLvl">
          <ac:chgData name="Aggie Menezes" userId="74619c95fa3483c9" providerId="LiveId" clId="{D3128F82-6912-0F40-BAD3-A276DA5466DC}" dt="2021-03-16T08:23:21.770" v="1745"/>
          <ac:inkMkLst>
            <pc:docMk/>
            <pc:sldMk cId="2021195293" sldId="313"/>
            <ac:inkMk id="8" creationId="{39CAF7BB-9384-E046-977D-9A43745F187F}"/>
          </ac:inkMkLst>
        </pc:inkChg>
        <pc:inkChg chg="add topLvl">
          <ac:chgData name="Aggie Menezes" userId="74619c95fa3483c9" providerId="LiveId" clId="{D3128F82-6912-0F40-BAD3-A276DA5466DC}" dt="2021-03-16T08:23:21.770" v="1745"/>
          <ac:inkMkLst>
            <pc:docMk/>
            <pc:sldMk cId="2021195293" sldId="313"/>
            <ac:inkMk id="9" creationId="{AC519DE0-7896-2E44-ACB8-8EA689F72103}"/>
          </ac:inkMkLst>
        </pc:inkChg>
        <pc:inkChg chg="add topLvl">
          <ac:chgData name="Aggie Menezes" userId="74619c95fa3483c9" providerId="LiveId" clId="{D3128F82-6912-0F40-BAD3-A276DA5466DC}" dt="2021-03-16T08:23:21.770" v="1745"/>
          <ac:inkMkLst>
            <pc:docMk/>
            <pc:sldMk cId="2021195293" sldId="313"/>
            <ac:inkMk id="11" creationId="{734EEB44-22C0-8247-B4D0-FEBC1D172E7C}"/>
          </ac:inkMkLst>
        </pc:inkChg>
        <pc:inkChg chg="add topLvl">
          <ac:chgData name="Aggie Menezes" userId="74619c95fa3483c9" providerId="LiveId" clId="{D3128F82-6912-0F40-BAD3-A276DA5466DC}" dt="2021-03-16T08:23:21.770" v="1745"/>
          <ac:inkMkLst>
            <pc:docMk/>
            <pc:sldMk cId="2021195293" sldId="313"/>
            <ac:inkMk id="12" creationId="{1D15D561-33BF-7240-8FF4-C0F865F6B693}"/>
          </ac:inkMkLst>
        </pc:inkChg>
        <pc:inkChg chg="add topLvl">
          <ac:chgData name="Aggie Menezes" userId="74619c95fa3483c9" providerId="LiveId" clId="{D3128F82-6912-0F40-BAD3-A276DA5466DC}" dt="2021-03-16T08:23:21.770" v="1745"/>
          <ac:inkMkLst>
            <pc:docMk/>
            <pc:sldMk cId="2021195293" sldId="313"/>
            <ac:inkMk id="13" creationId="{61F6A741-1494-0B41-82FE-2E7402355A02}"/>
          </ac:inkMkLst>
        </pc:inkChg>
        <pc:inkChg chg="add topLvl">
          <ac:chgData name="Aggie Menezes" userId="74619c95fa3483c9" providerId="LiveId" clId="{D3128F82-6912-0F40-BAD3-A276DA5466DC}" dt="2021-03-16T08:23:21.770" v="1745"/>
          <ac:inkMkLst>
            <pc:docMk/>
            <pc:sldMk cId="2021195293" sldId="313"/>
            <ac:inkMk id="14" creationId="{563FB6B1-548C-8F49-B4DE-8816FCC9E1DA}"/>
          </ac:inkMkLst>
        </pc:inkChg>
        <pc:inkChg chg="add topLvl">
          <ac:chgData name="Aggie Menezes" userId="74619c95fa3483c9" providerId="LiveId" clId="{D3128F82-6912-0F40-BAD3-A276DA5466DC}" dt="2021-03-16T08:23:21.770" v="1745"/>
          <ac:inkMkLst>
            <pc:docMk/>
            <pc:sldMk cId="2021195293" sldId="313"/>
            <ac:inkMk id="15" creationId="{234AB742-2384-1940-B878-22F3B67B7317}"/>
          </ac:inkMkLst>
        </pc:inkChg>
        <pc:inkChg chg="add topLvl">
          <ac:chgData name="Aggie Menezes" userId="74619c95fa3483c9" providerId="LiveId" clId="{D3128F82-6912-0F40-BAD3-A276DA5466DC}" dt="2021-03-16T08:23:21.770" v="1745"/>
          <ac:inkMkLst>
            <pc:docMk/>
            <pc:sldMk cId="2021195293" sldId="313"/>
            <ac:inkMk id="16" creationId="{4CF8C402-6181-D14F-9DE7-8F3E2E23B7ED}"/>
          </ac:inkMkLst>
        </pc:inkChg>
        <pc:inkChg chg="add topLvl">
          <ac:chgData name="Aggie Menezes" userId="74619c95fa3483c9" providerId="LiveId" clId="{D3128F82-6912-0F40-BAD3-A276DA5466DC}" dt="2021-03-16T08:23:21.770" v="1745"/>
          <ac:inkMkLst>
            <pc:docMk/>
            <pc:sldMk cId="2021195293" sldId="313"/>
            <ac:inkMk id="17" creationId="{41EC4C78-9738-7147-8ED3-0D8BEBE2D93E}"/>
          </ac:inkMkLst>
        </pc:inkChg>
        <pc:inkChg chg="add topLvl">
          <ac:chgData name="Aggie Menezes" userId="74619c95fa3483c9" providerId="LiveId" clId="{D3128F82-6912-0F40-BAD3-A276DA5466DC}" dt="2021-03-16T08:23:21.770" v="1745"/>
          <ac:inkMkLst>
            <pc:docMk/>
            <pc:sldMk cId="2021195293" sldId="313"/>
            <ac:inkMk id="19" creationId="{797FD82A-F4D2-8249-87CA-C3A595412B9A}"/>
          </ac:inkMkLst>
        </pc:inkChg>
        <pc:inkChg chg="add">
          <ac:chgData name="Aggie Menezes" userId="74619c95fa3483c9" providerId="LiveId" clId="{D3128F82-6912-0F40-BAD3-A276DA5466DC}" dt="2021-03-16T08:23:19.689" v="1742"/>
          <ac:inkMkLst>
            <pc:docMk/>
            <pc:sldMk cId="2021195293" sldId="313"/>
            <ac:inkMk id="21" creationId="{5B6ADFD0-1CF6-9849-A221-0E50BB7562EB}"/>
          </ac:inkMkLst>
        </pc:inkChg>
        <pc:inkChg chg="add">
          <ac:chgData name="Aggie Menezes" userId="74619c95fa3483c9" providerId="LiveId" clId="{D3128F82-6912-0F40-BAD3-A276DA5466DC}" dt="2021-03-16T08:23:20.535" v="1743"/>
          <ac:inkMkLst>
            <pc:docMk/>
            <pc:sldMk cId="2021195293" sldId="313"/>
            <ac:inkMk id="22" creationId="{64E08A9E-85AF-CB45-9406-F7F7B86F40C3}"/>
          </ac:inkMkLst>
        </pc:inkChg>
        <pc:inkChg chg="add">
          <ac:chgData name="Aggie Menezes" userId="74619c95fa3483c9" providerId="LiveId" clId="{D3128F82-6912-0F40-BAD3-A276DA5466DC}" dt="2021-03-16T08:23:20.859" v="1744"/>
          <ac:inkMkLst>
            <pc:docMk/>
            <pc:sldMk cId="2021195293" sldId="313"/>
            <ac:inkMk id="23" creationId="{45B4E1BE-5888-2C45-BA3C-F389D03E04C9}"/>
          </ac:inkMkLst>
        </pc:inkChg>
        <pc:inkChg chg="add">
          <ac:chgData name="Aggie Menezes" userId="74619c95fa3483c9" providerId="LiveId" clId="{D3128F82-6912-0F40-BAD3-A276DA5466DC}" dt="2021-03-16T08:23:33.223" v="1746"/>
          <ac:inkMkLst>
            <pc:docMk/>
            <pc:sldMk cId="2021195293" sldId="313"/>
            <ac:inkMk id="25" creationId="{37150BF3-5A84-314B-A6FE-585F6500341F}"/>
          </ac:inkMkLst>
        </pc:inkChg>
        <pc:inkChg chg="add">
          <ac:chgData name="Aggie Menezes" userId="74619c95fa3483c9" providerId="LiveId" clId="{D3128F82-6912-0F40-BAD3-A276DA5466DC}" dt="2021-03-16T08:23:33.900" v="1747"/>
          <ac:inkMkLst>
            <pc:docMk/>
            <pc:sldMk cId="2021195293" sldId="313"/>
            <ac:inkMk id="26" creationId="{794F8297-77A0-8344-8F07-4C27FC61F221}"/>
          </ac:inkMkLst>
        </pc:inkChg>
        <pc:inkChg chg="add">
          <ac:chgData name="Aggie Menezes" userId="74619c95fa3483c9" providerId="LiveId" clId="{D3128F82-6912-0F40-BAD3-A276DA5466DC}" dt="2021-03-16T08:23:34.391" v="1748"/>
          <ac:inkMkLst>
            <pc:docMk/>
            <pc:sldMk cId="2021195293" sldId="313"/>
            <ac:inkMk id="27" creationId="{62A6DCDA-F5F6-AF46-A04E-1ACE734ED73B}"/>
          </ac:inkMkLst>
        </pc:inkChg>
        <pc:inkChg chg="add">
          <ac:chgData name="Aggie Menezes" userId="74619c95fa3483c9" providerId="LiveId" clId="{D3128F82-6912-0F40-BAD3-A276DA5466DC}" dt="2021-03-16T08:23:34.701" v="1749"/>
          <ac:inkMkLst>
            <pc:docMk/>
            <pc:sldMk cId="2021195293" sldId="313"/>
            <ac:inkMk id="28" creationId="{339F24D2-B9E4-634B-AD80-68503FE21F44}"/>
          </ac:inkMkLst>
        </pc:inkChg>
        <pc:inkChg chg="add">
          <ac:chgData name="Aggie Menezes" userId="74619c95fa3483c9" providerId="LiveId" clId="{D3128F82-6912-0F40-BAD3-A276DA5466DC}" dt="2021-03-16T08:23:35.302" v="1750"/>
          <ac:inkMkLst>
            <pc:docMk/>
            <pc:sldMk cId="2021195293" sldId="313"/>
            <ac:inkMk id="29" creationId="{626A250C-B130-6745-816E-DEA9EEF8F00B}"/>
          </ac:inkMkLst>
        </pc:inkChg>
        <pc:inkChg chg="add">
          <ac:chgData name="Aggie Menezes" userId="74619c95fa3483c9" providerId="LiveId" clId="{D3128F82-6912-0F40-BAD3-A276DA5466DC}" dt="2021-03-16T08:23:35.585" v="1751"/>
          <ac:inkMkLst>
            <pc:docMk/>
            <pc:sldMk cId="2021195293" sldId="313"/>
            <ac:inkMk id="30" creationId="{A2457CFE-AF58-9045-9B1C-DE8EFC668284}"/>
          </ac:inkMkLst>
        </pc:inkChg>
        <pc:inkChg chg="add">
          <ac:chgData name="Aggie Menezes" userId="74619c95fa3483c9" providerId="LiveId" clId="{D3128F82-6912-0F40-BAD3-A276DA5466DC}" dt="2021-03-16T08:23:35.761" v="1752"/>
          <ac:inkMkLst>
            <pc:docMk/>
            <pc:sldMk cId="2021195293" sldId="313"/>
            <ac:inkMk id="31" creationId="{44B8E049-6F2A-3446-BFB5-EF0EC04109CE}"/>
          </ac:inkMkLst>
        </pc:inkChg>
        <pc:inkChg chg="add">
          <ac:chgData name="Aggie Menezes" userId="74619c95fa3483c9" providerId="LiveId" clId="{D3128F82-6912-0F40-BAD3-A276DA5466DC}" dt="2021-03-16T08:23:36.067" v="1753"/>
          <ac:inkMkLst>
            <pc:docMk/>
            <pc:sldMk cId="2021195293" sldId="313"/>
            <ac:inkMk id="32" creationId="{C65C59E0-6267-1E43-8F43-4C8262E6830A}"/>
          </ac:inkMkLst>
        </pc:inkChg>
        <pc:inkChg chg="add">
          <ac:chgData name="Aggie Menezes" userId="74619c95fa3483c9" providerId="LiveId" clId="{D3128F82-6912-0F40-BAD3-A276DA5466DC}" dt="2021-03-16T08:23:36.230" v="1754"/>
          <ac:inkMkLst>
            <pc:docMk/>
            <pc:sldMk cId="2021195293" sldId="313"/>
            <ac:inkMk id="33" creationId="{003946B5-63F3-8342-86A6-6A254019CC44}"/>
          </ac:inkMkLst>
        </pc:inkChg>
        <pc:inkChg chg="add">
          <ac:chgData name="Aggie Menezes" userId="74619c95fa3483c9" providerId="LiveId" clId="{D3128F82-6912-0F40-BAD3-A276DA5466DC}" dt="2021-03-16T08:23:45.894" v="1756"/>
          <ac:inkMkLst>
            <pc:docMk/>
            <pc:sldMk cId="2021195293" sldId="313"/>
            <ac:inkMk id="35" creationId="{947D8E09-0D2C-954C-8AB0-313D5D634BEC}"/>
          </ac:inkMkLst>
        </pc:inkChg>
        <pc:inkChg chg="add">
          <ac:chgData name="Aggie Menezes" userId="74619c95fa3483c9" providerId="LiveId" clId="{D3128F82-6912-0F40-BAD3-A276DA5466DC}" dt="2021-03-16T08:23:46.417" v="1757"/>
          <ac:inkMkLst>
            <pc:docMk/>
            <pc:sldMk cId="2021195293" sldId="313"/>
            <ac:inkMk id="36" creationId="{F1328AAA-0957-7B42-A06F-1885FA2D74C5}"/>
          </ac:inkMkLst>
        </pc:inkChg>
        <pc:inkChg chg="add">
          <ac:chgData name="Aggie Menezes" userId="74619c95fa3483c9" providerId="LiveId" clId="{D3128F82-6912-0F40-BAD3-A276DA5466DC}" dt="2021-03-16T08:23:46.728" v="1758"/>
          <ac:inkMkLst>
            <pc:docMk/>
            <pc:sldMk cId="2021195293" sldId="313"/>
            <ac:inkMk id="37" creationId="{5F6C2D97-432C-B743-8893-FD838BB9A463}"/>
          </ac:inkMkLst>
        </pc:inkChg>
        <pc:inkChg chg="add">
          <ac:chgData name="Aggie Menezes" userId="74619c95fa3483c9" providerId="LiveId" clId="{D3128F82-6912-0F40-BAD3-A276DA5466DC}" dt="2021-03-16T08:23:47.070" v="1759"/>
          <ac:inkMkLst>
            <pc:docMk/>
            <pc:sldMk cId="2021195293" sldId="313"/>
            <ac:inkMk id="38" creationId="{046FF4C7-809E-1945-A7F1-35A0B8DF6335}"/>
          </ac:inkMkLst>
        </pc:inkChg>
        <pc:inkChg chg="add">
          <ac:chgData name="Aggie Menezes" userId="74619c95fa3483c9" providerId="LiveId" clId="{D3128F82-6912-0F40-BAD3-A276DA5466DC}" dt="2021-03-16T08:23:49.983" v="1761"/>
          <ac:inkMkLst>
            <pc:docMk/>
            <pc:sldMk cId="2021195293" sldId="313"/>
            <ac:inkMk id="40" creationId="{2C3274EF-A575-074A-AFE2-021378806F60}"/>
          </ac:inkMkLst>
        </pc:inkChg>
        <pc:inkChg chg="add">
          <ac:chgData name="Aggie Menezes" userId="74619c95fa3483c9" providerId="LiveId" clId="{D3128F82-6912-0F40-BAD3-A276DA5466DC}" dt="2021-03-16T08:23:51.625" v="1762"/>
          <ac:inkMkLst>
            <pc:docMk/>
            <pc:sldMk cId="2021195293" sldId="313"/>
            <ac:inkMk id="41" creationId="{12041233-601D-1346-AF70-97AF7F3BEFC1}"/>
          </ac:inkMkLst>
        </pc:inkChg>
        <pc:inkChg chg="add">
          <ac:chgData name="Aggie Menezes" userId="74619c95fa3483c9" providerId="LiveId" clId="{D3128F82-6912-0F40-BAD3-A276DA5466DC}" dt="2021-03-16T08:23:52.145" v="1763"/>
          <ac:inkMkLst>
            <pc:docMk/>
            <pc:sldMk cId="2021195293" sldId="313"/>
            <ac:inkMk id="42" creationId="{14444490-5223-2D4A-9084-399B8A5E55D6}"/>
          </ac:inkMkLst>
        </pc:inkChg>
        <pc:inkChg chg="add">
          <ac:chgData name="Aggie Menezes" userId="74619c95fa3483c9" providerId="LiveId" clId="{D3128F82-6912-0F40-BAD3-A276DA5466DC}" dt="2021-03-16T08:23:52.778" v="1764"/>
          <ac:inkMkLst>
            <pc:docMk/>
            <pc:sldMk cId="2021195293" sldId="313"/>
            <ac:inkMk id="43" creationId="{BB711B08-8CA4-2246-8484-92400B0A4F39}"/>
          </ac:inkMkLst>
        </pc:inkChg>
        <pc:inkChg chg="add topLvl">
          <ac:chgData name="Aggie Menezes" userId="74619c95fa3483c9" providerId="LiveId" clId="{D3128F82-6912-0F40-BAD3-A276DA5466DC}" dt="2021-03-16T08:24:09.254" v="1771"/>
          <ac:inkMkLst>
            <pc:docMk/>
            <pc:sldMk cId="2021195293" sldId="313"/>
            <ac:inkMk id="45" creationId="{78620ED0-6A4E-754D-9CC0-AC6A71F1CD7B}"/>
          </ac:inkMkLst>
        </pc:inkChg>
        <pc:inkChg chg="add topLvl">
          <ac:chgData name="Aggie Menezes" userId="74619c95fa3483c9" providerId="LiveId" clId="{D3128F82-6912-0F40-BAD3-A276DA5466DC}" dt="2021-03-16T08:24:09.254" v="1771"/>
          <ac:inkMkLst>
            <pc:docMk/>
            <pc:sldMk cId="2021195293" sldId="313"/>
            <ac:inkMk id="46" creationId="{F9898D72-678D-014C-9731-0C5E9275CBE5}"/>
          </ac:inkMkLst>
        </pc:inkChg>
        <pc:inkChg chg="add">
          <ac:chgData name="Aggie Menezes" userId="74619c95fa3483c9" providerId="LiveId" clId="{D3128F82-6912-0F40-BAD3-A276DA5466DC}" dt="2021-03-16T08:24:04.835" v="1769"/>
          <ac:inkMkLst>
            <pc:docMk/>
            <pc:sldMk cId="2021195293" sldId="313"/>
            <ac:inkMk id="48" creationId="{5A024E51-32A8-7349-8DAB-5628F1F9643F}"/>
          </ac:inkMkLst>
        </pc:inkChg>
        <pc:inkChg chg="add">
          <ac:chgData name="Aggie Menezes" userId="74619c95fa3483c9" providerId="LiveId" clId="{D3128F82-6912-0F40-BAD3-A276DA5466DC}" dt="2021-03-16T08:24:08.721" v="1770"/>
          <ac:inkMkLst>
            <pc:docMk/>
            <pc:sldMk cId="2021195293" sldId="313"/>
            <ac:inkMk id="49" creationId="{9B0476C9-A830-A84D-B31F-BAD645F8BDB6}"/>
          </ac:inkMkLst>
        </pc:inkChg>
        <pc:inkChg chg="add">
          <ac:chgData name="Aggie Menezes" userId="74619c95fa3483c9" providerId="LiveId" clId="{D3128F82-6912-0F40-BAD3-A276DA5466DC}" dt="2021-03-16T08:24:14.932" v="1772"/>
          <ac:inkMkLst>
            <pc:docMk/>
            <pc:sldMk cId="2021195293" sldId="313"/>
            <ac:inkMk id="51" creationId="{A4261991-BDF9-5545-B02F-F26701975B17}"/>
          </ac:inkMkLst>
        </pc:inkChg>
        <pc:inkChg chg="add">
          <ac:chgData name="Aggie Menezes" userId="74619c95fa3483c9" providerId="LiveId" clId="{D3128F82-6912-0F40-BAD3-A276DA5466DC}" dt="2021-03-16T08:24:15.081" v="1773"/>
          <ac:inkMkLst>
            <pc:docMk/>
            <pc:sldMk cId="2021195293" sldId="313"/>
            <ac:inkMk id="52" creationId="{2E23F490-8C01-C74D-847A-2CE588BF6B5B}"/>
          </ac:inkMkLst>
        </pc:inkChg>
        <pc:inkChg chg="add topLvl">
          <ac:chgData name="Aggie Menezes" userId="74619c95fa3483c9" providerId="LiveId" clId="{D3128F82-6912-0F40-BAD3-A276DA5466DC}" dt="2021-03-16T08:24:22.757" v="1782"/>
          <ac:inkMkLst>
            <pc:docMk/>
            <pc:sldMk cId="2021195293" sldId="313"/>
            <ac:inkMk id="53" creationId="{B06241F9-C84D-7043-940B-E65890080A7D}"/>
          </ac:inkMkLst>
        </pc:inkChg>
        <pc:inkChg chg="add topLvl">
          <ac:chgData name="Aggie Menezes" userId="74619c95fa3483c9" providerId="LiveId" clId="{D3128F82-6912-0F40-BAD3-A276DA5466DC}" dt="2021-03-16T08:24:22.757" v="1782"/>
          <ac:inkMkLst>
            <pc:docMk/>
            <pc:sldMk cId="2021195293" sldId="313"/>
            <ac:inkMk id="54" creationId="{0D03B795-DDD2-B043-A413-6B2BBA1F1535}"/>
          </ac:inkMkLst>
        </pc:inkChg>
        <pc:inkChg chg="add topLvl">
          <ac:chgData name="Aggie Menezes" userId="74619c95fa3483c9" providerId="LiveId" clId="{D3128F82-6912-0F40-BAD3-A276DA5466DC}" dt="2021-03-16T08:24:22.757" v="1782"/>
          <ac:inkMkLst>
            <pc:docMk/>
            <pc:sldMk cId="2021195293" sldId="313"/>
            <ac:inkMk id="55" creationId="{482C62D3-9568-2E48-8425-469D6974FE76}"/>
          </ac:inkMkLst>
        </pc:inkChg>
        <pc:inkChg chg="add topLvl">
          <ac:chgData name="Aggie Menezes" userId="74619c95fa3483c9" providerId="LiveId" clId="{D3128F82-6912-0F40-BAD3-A276DA5466DC}" dt="2021-03-16T08:24:22.757" v="1782"/>
          <ac:inkMkLst>
            <pc:docMk/>
            <pc:sldMk cId="2021195293" sldId="313"/>
            <ac:inkMk id="56" creationId="{33E00A0B-81B6-2E49-818A-A592383EDEC5}"/>
          </ac:inkMkLst>
        </pc:inkChg>
        <pc:inkChg chg="add topLvl">
          <ac:chgData name="Aggie Menezes" userId="74619c95fa3483c9" providerId="LiveId" clId="{D3128F82-6912-0F40-BAD3-A276DA5466DC}" dt="2021-03-16T08:24:22.757" v="1782"/>
          <ac:inkMkLst>
            <pc:docMk/>
            <pc:sldMk cId="2021195293" sldId="313"/>
            <ac:inkMk id="57" creationId="{3F604C68-2399-6E4C-8CCD-F24452AA7D84}"/>
          </ac:inkMkLst>
        </pc:inkChg>
        <pc:inkChg chg="add">
          <ac:chgData name="Aggie Menezes" userId="74619c95fa3483c9" providerId="LiveId" clId="{D3128F82-6912-0F40-BAD3-A276DA5466DC}" dt="2021-03-16T08:24:21.649" v="1780"/>
          <ac:inkMkLst>
            <pc:docMk/>
            <pc:sldMk cId="2021195293" sldId="313"/>
            <ac:inkMk id="60" creationId="{AFF4951A-58AA-B448-A530-7784F1D9635E}"/>
          </ac:inkMkLst>
        </pc:inkChg>
        <pc:inkChg chg="add">
          <ac:chgData name="Aggie Menezes" userId="74619c95fa3483c9" providerId="LiveId" clId="{D3128F82-6912-0F40-BAD3-A276DA5466DC}" dt="2021-03-16T08:24:21.839" v="1781"/>
          <ac:inkMkLst>
            <pc:docMk/>
            <pc:sldMk cId="2021195293" sldId="313"/>
            <ac:inkMk id="61" creationId="{2675DDC6-0162-CB4D-9624-84115C8E9E39}"/>
          </ac:inkMkLst>
        </pc:inkChg>
        <pc:inkChg chg="add">
          <ac:chgData name="Aggie Menezes" userId="74619c95fa3483c9" providerId="LiveId" clId="{D3128F82-6912-0F40-BAD3-A276DA5466DC}" dt="2021-03-16T08:24:24.644" v="1783"/>
          <ac:inkMkLst>
            <pc:docMk/>
            <pc:sldMk cId="2021195293" sldId="313"/>
            <ac:inkMk id="63" creationId="{18CB7DA3-D2C3-CA41-B370-62FEFE58BDD6}"/>
          </ac:inkMkLst>
        </pc:inkChg>
        <pc:inkChg chg="add">
          <ac:chgData name="Aggie Menezes" userId="74619c95fa3483c9" providerId="LiveId" clId="{D3128F82-6912-0F40-BAD3-A276DA5466DC}" dt="2021-03-16T08:24:25.490" v="1784"/>
          <ac:inkMkLst>
            <pc:docMk/>
            <pc:sldMk cId="2021195293" sldId="313"/>
            <ac:inkMk id="64" creationId="{A30912E4-322F-B34B-BE2A-62C5F7B72CE9}"/>
          </ac:inkMkLst>
        </pc:inkChg>
        <pc:inkChg chg="add">
          <ac:chgData name="Aggie Menezes" userId="74619c95fa3483c9" providerId="LiveId" clId="{D3128F82-6912-0F40-BAD3-A276DA5466DC}" dt="2021-03-16T08:24:25.897" v="1785"/>
          <ac:inkMkLst>
            <pc:docMk/>
            <pc:sldMk cId="2021195293" sldId="313"/>
            <ac:inkMk id="65" creationId="{A33A4C4B-A968-EC41-89F6-D4B33B15EB07}"/>
          </ac:inkMkLst>
        </pc:inkChg>
        <pc:inkChg chg="add">
          <ac:chgData name="Aggie Menezes" userId="74619c95fa3483c9" providerId="LiveId" clId="{D3128F82-6912-0F40-BAD3-A276DA5466DC}" dt="2021-03-16T08:24:26.655" v="1786"/>
          <ac:inkMkLst>
            <pc:docMk/>
            <pc:sldMk cId="2021195293" sldId="313"/>
            <ac:inkMk id="66" creationId="{27967234-07C0-784F-8500-634AB47848EC}"/>
          </ac:inkMkLst>
        </pc:inkChg>
        <pc:inkChg chg="add">
          <ac:chgData name="Aggie Menezes" userId="74619c95fa3483c9" providerId="LiveId" clId="{D3128F82-6912-0F40-BAD3-A276DA5466DC}" dt="2021-03-16T08:24:27.367" v="1787"/>
          <ac:inkMkLst>
            <pc:docMk/>
            <pc:sldMk cId="2021195293" sldId="313"/>
            <ac:inkMk id="67" creationId="{D34DF744-9385-DF41-8CE2-1976674E82D5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69" creationId="{95883FD7-1EEC-B649-BAAC-7BBB899E70D3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70" creationId="{AA0A3544-15B9-E948-86E1-9F249C206F4C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71" creationId="{6061613A-83EA-7B48-B545-97E98301D771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73" creationId="{07DAF322-4482-C344-8494-A15D5E603301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74" creationId="{06111801-1AA6-3C4F-B184-3D047F569338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75" creationId="{6320B450-93C3-A94F-95E0-079746A8D4C5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76" creationId="{57FB61C5-D35F-B04D-971D-398423331C2B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77" creationId="{8259767D-23D0-FA47-8FB4-7861C10B250C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79" creationId="{5EE52399-1F38-BA42-BA88-F46B1745E236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80" creationId="{CD842344-5B52-BC47-AC31-77A1F04FE797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82" creationId="{66FF5E41-10A0-2C45-9DF4-830FA4DC6940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83" creationId="{B7CB6405-3DD8-9641-AE18-24F0FE1E7CBE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85" creationId="{9AF1B43F-11ED-FF41-B060-722425389B26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86" creationId="{56C75823-3817-6242-95C8-CC4D07FC8084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87" creationId="{92BF7D72-926E-7948-A038-971BE33C7E0B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89" creationId="{E6986637-9EDE-A243-83CA-31C21E3907EC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90" creationId="{BE21F2C9-2D2E-A543-A93B-6C90555D8E7B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92" creationId="{1DCCE247-85FC-1147-82ED-17F14C99E0DD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93" creationId="{03B1C08D-D759-424B-8217-C43CA6FFE665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94" creationId="{7FEA1C90-D5FB-0C40-A753-8EFFEE8082FF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96" creationId="{2D63213E-CE11-5F4C-8A5E-F1E410A14D01}"/>
          </ac:inkMkLst>
        </pc:inkChg>
        <pc:inkChg chg="add topLvl">
          <ac:chgData name="Aggie Menezes" userId="74619c95fa3483c9" providerId="LiveId" clId="{D3128F82-6912-0F40-BAD3-A276DA5466DC}" dt="2021-03-16T08:25:12.630" v="1821"/>
          <ac:inkMkLst>
            <pc:docMk/>
            <pc:sldMk cId="2021195293" sldId="313"/>
            <ac:inkMk id="97" creationId="{45031D6B-E3BA-A34C-8872-1D73B427270A}"/>
          </ac:inkMkLst>
        </pc:inkChg>
        <pc:inkChg chg="add">
          <ac:chgData name="Aggie Menezes" userId="74619c95fa3483c9" providerId="LiveId" clId="{D3128F82-6912-0F40-BAD3-A276DA5466DC}" dt="2021-03-16T08:25:11.003" v="1819"/>
          <ac:inkMkLst>
            <pc:docMk/>
            <pc:sldMk cId="2021195293" sldId="313"/>
            <ac:inkMk id="99" creationId="{62B04056-6F53-5C4C-A735-DC9CF6BDE1BC}"/>
          </ac:inkMkLst>
        </pc:inkChg>
        <pc:inkChg chg="add">
          <ac:chgData name="Aggie Menezes" userId="74619c95fa3483c9" providerId="LiveId" clId="{D3128F82-6912-0F40-BAD3-A276DA5466DC}" dt="2021-03-16T08:25:11.927" v="1820"/>
          <ac:inkMkLst>
            <pc:docMk/>
            <pc:sldMk cId="2021195293" sldId="313"/>
            <ac:inkMk id="100" creationId="{2883900A-70CE-7948-AABA-C2796F59CEA2}"/>
          </ac:inkMkLst>
        </pc:inkChg>
        <pc:inkChg chg="add">
          <ac:chgData name="Aggie Menezes" userId="74619c95fa3483c9" providerId="LiveId" clId="{D3128F82-6912-0F40-BAD3-A276DA5466DC}" dt="2021-03-16T08:25:15.136" v="1822"/>
          <ac:inkMkLst>
            <pc:docMk/>
            <pc:sldMk cId="2021195293" sldId="313"/>
            <ac:inkMk id="102" creationId="{63C9C222-CF5D-E84D-893B-9A51E9819CD2}"/>
          </ac:inkMkLst>
        </pc:inkChg>
        <pc:inkChg chg="add">
          <ac:chgData name="Aggie Menezes" userId="74619c95fa3483c9" providerId="LiveId" clId="{D3128F82-6912-0F40-BAD3-A276DA5466DC}" dt="2021-03-16T08:25:16.232" v="1823"/>
          <ac:inkMkLst>
            <pc:docMk/>
            <pc:sldMk cId="2021195293" sldId="313"/>
            <ac:inkMk id="103" creationId="{05BA348D-5FBA-1F46-A1B0-302CFF5A23F8}"/>
          </ac:inkMkLst>
        </pc:inkChg>
        <pc:inkChg chg="add">
          <ac:chgData name="Aggie Menezes" userId="74619c95fa3483c9" providerId="LiveId" clId="{D3128F82-6912-0F40-BAD3-A276DA5466DC}" dt="2021-03-16T08:25:16.441" v="1824"/>
          <ac:inkMkLst>
            <pc:docMk/>
            <pc:sldMk cId="2021195293" sldId="313"/>
            <ac:inkMk id="104" creationId="{72564F14-948A-CF48-9716-F795ACDF9F43}"/>
          </ac:inkMkLst>
        </pc:inkChg>
        <pc:inkChg chg="add">
          <ac:chgData name="Aggie Menezes" userId="74619c95fa3483c9" providerId="LiveId" clId="{D3128F82-6912-0F40-BAD3-A276DA5466DC}" dt="2021-03-16T08:25:16.882" v="1825"/>
          <ac:inkMkLst>
            <pc:docMk/>
            <pc:sldMk cId="2021195293" sldId="313"/>
            <ac:inkMk id="105" creationId="{9DEE6CE2-3DE4-0040-AFDC-6CBB64F10169}"/>
          </ac:inkMkLst>
        </pc:inkChg>
        <pc:inkChg chg="add">
          <ac:chgData name="Aggie Menezes" userId="74619c95fa3483c9" providerId="LiveId" clId="{D3128F82-6912-0F40-BAD3-A276DA5466DC}" dt="2021-03-16T08:25:17.249" v="1826"/>
          <ac:inkMkLst>
            <pc:docMk/>
            <pc:sldMk cId="2021195293" sldId="313"/>
            <ac:inkMk id="106" creationId="{3BF3B444-47D0-A04E-94CB-CE1D686B81D2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09" creationId="{89B66AB7-3E6E-FD43-8EA1-2074EECFAAD7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10" creationId="{714C1F36-9B86-3041-9BF4-EF93FF9B3DBB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11" creationId="{467F64C3-D36A-054D-85C0-CAADAB8816ED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12" creationId="{FA1E3084-FFAE-064B-A984-7C70128352DA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13" creationId="{501330E1-837C-3846-8E38-01979C75F31E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14" creationId="{F07AD778-8FCE-7F44-BCAD-F44EEAA022EE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15" creationId="{24DBE856-7864-6A47-B9C7-64382423B2D3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16" creationId="{52F169B9-5CED-FD42-B243-DD5C02C13917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18" creationId="{A810FCA5-F947-1C42-86D7-756A01C96285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19" creationId="{BD82AF80-6509-E442-8235-9EA116141E3E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20" creationId="{6560D0BA-8F01-D84B-916C-87440FB3773F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21" creationId="{1FF9C10C-E77B-A949-8F54-D961C5B30CCE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22" creationId="{08A1ED47-F2E7-8E49-B732-22CC945E5806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23" creationId="{2417429A-B1DC-A84C-8D90-9FF0096E222E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24" creationId="{370EE5BD-3371-3D40-B937-8BA8FF2A0507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25" creationId="{D4B49E65-6688-2D49-B065-C51BC5D9AD68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26" creationId="{B883E49C-1B29-6949-B215-7680A62CBE8C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28" creationId="{6DB7F5EA-FB76-4B44-A9A1-F83212F0FA16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30" creationId="{3990FFA1-644C-E243-8312-C852F543D3D2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32" creationId="{02DC5CDE-0738-D94D-AB9D-B9A1A67F1096}"/>
          </ac:inkMkLst>
        </pc:inkChg>
        <pc:inkChg chg="add topLvl">
          <ac:chgData name="Aggie Menezes" userId="74619c95fa3483c9" providerId="LiveId" clId="{D3128F82-6912-0F40-BAD3-A276DA5466DC}" dt="2021-03-16T08:25:57.350" v="1869"/>
          <ac:inkMkLst>
            <pc:docMk/>
            <pc:sldMk cId="2021195293" sldId="313"/>
            <ac:inkMk id="134" creationId="{CD2CDE86-2E3B-9646-95DA-C79EB468A843}"/>
          </ac:inkMkLst>
        </pc:inkChg>
        <pc:inkChg chg="add topLvl">
          <ac:chgData name="Aggie Menezes" userId="74619c95fa3483c9" providerId="LiveId" clId="{D3128F82-6912-0F40-BAD3-A276DA5466DC}" dt="2021-03-16T08:25:57.350" v="1869"/>
          <ac:inkMkLst>
            <pc:docMk/>
            <pc:sldMk cId="2021195293" sldId="313"/>
            <ac:inkMk id="135" creationId="{F5FE4DB6-58E9-5E43-9E76-B2A4B7BAF015}"/>
          </ac:inkMkLst>
        </pc:inkChg>
        <pc:inkChg chg="add topLvl">
          <ac:chgData name="Aggie Menezes" userId="74619c95fa3483c9" providerId="LiveId" clId="{D3128F82-6912-0F40-BAD3-A276DA5466DC}" dt="2021-03-16T08:25:57.350" v="1869"/>
          <ac:inkMkLst>
            <pc:docMk/>
            <pc:sldMk cId="2021195293" sldId="313"/>
            <ac:inkMk id="136" creationId="{062BA68B-5A17-FA4F-B52A-56D5B9B8F0B0}"/>
          </ac:inkMkLst>
        </pc:inkChg>
        <pc:inkChg chg="add topLvl">
          <ac:chgData name="Aggie Menezes" userId="74619c95fa3483c9" providerId="LiveId" clId="{D3128F82-6912-0F40-BAD3-A276DA5466DC}" dt="2021-03-16T08:25:57.350" v="1869"/>
          <ac:inkMkLst>
            <pc:docMk/>
            <pc:sldMk cId="2021195293" sldId="313"/>
            <ac:inkMk id="137" creationId="{B8A7CBA5-C847-1042-B273-A5D88B1DAE94}"/>
          </ac:inkMkLst>
        </pc:inkChg>
        <pc:inkChg chg="add topLvl">
          <ac:chgData name="Aggie Menezes" userId="74619c95fa3483c9" providerId="LiveId" clId="{D3128F82-6912-0F40-BAD3-A276DA5466DC}" dt="2021-03-16T08:25:57.350" v="1869"/>
          <ac:inkMkLst>
            <pc:docMk/>
            <pc:sldMk cId="2021195293" sldId="313"/>
            <ac:inkMk id="138" creationId="{E27C6B33-1B5F-AE47-9508-23354AA91D33}"/>
          </ac:inkMkLst>
        </pc:inkChg>
        <pc:inkChg chg="add topLvl">
          <ac:chgData name="Aggie Menezes" userId="74619c95fa3483c9" providerId="LiveId" clId="{D3128F82-6912-0F40-BAD3-A276DA5466DC}" dt="2021-03-16T08:25:57.350" v="1869"/>
          <ac:inkMkLst>
            <pc:docMk/>
            <pc:sldMk cId="2021195293" sldId="313"/>
            <ac:inkMk id="139" creationId="{3A577269-F4A3-C247-BA51-06F539C40BE2}"/>
          </ac:inkMkLst>
        </pc:inkChg>
        <pc:inkChg chg="add topLvl">
          <ac:chgData name="Aggie Menezes" userId="74619c95fa3483c9" providerId="LiveId" clId="{D3128F82-6912-0F40-BAD3-A276DA5466DC}" dt="2021-03-16T08:25:57.350" v="1869"/>
          <ac:inkMkLst>
            <pc:docMk/>
            <pc:sldMk cId="2021195293" sldId="313"/>
            <ac:inkMk id="140" creationId="{D09741C0-89A9-5F4A-8952-8201C094C6F6}"/>
          </ac:inkMkLst>
        </pc:inkChg>
        <pc:inkChg chg="add topLvl">
          <ac:chgData name="Aggie Menezes" userId="74619c95fa3483c9" providerId="LiveId" clId="{D3128F82-6912-0F40-BAD3-A276DA5466DC}" dt="2021-03-16T08:25:57.350" v="1869"/>
          <ac:inkMkLst>
            <pc:docMk/>
            <pc:sldMk cId="2021195293" sldId="313"/>
            <ac:inkMk id="141" creationId="{9AE52EA2-C616-A74B-B19C-048269796046}"/>
          </ac:inkMkLst>
        </pc:inkChg>
        <pc:inkChg chg="add topLvl">
          <ac:chgData name="Aggie Menezes" userId="74619c95fa3483c9" providerId="LiveId" clId="{D3128F82-6912-0F40-BAD3-A276DA5466DC}" dt="2021-03-16T08:25:57.350" v="1869"/>
          <ac:inkMkLst>
            <pc:docMk/>
            <pc:sldMk cId="2021195293" sldId="313"/>
            <ac:inkMk id="142" creationId="{D3901CE6-855F-2746-A4D9-7E48D4E2D049}"/>
          </ac:inkMkLst>
        </pc:inkChg>
        <pc:inkChg chg="add topLvl">
          <ac:chgData name="Aggie Menezes" userId="74619c95fa3483c9" providerId="LiveId" clId="{D3128F82-6912-0F40-BAD3-A276DA5466DC}" dt="2021-03-16T08:25:57.350" v="1869"/>
          <ac:inkMkLst>
            <pc:docMk/>
            <pc:sldMk cId="2021195293" sldId="313"/>
            <ac:inkMk id="144" creationId="{4D8256B9-3BFE-D444-B288-F8555A5A6E86}"/>
          </ac:inkMkLst>
        </pc:inkChg>
        <pc:inkChg chg="add topLvl">
          <ac:chgData name="Aggie Menezes" userId="74619c95fa3483c9" providerId="LiveId" clId="{D3128F82-6912-0F40-BAD3-A276DA5466DC}" dt="2021-03-16T08:25:57.350" v="1869"/>
          <ac:inkMkLst>
            <pc:docMk/>
            <pc:sldMk cId="2021195293" sldId="313"/>
            <ac:inkMk id="146" creationId="{366C78C4-8935-3C4D-A3ED-BD67FB60E5D7}"/>
          </ac:inkMkLst>
        </pc:inkChg>
        <pc:inkChg chg="add topLvl">
          <ac:chgData name="Aggie Menezes" userId="74619c95fa3483c9" providerId="LiveId" clId="{D3128F82-6912-0F40-BAD3-A276DA5466DC}" dt="2021-03-16T08:25:57.350" v="1869"/>
          <ac:inkMkLst>
            <pc:docMk/>
            <pc:sldMk cId="2021195293" sldId="313"/>
            <ac:inkMk id="147" creationId="{CAA15C1C-FB0E-6242-9EC4-AB519127F978}"/>
          </ac:inkMkLst>
        </pc:inkChg>
        <pc:inkChg chg="add">
          <ac:chgData name="Aggie Menezes" userId="74619c95fa3483c9" providerId="LiveId" clId="{D3128F82-6912-0F40-BAD3-A276DA5466DC}" dt="2021-03-16T08:25:56.811" v="1868"/>
          <ac:inkMkLst>
            <pc:docMk/>
            <pc:sldMk cId="2021195293" sldId="313"/>
            <ac:inkMk id="149" creationId="{E29F9CEF-0B24-724D-9006-EC922DEE0047}"/>
          </ac:inkMkLst>
        </pc:inkChg>
        <pc:inkChg chg="add topLvl">
          <ac:chgData name="Aggie Menezes" userId="74619c95fa3483c9" providerId="LiveId" clId="{D3128F82-6912-0F40-BAD3-A276DA5466DC}" dt="2021-03-16T08:26:20.608" v="1892"/>
          <ac:inkMkLst>
            <pc:docMk/>
            <pc:sldMk cId="2021195293" sldId="313"/>
            <ac:inkMk id="151" creationId="{AA4C9FE1-EB8F-C841-BA14-BD9438D8D376}"/>
          </ac:inkMkLst>
        </pc:inkChg>
        <pc:inkChg chg="add topLvl">
          <ac:chgData name="Aggie Menezes" userId="74619c95fa3483c9" providerId="LiveId" clId="{D3128F82-6912-0F40-BAD3-A276DA5466DC}" dt="2021-03-16T08:26:20.608" v="1892"/>
          <ac:inkMkLst>
            <pc:docMk/>
            <pc:sldMk cId="2021195293" sldId="313"/>
            <ac:inkMk id="152" creationId="{42E0AA56-F48C-4944-8EF2-C1DF1EEEDC54}"/>
          </ac:inkMkLst>
        </pc:inkChg>
        <pc:inkChg chg="add topLvl">
          <ac:chgData name="Aggie Menezes" userId="74619c95fa3483c9" providerId="LiveId" clId="{D3128F82-6912-0F40-BAD3-A276DA5466DC}" dt="2021-03-16T08:26:20.608" v="1892"/>
          <ac:inkMkLst>
            <pc:docMk/>
            <pc:sldMk cId="2021195293" sldId="313"/>
            <ac:inkMk id="154" creationId="{56BED555-DB77-E744-A6B0-DEF9DCBAA025}"/>
          </ac:inkMkLst>
        </pc:inkChg>
        <pc:inkChg chg="add topLvl">
          <ac:chgData name="Aggie Menezes" userId="74619c95fa3483c9" providerId="LiveId" clId="{D3128F82-6912-0F40-BAD3-A276DA5466DC}" dt="2021-03-16T08:26:20.608" v="1892"/>
          <ac:inkMkLst>
            <pc:docMk/>
            <pc:sldMk cId="2021195293" sldId="313"/>
            <ac:inkMk id="155" creationId="{F8579B69-9FD3-EE45-B909-9DA0409100EB}"/>
          </ac:inkMkLst>
        </pc:inkChg>
        <pc:inkChg chg="add topLvl">
          <ac:chgData name="Aggie Menezes" userId="74619c95fa3483c9" providerId="LiveId" clId="{D3128F82-6912-0F40-BAD3-A276DA5466DC}" dt="2021-03-16T08:26:20.608" v="1892"/>
          <ac:inkMkLst>
            <pc:docMk/>
            <pc:sldMk cId="2021195293" sldId="313"/>
            <ac:inkMk id="156" creationId="{2663AB41-690D-C74D-B368-3989E9DA4947}"/>
          </ac:inkMkLst>
        </pc:inkChg>
        <pc:inkChg chg="add topLvl">
          <ac:chgData name="Aggie Menezes" userId="74619c95fa3483c9" providerId="LiveId" clId="{D3128F82-6912-0F40-BAD3-A276DA5466DC}" dt="2021-03-16T08:26:20.608" v="1892"/>
          <ac:inkMkLst>
            <pc:docMk/>
            <pc:sldMk cId="2021195293" sldId="313"/>
            <ac:inkMk id="157" creationId="{67CEB3B1-2577-8949-A5D3-786A3F4401C2}"/>
          </ac:inkMkLst>
        </pc:inkChg>
        <pc:inkChg chg="add del">
          <ac:chgData name="Aggie Menezes" userId="74619c95fa3483c9" providerId="LiveId" clId="{D3128F82-6912-0F40-BAD3-A276DA5466DC}" dt="2021-03-16T08:26:14.080" v="1883"/>
          <ac:inkMkLst>
            <pc:docMk/>
            <pc:sldMk cId="2021195293" sldId="313"/>
            <ac:inkMk id="158" creationId="{660D8BFA-F499-7440-9CD1-E0ACA7DD1AD6}"/>
          </ac:inkMkLst>
        </pc:inkChg>
        <pc:inkChg chg="add del">
          <ac:chgData name="Aggie Menezes" userId="74619c95fa3483c9" providerId="LiveId" clId="{D3128F82-6912-0F40-BAD3-A276DA5466DC}" dt="2021-03-16T08:26:14.071" v="1881"/>
          <ac:inkMkLst>
            <pc:docMk/>
            <pc:sldMk cId="2021195293" sldId="313"/>
            <ac:inkMk id="159" creationId="{FB1698CF-9B4E-7844-89B9-330B62B130DA}"/>
          </ac:inkMkLst>
        </pc:inkChg>
        <pc:inkChg chg="add del">
          <ac:chgData name="Aggie Menezes" userId="74619c95fa3483c9" providerId="LiveId" clId="{D3128F82-6912-0F40-BAD3-A276DA5466DC}" dt="2021-03-16T08:26:14.076" v="1882"/>
          <ac:inkMkLst>
            <pc:docMk/>
            <pc:sldMk cId="2021195293" sldId="313"/>
            <ac:inkMk id="160" creationId="{6D0BCBEF-3495-F546-887F-C8DCB3C6588C}"/>
          </ac:inkMkLst>
        </pc:inkChg>
        <pc:inkChg chg="add topLvl">
          <ac:chgData name="Aggie Menezes" userId="74619c95fa3483c9" providerId="LiveId" clId="{D3128F82-6912-0F40-BAD3-A276DA5466DC}" dt="2021-03-16T08:26:20.608" v="1892"/>
          <ac:inkMkLst>
            <pc:docMk/>
            <pc:sldMk cId="2021195293" sldId="313"/>
            <ac:inkMk id="162" creationId="{DD341DB2-1ECD-FB4F-8C15-9944A40475F6}"/>
          </ac:inkMkLst>
        </pc:inkChg>
        <pc:inkChg chg="add topLvl">
          <ac:chgData name="Aggie Menezes" userId="74619c95fa3483c9" providerId="LiveId" clId="{D3128F82-6912-0F40-BAD3-A276DA5466DC}" dt="2021-03-16T08:26:20.608" v="1892"/>
          <ac:inkMkLst>
            <pc:docMk/>
            <pc:sldMk cId="2021195293" sldId="313"/>
            <ac:inkMk id="164" creationId="{F7FAD712-03FE-7946-A736-0B729ED371AF}"/>
          </ac:inkMkLst>
        </pc:inkChg>
        <pc:inkChg chg="add">
          <ac:chgData name="Aggie Menezes" userId="74619c95fa3483c9" providerId="LiveId" clId="{D3128F82-6912-0F40-BAD3-A276DA5466DC}" dt="2021-03-16T08:26:18.441" v="1888"/>
          <ac:inkMkLst>
            <pc:docMk/>
            <pc:sldMk cId="2021195293" sldId="313"/>
            <ac:inkMk id="166" creationId="{05AF2966-9DD6-A345-9D98-145DE24E9821}"/>
          </ac:inkMkLst>
        </pc:inkChg>
        <pc:inkChg chg="add">
          <ac:chgData name="Aggie Menezes" userId="74619c95fa3483c9" providerId="LiveId" clId="{D3128F82-6912-0F40-BAD3-A276DA5466DC}" dt="2021-03-16T08:26:18.761" v="1889"/>
          <ac:inkMkLst>
            <pc:docMk/>
            <pc:sldMk cId="2021195293" sldId="313"/>
            <ac:inkMk id="167" creationId="{EF2CDACA-11EF-0A44-B035-3AEC47258ECE}"/>
          </ac:inkMkLst>
        </pc:inkChg>
        <pc:inkChg chg="add">
          <ac:chgData name="Aggie Menezes" userId="74619c95fa3483c9" providerId="LiveId" clId="{D3128F82-6912-0F40-BAD3-A276DA5466DC}" dt="2021-03-16T08:26:19.073" v="1890"/>
          <ac:inkMkLst>
            <pc:docMk/>
            <pc:sldMk cId="2021195293" sldId="313"/>
            <ac:inkMk id="168" creationId="{5100CDE2-252B-FA46-AE0A-F1E7CFACA841}"/>
          </ac:inkMkLst>
        </pc:inkChg>
        <pc:inkChg chg="add">
          <ac:chgData name="Aggie Menezes" userId="74619c95fa3483c9" providerId="LiveId" clId="{D3128F82-6912-0F40-BAD3-A276DA5466DC}" dt="2021-03-16T08:26:19.922" v="1891"/>
          <ac:inkMkLst>
            <pc:docMk/>
            <pc:sldMk cId="2021195293" sldId="313"/>
            <ac:inkMk id="169" creationId="{4F8D04F4-98E6-1544-8821-796B16EECDCD}"/>
          </ac:inkMkLst>
        </pc:inkChg>
        <pc:inkChg chg="add topLvl">
          <ac:chgData name="Aggie Menezes" userId="74619c95fa3483c9" providerId="LiveId" clId="{D3128F82-6912-0F40-BAD3-A276DA5466DC}" dt="2021-03-16T08:26:45.128" v="1905"/>
          <ac:inkMkLst>
            <pc:docMk/>
            <pc:sldMk cId="2021195293" sldId="313"/>
            <ac:inkMk id="171" creationId="{FB909509-2DBB-2641-A9A8-F2038C206665}"/>
          </ac:inkMkLst>
        </pc:inkChg>
        <pc:inkChg chg="add topLvl">
          <ac:chgData name="Aggie Menezes" userId="74619c95fa3483c9" providerId="LiveId" clId="{D3128F82-6912-0F40-BAD3-A276DA5466DC}" dt="2021-03-16T08:26:45.128" v="1905"/>
          <ac:inkMkLst>
            <pc:docMk/>
            <pc:sldMk cId="2021195293" sldId="313"/>
            <ac:inkMk id="172" creationId="{089A2EE1-2994-C347-9A60-05ACE161FA11}"/>
          </ac:inkMkLst>
        </pc:inkChg>
        <pc:inkChg chg="add topLvl">
          <ac:chgData name="Aggie Menezes" userId="74619c95fa3483c9" providerId="LiveId" clId="{D3128F82-6912-0F40-BAD3-A276DA5466DC}" dt="2021-03-16T08:26:45.128" v="1905"/>
          <ac:inkMkLst>
            <pc:docMk/>
            <pc:sldMk cId="2021195293" sldId="313"/>
            <ac:inkMk id="173" creationId="{A949D995-3FC9-FB41-94E7-C13F95E6545A}"/>
          </ac:inkMkLst>
        </pc:inkChg>
        <pc:inkChg chg="add topLvl">
          <ac:chgData name="Aggie Menezes" userId="74619c95fa3483c9" providerId="LiveId" clId="{D3128F82-6912-0F40-BAD3-A276DA5466DC}" dt="2021-03-16T08:26:45.128" v="1905"/>
          <ac:inkMkLst>
            <pc:docMk/>
            <pc:sldMk cId="2021195293" sldId="313"/>
            <ac:inkMk id="174" creationId="{84D5D43E-8E37-414D-AF64-CAAA8E7D4CAF}"/>
          </ac:inkMkLst>
        </pc:inkChg>
        <pc:inkChg chg="add topLvl">
          <ac:chgData name="Aggie Menezes" userId="74619c95fa3483c9" providerId="LiveId" clId="{D3128F82-6912-0F40-BAD3-A276DA5466DC}" dt="2021-03-16T08:26:45.128" v="1905"/>
          <ac:inkMkLst>
            <pc:docMk/>
            <pc:sldMk cId="2021195293" sldId="313"/>
            <ac:inkMk id="175" creationId="{90559E8F-3A87-DB42-AD78-7FB8A7EEA5B6}"/>
          </ac:inkMkLst>
        </pc:inkChg>
        <pc:inkChg chg="add topLvl">
          <ac:chgData name="Aggie Menezes" userId="74619c95fa3483c9" providerId="LiveId" clId="{D3128F82-6912-0F40-BAD3-A276DA5466DC}" dt="2021-03-16T08:26:45.128" v="1905"/>
          <ac:inkMkLst>
            <pc:docMk/>
            <pc:sldMk cId="2021195293" sldId="313"/>
            <ac:inkMk id="177" creationId="{4592CB0D-20CC-A944-A5B6-C16953FD88D0}"/>
          </ac:inkMkLst>
        </pc:inkChg>
        <pc:inkChg chg="add topLvl">
          <ac:chgData name="Aggie Menezes" userId="74619c95fa3483c9" providerId="LiveId" clId="{D3128F82-6912-0F40-BAD3-A276DA5466DC}" dt="2021-03-16T08:26:45.128" v="1905"/>
          <ac:inkMkLst>
            <pc:docMk/>
            <pc:sldMk cId="2021195293" sldId="313"/>
            <ac:inkMk id="178" creationId="{A4F2244F-E180-0446-BC92-4758FB545F46}"/>
          </ac:inkMkLst>
        </pc:inkChg>
        <pc:inkChg chg="add topLvl">
          <ac:chgData name="Aggie Menezes" userId="74619c95fa3483c9" providerId="LiveId" clId="{D3128F82-6912-0F40-BAD3-A276DA5466DC}" dt="2021-03-16T08:26:45.128" v="1905"/>
          <ac:inkMkLst>
            <pc:docMk/>
            <pc:sldMk cId="2021195293" sldId="313"/>
            <ac:inkMk id="179" creationId="{277661B9-5F7E-F34F-BF29-593B1D2A5D70}"/>
          </ac:inkMkLst>
        </pc:inkChg>
        <pc:inkChg chg="add topLvl">
          <ac:chgData name="Aggie Menezes" userId="74619c95fa3483c9" providerId="LiveId" clId="{D3128F82-6912-0F40-BAD3-A276DA5466DC}" dt="2021-03-16T08:26:45.128" v="1905"/>
          <ac:inkMkLst>
            <pc:docMk/>
            <pc:sldMk cId="2021195293" sldId="313"/>
            <ac:inkMk id="180" creationId="{1AD75803-76C2-0241-A3B6-B50146F18FAF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82" creationId="{906F5F74-5719-884A-A0AF-504C793628DA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84" creationId="{EA743AF2-8C1A-5647-8F8D-BE71262B80AF}"/>
          </ac:inkMkLst>
        </pc:inkChg>
        <pc:inkChg chg="add topLvl">
          <ac:chgData name="Aggie Menezes" userId="74619c95fa3483c9" providerId="LiveId" clId="{D3128F82-6912-0F40-BAD3-A276DA5466DC}" dt="2021-03-16T08:26:52.289" v="1910"/>
          <ac:inkMkLst>
            <pc:docMk/>
            <pc:sldMk cId="2021195293" sldId="313"/>
            <ac:inkMk id="185" creationId="{175D4B24-7EED-FE43-9A22-2C07E4BB15E4}"/>
          </ac:inkMkLst>
        </pc:inkChg>
        <pc:inkChg chg="add">
          <ac:chgData name="Aggie Menezes" userId="74619c95fa3483c9" providerId="LiveId" clId="{D3128F82-6912-0F40-BAD3-A276DA5466DC}" dt="2021-03-16T08:26:51.739" v="1909"/>
          <ac:inkMkLst>
            <pc:docMk/>
            <pc:sldMk cId="2021195293" sldId="313"/>
            <ac:inkMk id="187" creationId="{446D2649-7E82-2245-9007-D6626B0E0B28}"/>
          </ac:inkMkLst>
        </pc:inkChg>
        <pc:inkChg chg="add topLvl">
          <ac:chgData name="Aggie Menezes" userId="74619c95fa3483c9" providerId="LiveId" clId="{D3128F82-6912-0F40-BAD3-A276DA5466DC}" dt="2021-03-16T08:27:09.890" v="1925"/>
          <ac:inkMkLst>
            <pc:docMk/>
            <pc:sldMk cId="2021195293" sldId="313"/>
            <ac:inkMk id="189" creationId="{51C388F6-1BC6-2947-81CF-6CA8580C663D}"/>
          </ac:inkMkLst>
        </pc:inkChg>
        <pc:inkChg chg="add topLvl">
          <ac:chgData name="Aggie Menezes" userId="74619c95fa3483c9" providerId="LiveId" clId="{D3128F82-6912-0F40-BAD3-A276DA5466DC}" dt="2021-03-16T08:27:09.890" v="1925"/>
          <ac:inkMkLst>
            <pc:docMk/>
            <pc:sldMk cId="2021195293" sldId="313"/>
            <ac:inkMk id="190" creationId="{CA6FE846-E1A4-FB43-9097-4E6BC001635D}"/>
          </ac:inkMkLst>
        </pc:inkChg>
        <pc:inkChg chg="add topLvl">
          <ac:chgData name="Aggie Menezes" userId="74619c95fa3483c9" providerId="LiveId" clId="{D3128F82-6912-0F40-BAD3-A276DA5466DC}" dt="2021-03-16T08:27:09.890" v="1925"/>
          <ac:inkMkLst>
            <pc:docMk/>
            <pc:sldMk cId="2021195293" sldId="313"/>
            <ac:inkMk id="192" creationId="{4555DFED-21C6-394B-BD38-AF661A871C3E}"/>
          </ac:inkMkLst>
        </pc:inkChg>
        <pc:inkChg chg="add topLvl">
          <ac:chgData name="Aggie Menezes" userId="74619c95fa3483c9" providerId="LiveId" clId="{D3128F82-6912-0F40-BAD3-A276DA5466DC}" dt="2021-03-16T08:27:09.890" v="1925"/>
          <ac:inkMkLst>
            <pc:docMk/>
            <pc:sldMk cId="2021195293" sldId="313"/>
            <ac:inkMk id="194" creationId="{034B2AD3-3AC7-EC4A-A121-701541F8FEEC}"/>
          </ac:inkMkLst>
        </pc:inkChg>
        <pc:inkChg chg="add topLvl">
          <ac:chgData name="Aggie Menezes" userId="74619c95fa3483c9" providerId="LiveId" clId="{D3128F82-6912-0F40-BAD3-A276DA5466DC}" dt="2021-03-16T08:27:09.890" v="1925"/>
          <ac:inkMkLst>
            <pc:docMk/>
            <pc:sldMk cId="2021195293" sldId="313"/>
            <ac:inkMk id="195" creationId="{DD066E4E-B909-7342-A5B0-B442F973EEE6}"/>
          </ac:inkMkLst>
        </pc:inkChg>
        <pc:inkChg chg="add topLvl">
          <ac:chgData name="Aggie Menezes" userId="74619c95fa3483c9" providerId="LiveId" clId="{D3128F82-6912-0F40-BAD3-A276DA5466DC}" dt="2021-03-16T08:27:09.890" v="1925"/>
          <ac:inkMkLst>
            <pc:docMk/>
            <pc:sldMk cId="2021195293" sldId="313"/>
            <ac:inkMk id="197" creationId="{F692E0B9-03E5-F64A-B124-A1E599F3A6B1}"/>
          </ac:inkMkLst>
        </pc:inkChg>
        <pc:inkChg chg="add topLvl">
          <ac:chgData name="Aggie Menezes" userId="74619c95fa3483c9" providerId="LiveId" clId="{D3128F82-6912-0F40-BAD3-A276DA5466DC}" dt="2021-03-16T08:27:09.890" v="1925"/>
          <ac:inkMkLst>
            <pc:docMk/>
            <pc:sldMk cId="2021195293" sldId="313"/>
            <ac:inkMk id="198" creationId="{C239AB58-B342-E548-BEF2-E6B366C81493}"/>
          </ac:inkMkLst>
        </pc:inkChg>
        <pc:inkChg chg="add topLvl">
          <ac:chgData name="Aggie Menezes" userId="74619c95fa3483c9" providerId="LiveId" clId="{D3128F82-6912-0F40-BAD3-A276DA5466DC}" dt="2021-03-16T08:27:09.890" v="1925"/>
          <ac:inkMkLst>
            <pc:docMk/>
            <pc:sldMk cId="2021195293" sldId="313"/>
            <ac:inkMk id="200" creationId="{05CE9A97-41BF-3443-A769-844FF1F0A796}"/>
          </ac:inkMkLst>
        </pc:inkChg>
        <pc:inkChg chg="add">
          <ac:chgData name="Aggie Menezes" userId="74619c95fa3483c9" providerId="LiveId" clId="{D3128F82-6912-0F40-BAD3-A276DA5466DC}" dt="2021-03-16T08:27:09.355" v="1924"/>
          <ac:inkMkLst>
            <pc:docMk/>
            <pc:sldMk cId="2021195293" sldId="313"/>
            <ac:inkMk id="202" creationId="{F669E79D-4F8D-0D4B-8C98-83CDCF0FDB97}"/>
          </ac:inkMkLst>
        </pc:inkChg>
        <pc:inkChg chg="add topLvl">
          <ac:chgData name="Aggie Menezes" userId="74619c95fa3483c9" providerId="LiveId" clId="{D3128F82-6912-0F40-BAD3-A276DA5466DC}" dt="2021-03-16T08:27:23.710" v="1930"/>
          <ac:inkMkLst>
            <pc:docMk/>
            <pc:sldMk cId="2021195293" sldId="313"/>
            <ac:inkMk id="204" creationId="{143C0A99-0533-0E4C-8069-7B738D3ACB94}"/>
          </ac:inkMkLst>
        </pc:inkChg>
        <pc:inkChg chg="add topLvl">
          <ac:chgData name="Aggie Menezes" userId="74619c95fa3483c9" providerId="LiveId" clId="{D3128F82-6912-0F40-BAD3-A276DA5466DC}" dt="2021-03-16T08:27:23.710" v="1930"/>
          <ac:inkMkLst>
            <pc:docMk/>
            <pc:sldMk cId="2021195293" sldId="313"/>
            <ac:inkMk id="205" creationId="{4E533867-4A0E-DC4B-8C42-292F0FE7521D}"/>
          </ac:inkMkLst>
        </pc:inkChg>
        <pc:inkChg chg="add">
          <ac:chgData name="Aggie Menezes" userId="74619c95fa3483c9" providerId="LiveId" clId="{D3128F82-6912-0F40-BAD3-A276DA5466DC}" dt="2021-03-16T08:27:23.177" v="1929"/>
          <ac:inkMkLst>
            <pc:docMk/>
            <pc:sldMk cId="2021195293" sldId="313"/>
            <ac:inkMk id="207" creationId="{058C4516-9155-0D45-8559-0AAD99D70F0B}"/>
          </ac:inkMkLst>
        </pc:inkChg>
        <pc:inkChg chg="add topLvl">
          <ac:chgData name="Aggie Menezes" userId="74619c95fa3483c9" providerId="LiveId" clId="{D3128F82-6912-0F40-BAD3-A276DA5466DC}" dt="2021-03-16T08:27:33.710" v="1935"/>
          <ac:inkMkLst>
            <pc:docMk/>
            <pc:sldMk cId="2021195293" sldId="313"/>
            <ac:inkMk id="209" creationId="{A235498F-FEBB-E043-BC0E-034D3880E911}"/>
          </ac:inkMkLst>
        </pc:inkChg>
        <pc:inkChg chg="add topLvl">
          <ac:chgData name="Aggie Menezes" userId="74619c95fa3483c9" providerId="LiveId" clId="{D3128F82-6912-0F40-BAD3-A276DA5466DC}" dt="2021-03-16T08:27:33.710" v="1935"/>
          <ac:inkMkLst>
            <pc:docMk/>
            <pc:sldMk cId="2021195293" sldId="313"/>
            <ac:inkMk id="210" creationId="{1E7B18E3-E9E0-6F4B-B257-E91480357D97}"/>
          </ac:inkMkLst>
        </pc:inkChg>
        <pc:inkChg chg="add">
          <ac:chgData name="Aggie Menezes" userId="74619c95fa3483c9" providerId="LiveId" clId="{D3128F82-6912-0F40-BAD3-A276DA5466DC}" dt="2021-03-16T08:27:33.181" v="1934"/>
          <ac:inkMkLst>
            <pc:docMk/>
            <pc:sldMk cId="2021195293" sldId="313"/>
            <ac:inkMk id="212" creationId="{14C557C7-6BE0-3343-B23D-052C205F70B0}"/>
          </ac:inkMkLst>
        </pc:inkChg>
        <pc:inkChg chg="add">
          <ac:chgData name="Aggie Menezes" userId="74619c95fa3483c9" providerId="LiveId" clId="{D3128F82-6912-0F40-BAD3-A276DA5466DC}" dt="2021-03-16T08:27:40.065" v="1936"/>
          <ac:inkMkLst>
            <pc:docMk/>
            <pc:sldMk cId="2021195293" sldId="313"/>
            <ac:inkMk id="214" creationId="{6D80D093-8C6A-9340-81C7-F4D6CEA9713C}"/>
          </ac:inkMkLst>
        </pc:inkChg>
        <pc:inkChg chg="add">
          <ac:chgData name="Aggie Menezes" userId="74619c95fa3483c9" providerId="LiveId" clId="{D3128F82-6912-0F40-BAD3-A276DA5466DC}" dt="2021-03-16T08:27:42.052" v="1937"/>
          <ac:inkMkLst>
            <pc:docMk/>
            <pc:sldMk cId="2021195293" sldId="313"/>
            <ac:inkMk id="215" creationId="{53B93EBB-5A22-0B49-B480-D8681C6CCDC9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17" creationId="{AAE1B0ED-16E8-D440-87F9-37E7DC012441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18" creationId="{674E79FE-6757-9E42-9942-DD6DA19D91AA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19" creationId="{FCFCFA52-7F0E-FF4F-ABB9-DAFA81E161F5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21" creationId="{3EFBC428-57A9-244A-8607-2E7F1DFE379C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22" creationId="{93746FD4-0944-334D-8571-6D2F8FADD76B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23" creationId="{587E13FE-0085-234F-A920-655864CB2F0A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24" creationId="{0D9123BF-4C78-FE4D-8606-25C9AB1C12AC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25" creationId="{CC1DCFAC-6FF2-FC41-A721-C712B7AC0AF9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26" creationId="{6A507230-E84B-EE40-9A07-FBD129BB8D24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28" creationId="{AB936736-FBAC-9C44-86CE-AB23C6A8DE60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29" creationId="{25286456-4B51-5F45-80A1-3783B1C03443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30" creationId="{961AD150-BFEA-A847-8CEA-2662CAB0A079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31" creationId="{9175CEFF-561C-5F47-BB7B-F1CD9D356865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32" creationId="{4EDFE803-72FA-8A46-871E-944BABBDEEDD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33" creationId="{6FEB884C-95DC-2E4F-89D4-DC548F3D34F8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34" creationId="{5F34700C-77F8-7940-9561-552D527DA939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36" creationId="{7863D2C7-2E78-7A46-88ED-46631A0A8402}"/>
          </ac:inkMkLst>
        </pc:inkChg>
        <pc:inkChg chg="add topLvl">
          <ac:chgData name="Aggie Menezes" userId="74619c95fa3483c9" providerId="LiveId" clId="{D3128F82-6912-0F40-BAD3-A276DA5466DC}" dt="2021-03-16T08:27:54.638" v="1970"/>
          <ac:inkMkLst>
            <pc:docMk/>
            <pc:sldMk cId="2021195293" sldId="313"/>
            <ac:inkMk id="238" creationId="{ADD9B851-48F2-3D4A-9C4A-997550B0980D}"/>
          </ac:inkMkLst>
        </pc:inkChg>
        <pc:inkChg chg="add">
          <ac:chgData name="Aggie Menezes" userId="74619c95fa3483c9" providerId="LiveId" clId="{D3128F82-6912-0F40-BAD3-A276DA5466DC}" dt="2021-03-16T08:27:52.045" v="1962"/>
          <ac:inkMkLst>
            <pc:docMk/>
            <pc:sldMk cId="2021195293" sldId="313"/>
            <ac:inkMk id="240" creationId="{7FAFFE2F-F1AA-4743-8BAE-834D5CFD9C43}"/>
          </ac:inkMkLst>
        </pc:inkChg>
        <pc:inkChg chg="add">
          <ac:chgData name="Aggie Menezes" userId="74619c95fa3483c9" providerId="LiveId" clId="{D3128F82-6912-0F40-BAD3-A276DA5466DC}" dt="2021-03-16T08:27:52.304" v="1963"/>
          <ac:inkMkLst>
            <pc:docMk/>
            <pc:sldMk cId="2021195293" sldId="313"/>
            <ac:inkMk id="241" creationId="{BB5FF327-EE5C-7341-9F28-41072FDE83ED}"/>
          </ac:inkMkLst>
        </pc:inkChg>
        <pc:inkChg chg="add">
          <ac:chgData name="Aggie Menezes" userId="74619c95fa3483c9" providerId="LiveId" clId="{D3128F82-6912-0F40-BAD3-A276DA5466DC}" dt="2021-03-16T08:27:52.548" v="1964"/>
          <ac:inkMkLst>
            <pc:docMk/>
            <pc:sldMk cId="2021195293" sldId="313"/>
            <ac:inkMk id="242" creationId="{5670ED2A-E85D-324A-B09B-19488137D133}"/>
          </ac:inkMkLst>
        </pc:inkChg>
        <pc:inkChg chg="add">
          <ac:chgData name="Aggie Menezes" userId="74619c95fa3483c9" providerId="LiveId" clId="{D3128F82-6912-0F40-BAD3-A276DA5466DC}" dt="2021-03-16T08:27:52.751" v="1965"/>
          <ac:inkMkLst>
            <pc:docMk/>
            <pc:sldMk cId="2021195293" sldId="313"/>
            <ac:inkMk id="243" creationId="{B6F454DE-A206-7A4F-B807-B7555E117D08}"/>
          </ac:inkMkLst>
        </pc:inkChg>
        <pc:inkChg chg="add">
          <ac:chgData name="Aggie Menezes" userId="74619c95fa3483c9" providerId="LiveId" clId="{D3128F82-6912-0F40-BAD3-A276DA5466DC}" dt="2021-03-16T08:27:52.960" v="1966"/>
          <ac:inkMkLst>
            <pc:docMk/>
            <pc:sldMk cId="2021195293" sldId="313"/>
            <ac:inkMk id="244" creationId="{787B58DD-46C3-EB49-A1EB-79534E18C09A}"/>
          </ac:inkMkLst>
        </pc:inkChg>
        <pc:inkChg chg="add">
          <ac:chgData name="Aggie Menezes" userId="74619c95fa3483c9" providerId="LiveId" clId="{D3128F82-6912-0F40-BAD3-A276DA5466DC}" dt="2021-03-16T08:27:53.518" v="1967"/>
          <ac:inkMkLst>
            <pc:docMk/>
            <pc:sldMk cId="2021195293" sldId="313"/>
            <ac:inkMk id="245" creationId="{CFA179A6-2527-3442-9F57-AEC64E4908B8}"/>
          </ac:inkMkLst>
        </pc:inkChg>
        <pc:inkChg chg="add">
          <ac:chgData name="Aggie Menezes" userId="74619c95fa3483c9" providerId="LiveId" clId="{D3128F82-6912-0F40-BAD3-A276DA5466DC}" dt="2021-03-16T08:27:53.714" v="1968"/>
          <ac:inkMkLst>
            <pc:docMk/>
            <pc:sldMk cId="2021195293" sldId="313"/>
            <ac:inkMk id="246" creationId="{0F990F1F-A92C-F14B-B843-340E9ED1E375}"/>
          </ac:inkMkLst>
        </pc:inkChg>
        <pc:inkChg chg="add">
          <ac:chgData name="Aggie Menezes" userId="74619c95fa3483c9" providerId="LiveId" clId="{D3128F82-6912-0F40-BAD3-A276DA5466DC}" dt="2021-03-16T08:27:53.913" v="1969"/>
          <ac:inkMkLst>
            <pc:docMk/>
            <pc:sldMk cId="2021195293" sldId="313"/>
            <ac:inkMk id="247" creationId="{B010CEBE-D967-D14C-A3C4-505B8D53A621}"/>
          </ac:inkMkLst>
        </pc:inkChg>
        <pc:inkChg chg="add">
          <ac:chgData name="Aggie Menezes" userId="74619c95fa3483c9" providerId="LiveId" clId="{D3128F82-6912-0F40-BAD3-A276DA5466DC}" dt="2021-03-16T08:27:58.350" v="1971"/>
          <ac:inkMkLst>
            <pc:docMk/>
            <pc:sldMk cId="2021195293" sldId="313"/>
            <ac:inkMk id="249" creationId="{679F39E5-6245-9B4A-B4FB-5D7369F34CBC}"/>
          </ac:inkMkLst>
        </pc:inkChg>
        <pc:inkChg chg="add">
          <ac:chgData name="Aggie Menezes" userId="74619c95fa3483c9" providerId="LiveId" clId="{D3128F82-6912-0F40-BAD3-A276DA5466DC}" dt="2021-03-16T08:27:58.844" v="1972"/>
          <ac:inkMkLst>
            <pc:docMk/>
            <pc:sldMk cId="2021195293" sldId="313"/>
            <ac:inkMk id="250" creationId="{15F01C03-C3C9-654E-B21C-F7345108AF9B}"/>
          </ac:inkMkLst>
        </pc:inkChg>
        <pc:inkChg chg="add">
          <ac:chgData name="Aggie Menezes" userId="74619c95fa3483c9" providerId="LiveId" clId="{D3128F82-6912-0F40-BAD3-A276DA5466DC}" dt="2021-03-16T08:27:59.208" v="1973"/>
          <ac:inkMkLst>
            <pc:docMk/>
            <pc:sldMk cId="2021195293" sldId="313"/>
            <ac:inkMk id="251" creationId="{65E7C456-6448-A445-87EB-BC2C4AA651C5}"/>
          </ac:inkMkLst>
        </pc:inkChg>
        <pc:inkChg chg="add">
          <ac:chgData name="Aggie Menezes" userId="74619c95fa3483c9" providerId="LiveId" clId="{D3128F82-6912-0F40-BAD3-A276DA5466DC}" dt="2021-03-16T08:28:00.292" v="1974"/>
          <ac:inkMkLst>
            <pc:docMk/>
            <pc:sldMk cId="2021195293" sldId="313"/>
            <ac:inkMk id="252" creationId="{8C921869-A43A-F14D-9211-2178C5B9E82C}"/>
          </ac:inkMkLst>
        </pc:inkChg>
        <pc:inkChg chg="add">
          <ac:chgData name="Aggie Menezes" userId="74619c95fa3483c9" providerId="LiveId" clId="{D3128F82-6912-0F40-BAD3-A276DA5466DC}" dt="2021-03-16T08:28:00.883" v="1975"/>
          <ac:inkMkLst>
            <pc:docMk/>
            <pc:sldMk cId="2021195293" sldId="313"/>
            <ac:inkMk id="253" creationId="{9B93B876-ACF1-C442-84F6-06AAEF900A6D}"/>
          </ac:inkMkLst>
        </pc:inkChg>
      </pc:sldChg>
      <pc:sldChg chg="addSp delSp new">
        <pc:chgData name="Aggie Menezes" userId="74619c95fa3483c9" providerId="LiveId" clId="{D3128F82-6912-0F40-BAD3-A276DA5466DC}" dt="2021-03-18T10:33:38.344" v="3802"/>
        <pc:sldMkLst>
          <pc:docMk/>
          <pc:sldMk cId="3982951475" sldId="314"/>
        </pc:sldMkLst>
        <pc:grpChg chg="add del">
          <ac:chgData name="Aggie Menezes" userId="74619c95fa3483c9" providerId="LiveId" clId="{D3128F82-6912-0F40-BAD3-A276DA5466DC}" dt="2021-03-16T08:49:01.754" v="2357"/>
          <ac:grpSpMkLst>
            <pc:docMk/>
            <pc:sldMk cId="3982951475" sldId="314"/>
            <ac:grpSpMk id="11" creationId="{1343B508-42A4-D645-A6C0-F2A02E5DC8BD}"/>
          </ac:grpSpMkLst>
        </pc:grpChg>
        <pc:grpChg chg="add del">
          <ac:chgData name="Aggie Menezes" userId="74619c95fa3483c9" providerId="LiveId" clId="{D3128F82-6912-0F40-BAD3-A276DA5466DC}" dt="2021-03-16T08:49:34.248" v="2393"/>
          <ac:grpSpMkLst>
            <pc:docMk/>
            <pc:sldMk cId="3982951475" sldId="314"/>
            <ac:grpSpMk id="13" creationId="{E24B9B21-1879-894F-8AC4-ED4DD32178A9}"/>
          </ac:grpSpMkLst>
        </pc:grpChg>
        <pc:grpChg chg="add del">
          <ac:chgData name="Aggie Menezes" userId="74619c95fa3483c9" providerId="LiveId" clId="{D3128F82-6912-0F40-BAD3-A276DA5466DC}" dt="2021-03-16T08:49:34.248" v="2393"/>
          <ac:grpSpMkLst>
            <pc:docMk/>
            <pc:sldMk cId="3982951475" sldId="314"/>
            <ac:grpSpMk id="21" creationId="{8EE057CC-22FF-F149-8E57-EA1CA192B1B1}"/>
          </ac:grpSpMkLst>
        </pc:grpChg>
        <pc:grpChg chg="add del">
          <ac:chgData name="Aggie Menezes" userId="74619c95fa3483c9" providerId="LiveId" clId="{D3128F82-6912-0F40-BAD3-A276DA5466DC}" dt="2021-03-16T08:49:34.248" v="2393"/>
          <ac:grpSpMkLst>
            <pc:docMk/>
            <pc:sldMk cId="3982951475" sldId="314"/>
            <ac:grpSpMk id="33" creationId="{1E24A7E4-44E1-4546-A05E-E01B355A0755}"/>
          </ac:grpSpMkLst>
        </pc:grpChg>
        <pc:grpChg chg="add del">
          <ac:chgData name="Aggie Menezes" userId="74619c95fa3483c9" providerId="LiveId" clId="{D3128F82-6912-0F40-BAD3-A276DA5466DC}" dt="2021-03-16T08:49:34.248" v="2393"/>
          <ac:grpSpMkLst>
            <pc:docMk/>
            <pc:sldMk cId="3982951475" sldId="314"/>
            <ac:grpSpMk id="34" creationId="{59F9D62D-6EC9-5947-BE15-18A99916EFDA}"/>
          </ac:grpSpMkLst>
        </pc:grpChg>
        <pc:grpChg chg="add del">
          <ac:chgData name="Aggie Menezes" userId="74619c95fa3483c9" providerId="LiveId" clId="{D3128F82-6912-0F40-BAD3-A276DA5466DC}" dt="2021-03-16T08:49:37.355" v="2396"/>
          <ac:grpSpMkLst>
            <pc:docMk/>
            <pc:sldMk cId="3982951475" sldId="314"/>
            <ac:grpSpMk id="50" creationId="{6E323BEC-B29E-9848-946B-18A58C4F1165}"/>
          </ac:grpSpMkLst>
        </pc:grpChg>
        <pc:grpChg chg="add del">
          <ac:chgData name="Aggie Menezes" userId="74619c95fa3483c9" providerId="LiveId" clId="{D3128F82-6912-0F40-BAD3-A276DA5466DC}" dt="2021-03-16T08:49:41.070" v="2400"/>
          <ac:grpSpMkLst>
            <pc:docMk/>
            <pc:sldMk cId="3982951475" sldId="314"/>
            <ac:grpSpMk id="53" creationId="{500E6E14-818F-6044-9C20-C9858396F044}"/>
          </ac:grpSpMkLst>
        </pc:grpChg>
        <pc:grpChg chg="add del">
          <ac:chgData name="Aggie Menezes" userId="74619c95fa3483c9" providerId="LiveId" clId="{D3128F82-6912-0F40-BAD3-A276DA5466DC}" dt="2021-03-16T08:50:04.070" v="2420"/>
          <ac:grpSpMkLst>
            <pc:docMk/>
            <pc:sldMk cId="3982951475" sldId="314"/>
            <ac:grpSpMk id="57" creationId="{EC686439-8207-A74D-AE30-68239DCF4B94}"/>
          </ac:grpSpMkLst>
        </pc:grpChg>
        <pc:grpChg chg="add del">
          <ac:chgData name="Aggie Menezes" userId="74619c95fa3483c9" providerId="LiveId" clId="{D3128F82-6912-0F40-BAD3-A276DA5466DC}" dt="2021-03-16T08:50:00.791" v="2415"/>
          <ac:grpSpMkLst>
            <pc:docMk/>
            <pc:sldMk cId="3982951475" sldId="314"/>
            <ac:grpSpMk id="63" creationId="{6ECB3887-D2B0-4543-A900-8202F1C1E92B}"/>
          </ac:grpSpMkLst>
        </pc:grpChg>
        <pc:grpChg chg="add del">
          <ac:chgData name="Aggie Menezes" userId="74619c95fa3483c9" providerId="LiveId" clId="{D3128F82-6912-0F40-BAD3-A276DA5466DC}" dt="2021-03-16T08:50:01.888" v="2417"/>
          <ac:grpSpMkLst>
            <pc:docMk/>
            <pc:sldMk cId="3982951475" sldId="314"/>
            <ac:grpSpMk id="72" creationId="{3E3524B7-0D6A-E844-80C0-BAAB5903781B}"/>
          </ac:grpSpMkLst>
        </pc:grpChg>
        <pc:grpChg chg="add del">
          <ac:chgData name="Aggie Menezes" userId="74619c95fa3483c9" providerId="LiveId" clId="{D3128F82-6912-0F40-BAD3-A276DA5466DC}" dt="2021-03-16T08:50:04.070" v="2420"/>
          <ac:grpSpMkLst>
            <pc:docMk/>
            <pc:sldMk cId="3982951475" sldId="314"/>
            <ac:grpSpMk id="73" creationId="{0B7C404B-95F2-F54A-9D60-5F51B5D33305}"/>
          </ac:grpSpMkLst>
        </pc:grpChg>
        <pc:grpChg chg="add del">
          <ac:chgData name="Aggie Menezes" userId="74619c95fa3483c9" providerId="LiveId" clId="{D3128F82-6912-0F40-BAD3-A276DA5466DC}" dt="2021-03-18T10:33:24.911" v="3786"/>
          <ac:grpSpMkLst>
            <pc:docMk/>
            <pc:sldMk cId="3982951475" sldId="314"/>
            <ac:grpSpMk id="73" creationId="{51A03046-B938-2845-857F-0CB8AE9E216F}"/>
          </ac:grpSpMkLst>
        </pc:grpChg>
        <pc:grpChg chg="add">
          <ac:chgData name="Aggie Menezes" userId="74619c95fa3483c9" providerId="LiveId" clId="{D3128F82-6912-0F40-BAD3-A276DA5466DC}" dt="2021-03-18T10:33:23.958" v="3784"/>
          <ac:grpSpMkLst>
            <pc:docMk/>
            <pc:sldMk cId="3982951475" sldId="314"/>
            <ac:grpSpMk id="75" creationId="{5EE69080-B4F5-944A-94D7-9E9E857897F5}"/>
          </ac:grpSpMkLst>
        </pc:grpChg>
        <pc:grpChg chg="add del">
          <ac:chgData name="Aggie Menezes" userId="74619c95fa3483c9" providerId="LiveId" clId="{D3128F82-6912-0F40-BAD3-A276DA5466DC}" dt="2021-03-16T08:50:04.070" v="2420"/>
          <ac:grpSpMkLst>
            <pc:docMk/>
            <pc:sldMk cId="3982951475" sldId="314"/>
            <ac:grpSpMk id="75" creationId="{DC5E0867-6E84-B043-A9BD-37AB810A7134}"/>
          </ac:grpSpMkLst>
        </pc:grpChg>
        <pc:grpChg chg="add">
          <ac:chgData name="Aggie Menezes" userId="74619c95fa3483c9" providerId="LiveId" clId="{D3128F82-6912-0F40-BAD3-A276DA5466DC}" dt="2021-03-16T08:50:04.070" v="2420"/>
          <ac:grpSpMkLst>
            <pc:docMk/>
            <pc:sldMk cId="3982951475" sldId="314"/>
            <ac:grpSpMk id="78" creationId="{C61696E8-A886-EE40-AFA9-C7494A028586}"/>
          </ac:grpSpMkLst>
        </pc:grpChg>
        <pc:grpChg chg="add del">
          <ac:chgData name="Aggie Menezes" userId="74619c95fa3483c9" providerId="LiveId" clId="{D3128F82-6912-0F40-BAD3-A276DA5466DC}" dt="2021-03-16T08:50:28.989" v="2433"/>
          <ac:grpSpMkLst>
            <pc:docMk/>
            <pc:sldMk cId="3982951475" sldId="314"/>
            <ac:grpSpMk id="89" creationId="{74230E9B-8CF6-AA42-9EB7-223F0C3ED33D}"/>
          </ac:grpSpMkLst>
        </pc:grpChg>
        <pc:grpChg chg="add">
          <ac:chgData name="Aggie Menezes" userId="74619c95fa3483c9" providerId="LiveId" clId="{D3128F82-6912-0F40-BAD3-A276DA5466DC}" dt="2021-03-16T08:50:28.989" v="2433"/>
          <ac:grpSpMkLst>
            <pc:docMk/>
            <pc:sldMk cId="3982951475" sldId="314"/>
            <ac:grpSpMk id="91" creationId="{1B5859CA-C4B4-A14E-B173-0720E659621C}"/>
          </ac:grpSpMkLst>
        </pc:grpChg>
        <pc:grpChg chg="add del">
          <ac:chgData name="Aggie Menezes" userId="74619c95fa3483c9" providerId="LiveId" clId="{D3128F82-6912-0F40-BAD3-A276DA5466DC}" dt="2021-03-18T10:33:26.356" v="3790"/>
          <ac:grpSpMkLst>
            <pc:docMk/>
            <pc:sldMk cId="3982951475" sldId="314"/>
            <ac:grpSpMk id="92" creationId="{90BBC3A1-6A6E-C14A-B304-68D5EB4E4359}"/>
          </ac:grpSpMkLst>
        </pc:grpChg>
        <pc:grpChg chg="add del">
          <ac:chgData name="Aggie Menezes" userId="74619c95fa3483c9" providerId="LiveId" clId="{D3128F82-6912-0F40-BAD3-A276DA5466DC}" dt="2021-03-18T10:33:32.081" v="3795"/>
          <ac:grpSpMkLst>
            <pc:docMk/>
            <pc:sldMk cId="3982951475" sldId="314"/>
            <ac:grpSpMk id="96" creationId="{86072C90-5FE5-3246-BCA4-C2CF37499B22}"/>
          </ac:grpSpMkLst>
        </pc:grpChg>
        <pc:grpChg chg="add del">
          <ac:chgData name="Aggie Menezes" userId="74619c95fa3483c9" providerId="LiveId" clId="{D3128F82-6912-0F40-BAD3-A276DA5466DC}" dt="2021-03-18T10:33:38.344" v="3802"/>
          <ac:grpSpMkLst>
            <pc:docMk/>
            <pc:sldMk cId="3982951475" sldId="314"/>
            <ac:grpSpMk id="101" creationId="{A556F4C7-BFAD-CF47-AE62-FD7D76ADEDF2}"/>
          </ac:grpSpMkLst>
        </pc:grpChg>
        <pc:grpChg chg="add">
          <ac:chgData name="Aggie Menezes" userId="74619c95fa3483c9" providerId="LiveId" clId="{D3128F82-6912-0F40-BAD3-A276DA5466DC}" dt="2021-03-18T10:33:38.344" v="3802"/>
          <ac:grpSpMkLst>
            <pc:docMk/>
            <pc:sldMk cId="3982951475" sldId="314"/>
            <ac:grpSpMk id="108" creationId="{67D890BB-D8F1-6A44-914F-D823F568E450}"/>
          </ac:grpSpMkLst>
        </pc:grpChg>
        <pc:grpChg chg="add">
          <ac:chgData name="Aggie Menezes" userId="74619c95fa3483c9" providerId="LiveId" clId="{D3128F82-6912-0F40-BAD3-A276DA5466DC}" dt="2021-03-18T10:33:38.344" v="3802"/>
          <ac:grpSpMkLst>
            <pc:docMk/>
            <pc:sldMk cId="3982951475" sldId="314"/>
            <ac:grpSpMk id="109" creationId="{D77F72E1-3B5A-F54D-BCDF-43319AE2F30C}"/>
          </ac:grpSpMkLst>
        </pc:grp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3" creationId="{EAD7A522-0DB0-0444-B8FF-863FFC0DC08A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4" creationId="{D9912872-D287-D94F-A2DC-3649D827FD59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5" creationId="{9C311DF0-80F0-DD4B-992C-A283C34FC5EE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6" creationId="{7EEB17B8-1102-7847-9942-CB5DDB5B51D2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7" creationId="{6926BDB7-273B-3845-818B-30EAC4F3303F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8" creationId="{8163B3E2-BD49-C44E-B77D-2290C8AEE500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9" creationId="{01F341C3-DB89-2145-A36D-BAFFD2BC5BC7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10" creationId="{8D7066F8-43E3-7845-B8DC-F6602FA8430C}"/>
          </ac:inkMkLst>
        </pc:inkChg>
        <pc:inkChg chg="add">
          <ac:chgData name="Aggie Menezes" userId="74619c95fa3483c9" providerId="LiveId" clId="{D3128F82-6912-0F40-BAD3-A276DA5466DC}" dt="2021-03-18T10:33:18.470" v="3774"/>
          <ac:inkMkLst>
            <pc:docMk/>
            <pc:sldMk cId="3982951475" sldId="314"/>
            <ac:inkMk id="11" creationId="{7F00B5B4-C8A1-9A45-8121-B6371006E472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12" creationId="{7B60E98A-3636-334B-816B-263703A73B7D}"/>
          </ac:inkMkLst>
        </pc:inkChg>
        <pc:inkChg chg="add">
          <ac:chgData name="Aggie Menezes" userId="74619c95fa3483c9" providerId="LiveId" clId="{D3128F82-6912-0F40-BAD3-A276DA5466DC}" dt="2021-03-18T10:33:18.711" v="3775"/>
          <ac:inkMkLst>
            <pc:docMk/>
            <pc:sldMk cId="3982951475" sldId="314"/>
            <ac:inkMk id="13" creationId="{924FC367-7F28-DE43-857D-579C92FA0501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14" creationId="{9B941662-6EB1-4940-9D43-8EC3C068DB3A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15" creationId="{DB6CDE5C-76C8-A742-B4D7-BFF839EBDC1B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16" creationId="{50BD48C3-1F13-674F-9547-3437B09CA95D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17" creationId="{C717A1FA-0F87-0A4B-8F11-3DA89D874F2B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18" creationId="{B296A3E5-AF6D-284B-9918-E971BE537C2D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19" creationId="{9C6D0FE7-647B-CA42-BA45-0344AF0ACB3E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20" creationId="{E90E9572-A599-EE40-A160-D73EC6128A64}"/>
          </ac:inkMkLst>
        </pc:inkChg>
        <pc:inkChg chg="add">
          <ac:chgData name="Aggie Menezes" userId="74619c95fa3483c9" providerId="LiveId" clId="{D3128F82-6912-0F40-BAD3-A276DA5466DC}" dt="2021-03-18T10:33:19.008" v="3776"/>
          <ac:inkMkLst>
            <pc:docMk/>
            <pc:sldMk cId="3982951475" sldId="314"/>
            <ac:inkMk id="21" creationId="{BF188864-4DA4-6A4D-84A5-5E8F80C6F1A5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22" creationId="{E4F44413-2FB4-9F45-8197-6ECABEFEE91D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23" creationId="{6C881AED-67F2-174B-A516-DF3A35C0DC2B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24" creationId="{7A9BA6A7-994B-EE4E-ABB2-8A866597547E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25" creationId="{E673121F-7318-CD40-892B-7A0C5E09CDCB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26" creationId="{37744B29-0497-0B47-92A7-9EED610AAD98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27" creationId="{497DEBAC-DC33-BB40-9115-ACECD7271D9C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28" creationId="{8CF98D4D-B077-7B49-9BE5-D1285487D7C4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29" creationId="{36ECFF33-FB40-1142-B002-5749D05B77AC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30" creationId="{28466853-35F8-BB4C-9B43-3349676BD58C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31" creationId="{AF016CC6-521D-8A4D-AFC5-AC00C46DAAC0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32" creationId="{24D39407-6AD4-2646-BA28-963735C1E491}"/>
          </ac:inkMkLst>
        </pc:inkChg>
        <pc:inkChg chg="add">
          <ac:chgData name="Aggie Menezes" userId="74619c95fa3483c9" providerId="LiveId" clId="{D3128F82-6912-0F40-BAD3-A276DA5466DC}" dt="2021-03-18T10:33:19.525" v="3777"/>
          <ac:inkMkLst>
            <pc:docMk/>
            <pc:sldMk cId="3982951475" sldId="314"/>
            <ac:inkMk id="33" creationId="{26CCEF80-82A6-2C42-9899-2E3D6714E08A}"/>
          </ac:inkMkLst>
        </pc:inkChg>
        <pc:inkChg chg="add">
          <ac:chgData name="Aggie Menezes" userId="74619c95fa3483c9" providerId="LiveId" clId="{D3128F82-6912-0F40-BAD3-A276DA5466DC}" dt="2021-03-18T10:33:19.888" v="3778"/>
          <ac:inkMkLst>
            <pc:docMk/>
            <pc:sldMk cId="3982951475" sldId="314"/>
            <ac:inkMk id="34" creationId="{B45E629A-DAED-F64F-B3E2-A40BA0A92A70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35" creationId="{E6CD47C6-1786-DC41-933C-7E508A68177E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36" creationId="{84B6BD5A-7CED-2542-ABDE-6F2F30CF5E8D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37" creationId="{8C3BFE95-509E-974B-A802-17EE1727E9D9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38" creationId="{947A419A-9DFA-8B49-86AD-8086DE91F7F6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39" creationId="{E59F9158-3CDF-8C42-8570-B97C8C47FAEA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40" creationId="{F74E287E-EDE1-4144-88BD-D55887595AEA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41" creationId="{E9F56E6D-6EBA-9145-87A9-93B5D94061B8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42" creationId="{0414FCB9-4534-8E49-9940-BBCD723D26C1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43" creationId="{F5FE2FE9-DDA0-2A42-B8BD-FD4542130FF5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44" creationId="{48487E53-F6C4-1049-9F0D-58D7CEEB060F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45" creationId="{FEF25C81-682C-3846-967C-253C1878B51C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46" creationId="{B6BC1CC4-A5AA-1D41-9799-FD3545E10645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47" creationId="{5F76F31B-4626-A041-923A-E81EB16F6598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48" creationId="{D6523451-D1E2-6A4E-B165-C48BDE8CA211}"/>
          </ac:inkMkLst>
        </pc:inkChg>
        <pc:inkChg chg="add topLvl">
          <ac:chgData name="Aggie Menezes" userId="74619c95fa3483c9" providerId="LiveId" clId="{D3128F82-6912-0F40-BAD3-A276DA5466DC}" dt="2021-03-16T08:49:37.355" v="2396"/>
          <ac:inkMkLst>
            <pc:docMk/>
            <pc:sldMk cId="3982951475" sldId="314"/>
            <ac:inkMk id="49" creationId="{09173F30-D6E5-674A-BAB5-AC943DDBC9AA}"/>
          </ac:inkMkLst>
        </pc:inkChg>
        <pc:inkChg chg="add topLvl">
          <ac:chgData name="Aggie Menezes" userId="74619c95fa3483c9" providerId="LiveId" clId="{D3128F82-6912-0F40-BAD3-A276DA5466DC}" dt="2021-03-18T10:33:38.344" v="3802"/>
          <ac:inkMkLst>
            <pc:docMk/>
            <pc:sldMk cId="3982951475" sldId="314"/>
            <ac:inkMk id="50" creationId="{4D7184F8-7CE6-D64F-8958-A86B668B7FFF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51" creationId="{453C6065-4DDB-1149-82A8-9CB703BD59B5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52" creationId="{91B6F185-D16D-8F4E-897A-E97219C1B504}"/>
          </ac:inkMkLst>
        </pc:inkChg>
        <pc:inkChg chg="add topLvl">
          <ac:chgData name="Aggie Menezes" userId="74619c95fa3483c9" providerId="LiveId" clId="{D3128F82-6912-0F40-BAD3-A276DA5466DC}" dt="2021-03-18T10:33:38.344" v="3802"/>
          <ac:inkMkLst>
            <pc:docMk/>
            <pc:sldMk cId="3982951475" sldId="314"/>
            <ac:inkMk id="53" creationId="{914141F1-EFFD-5945-B649-F5E13FEC4EFB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54" creationId="{543E3D7D-13A7-334C-BF41-59BCDFD21E8E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55" creationId="{EDD06F1E-9611-CA44-B17D-92F0AB85D0FB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56" creationId="{70286940-A433-E64F-A32B-B7294063C3FE}"/>
          </ac:inkMkLst>
        </pc:inkChg>
        <pc:inkChg chg="add topLvl">
          <ac:chgData name="Aggie Menezes" userId="74619c95fa3483c9" providerId="LiveId" clId="{D3128F82-6912-0F40-BAD3-A276DA5466DC}" dt="2021-03-18T10:33:38.344" v="3802"/>
          <ac:inkMkLst>
            <pc:docMk/>
            <pc:sldMk cId="3982951475" sldId="314"/>
            <ac:inkMk id="57" creationId="{6D1B6CB0-44DF-2A43-97AC-908F5D44B5AC}"/>
          </ac:inkMkLst>
        </pc:inkChg>
        <pc:inkChg chg="add">
          <ac:chgData name="Aggie Menezes" userId="74619c95fa3483c9" providerId="LiveId" clId="{D3128F82-6912-0F40-BAD3-A276DA5466DC}" dt="2021-03-16T08:49:51.690" v="2401"/>
          <ac:inkMkLst>
            <pc:docMk/>
            <pc:sldMk cId="3982951475" sldId="314"/>
            <ac:inkMk id="58" creationId="{A6A24302-835D-F44F-B97C-71E56EBF6FAF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59" creationId="{F9548D0E-DD21-5E40-8D55-4B28095FCF14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60" creationId="{B694B897-3E45-AD43-8D2B-1092545CF812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61" creationId="{497ABD7F-C400-E345-8533-DD4B3B3F02D5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62" creationId="{B7AE0981-CCB0-A24B-BB8B-2B1A73DA0FE0}"/>
          </ac:inkMkLst>
        </pc:inkChg>
        <pc:inkChg chg="add topLvl">
          <ac:chgData name="Aggie Menezes" userId="74619c95fa3483c9" providerId="LiveId" clId="{D3128F82-6912-0F40-BAD3-A276DA5466DC}" dt="2021-03-18T10:33:38.344" v="3802"/>
          <ac:inkMkLst>
            <pc:docMk/>
            <pc:sldMk cId="3982951475" sldId="314"/>
            <ac:inkMk id="63" creationId="{10D9ED28-96DD-F644-994D-313A65FE3F5E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64" creationId="{4AF7A205-0B10-BC4F-AC10-ED67977AD798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65" creationId="{564D5C10-7050-7F49-A0AC-714593D82020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66" creationId="{FE2827A9-C99E-5549-88F6-C081E6689B7A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67" creationId="{04EB8D31-2AEC-914B-AB6F-59CBE3FBBB9F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68" creationId="{72F71A23-EBB3-BA45-935E-1E39772ECA36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69" creationId="{94AEFF4F-E3E8-F74A-957F-C911C9BD69F6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70" creationId="{B48D3F6F-FEEF-3540-9CCA-C02AD55365B1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71" creationId="{B056F532-1D1A-754A-9973-00DD2605FF05}"/>
          </ac:inkMkLst>
        </pc:inkChg>
        <pc:inkChg chg="add topLvl">
          <ac:chgData name="Aggie Menezes" userId="74619c95fa3483c9" providerId="LiveId" clId="{D3128F82-6912-0F40-BAD3-A276DA5466DC}" dt="2021-03-18T10:33:38.344" v="3802"/>
          <ac:inkMkLst>
            <pc:docMk/>
            <pc:sldMk cId="3982951475" sldId="314"/>
            <ac:inkMk id="72" creationId="{7A3C7B33-EF8D-D042-B82F-AB0E6B40B5E5}"/>
          </ac:inkMkLst>
        </pc:inkChg>
        <pc:inkChg chg="add topLvl">
          <ac:chgData name="Aggie Menezes" userId="74619c95fa3483c9" providerId="LiveId" clId="{D3128F82-6912-0F40-BAD3-A276DA5466DC}" dt="2021-03-16T08:50:04.070" v="2420"/>
          <ac:inkMkLst>
            <pc:docMk/>
            <pc:sldMk cId="3982951475" sldId="314"/>
            <ac:inkMk id="74" creationId="{56359454-9D74-E64F-92A6-E47A1AED92B8}"/>
          </ac:inkMkLst>
        </pc:inkChg>
        <pc:inkChg chg="add">
          <ac:chgData name="Aggie Menezes" userId="74619c95fa3483c9" providerId="LiveId" clId="{D3128F82-6912-0F40-BAD3-A276DA5466DC}" dt="2021-03-16T08:50:02.394" v="2418"/>
          <ac:inkMkLst>
            <pc:docMk/>
            <pc:sldMk cId="3982951475" sldId="314"/>
            <ac:inkMk id="76" creationId="{D5E76494-AC6B-F84C-9E10-71DBE6A2D5E0}"/>
          </ac:inkMkLst>
        </pc:inkChg>
        <pc:inkChg chg="add">
          <ac:chgData name="Aggie Menezes" userId="74619c95fa3483c9" providerId="LiveId" clId="{D3128F82-6912-0F40-BAD3-A276DA5466DC}" dt="2021-03-16T08:50:03.027" v="2419"/>
          <ac:inkMkLst>
            <pc:docMk/>
            <pc:sldMk cId="3982951475" sldId="314"/>
            <ac:inkMk id="77" creationId="{5020F5A1-D099-B34E-B568-ADF2DD5DD204}"/>
          </ac:inkMkLst>
        </pc:inkChg>
        <pc:inkChg chg="add topLvl">
          <ac:chgData name="Aggie Menezes" userId="74619c95fa3483c9" providerId="LiveId" clId="{D3128F82-6912-0F40-BAD3-A276DA5466DC}" dt="2021-03-16T08:50:28.989" v="2433"/>
          <ac:inkMkLst>
            <pc:docMk/>
            <pc:sldMk cId="3982951475" sldId="314"/>
            <ac:inkMk id="79" creationId="{852AE32B-35F1-8341-BA39-50DDD734B03B}"/>
          </ac:inkMkLst>
        </pc:inkChg>
        <pc:inkChg chg="add topLvl">
          <ac:chgData name="Aggie Menezes" userId="74619c95fa3483c9" providerId="LiveId" clId="{D3128F82-6912-0F40-BAD3-A276DA5466DC}" dt="2021-03-16T08:50:28.989" v="2433"/>
          <ac:inkMkLst>
            <pc:docMk/>
            <pc:sldMk cId="3982951475" sldId="314"/>
            <ac:inkMk id="80" creationId="{A77E1877-E79E-AC4A-951D-21F80BAC1E14}"/>
          </ac:inkMkLst>
        </pc:inkChg>
        <pc:inkChg chg="add topLvl">
          <ac:chgData name="Aggie Menezes" userId="74619c95fa3483c9" providerId="LiveId" clId="{D3128F82-6912-0F40-BAD3-A276DA5466DC}" dt="2021-03-16T08:50:28.989" v="2433"/>
          <ac:inkMkLst>
            <pc:docMk/>
            <pc:sldMk cId="3982951475" sldId="314"/>
            <ac:inkMk id="81" creationId="{23B87A75-F264-2345-B262-2E1DF7CCEC1F}"/>
          </ac:inkMkLst>
        </pc:inkChg>
        <pc:inkChg chg="add topLvl">
          <ac:chgData name="Aggie Menezes" userId="74619c95fa3483c9" providerId="LiveId" clId="{D3128F82-6912-0F40-BAD3-A276DA5466DC}" dt="2021-03-16T08:50:28.989" v="2433"/>
          <ac:inkMkLst>
            <pc:docMk/>
            <pc:sldMk cId="3982951475" sldId="314"/>
            <ac:inkMk id="82" creationId="{B71803D5-F8CC-764B-9B3E-1DC6C22FD857}"/>
          </ac:inkMkLst>
        </pc:inkChg>
        <pc:inkChg chg="add topLvl">
          <ac:chgData name="Aggie Menezes" userId="74619c95fa3483c9" providerId="LiveId" clId="{D3128F82-6912-0F40-BAD3-A276DA5466DC}" dt="2021-03-16T08:50:28.989" v="2433"/>
          <ac:inkMkLst>
            <pc:docMk/>
            <pc:sldMk cId="3982951475" sldId="314"/>
            <ac:inkMk id="83" creationId="{56ADF2EA-C207-5648-8D37-1E5DA6F96363}"/>
          </ac:inkMkLst>
        </pc:inkChg>
        <pc:inkChg chg="add topLvl">
          <ac:chgData name="Aggie Menezes" userId="74619c95fa3483c9" providerId="LiveId" clId="{D3128F82-6912-0F40-BAD3-A276DA5466DC}" dt="2021-03-16T08:50:28.989" v="2433"/>
          <ac:inkMkLst>
            <pc:docMk/>
            <pc:sldMk cId="3982951475" sldId="314"/>
            <ac:inkMk id="84" creationId="{9EF24416-0B6B-5246-B749-4B51210ACD97}"/>
          </ac:inkMkLst>
        </pc:inkChg>
        <pc:inkChg chg="add topLvl">
          <ac:chgData name="Aggie Menezes" userId="74619c95fa3483c9" providerId="LiveId" clId="{D3128F82-6912-0F40-BAD3-A276DA5466DC}" dt="2021-03-16T08:50:28.989" v="2433"/>
          <ac:inkMkLst>
            <pc:docMk/>
            <pc:sldMk cId="3982951475" sldId="314"/>
            <ac:inkMk id="85" creationId="{3E9DE25B-09B8-7843-B6C6-FB0611B8FC32}"/>
          </ac:inkMkLst>
        </pc:inkChg>
        <pc:inkChg chg="add topLvl">
          <ac:chgData name="Aggie Menezes" userId="74619c95fa3483c9" providerId="LiveId" clId="{D3128F82-6912-0F40-BAD3-A276DA5466DC}" dt="2021-03-16T08:50:28.989" v="2433"/>
          <ac:inkMkLst>
            <pc:docMk/>
            <pc:sldMk cId="3982951475" sldId="314"/>
            <ac:inkMk id="86" creationId="{D7D999D8-2D80-D940-8C42-4AB58BDB0352}"/>
          </ac:inkMkLst>
        </pc:inkChg>
        <pc:inkChg chg="add topLvl">
          <ac:chgData name="Aggie Menezes" userId="74619c95fa3483c9" providerId="LiveId" clId="{D3128F82-6912-0F40-BAD3-A276DA5466DC}" dt="2021-03-16T08:50:28.989" v="2433"/>
          <ac:inkMkLst>
            <pc:docMk/>
            <pc:sldMk cId="3982951475" sldId="314"/>
            <ac:inkMk id="87" creationId="{16DF722E-3C72-7B42-ACD4-45AD7EB89E62}"/>
          </ac:inkMkLst>
        </pc:inkChg>
        <pc:inkChg chg="add topLvl">
          <ac:chgData name="Aggie Menezes" userId="74619c95fa3483c9" providerId="LiveId" clId="{D3128F82-6912-0F40-BAD3-A276DA5466DC}" dt="2021-03-16T08:50:28.989" v="2433"/>
          <ac:inkMkLst>
            <pc:docMk/>
            <pc:sldMk cId="3982951475" sldId="314"/>
            <ac:inkMk id="88" creationId="{F19E7D99-8E5D-8541-AB17-A6345316A8E7}"/>
          </ac:inkMkLst>
        </pc:inkChg>
        <pc:inkChg chg="add topLvl">
          <ac:chgData name="Aggie Menezes" userId="74619c95fa3483c9" providerId="LiveId" clId="{D3128F82-6912-0F40-BAD3-A276DA5466DC}" dt="2021-03-18T10:33:38.344" v="3802"/>
          <ac:inkMkLst>
            <pc:docMk/>
            <pc:sldMk cId="3982951475" sldId="314"/>
            <ac:inkMk id="89" creationId="{AC745C96-7AFD-8347-ABB0-754D266B14F4}"/>
          </ac:inkMkLst>
        </pc:inkChg>
        <pc:inkChg chg="add">
          <ac:chgData name="Aggie Menezes" userId="74619c95fa3483c9" providerId="LiveId" clId="{D3128F82-6912-0F40-BAD3-A276DA5466DC}" dt="2021-03-16T08:50:28.442" v="2432"/>
          <ac:inkMkLst>
            <pc:docMk/>
            <pc:sldMk cId="3982951475" sldId="314"/>
            <ac:inkMk id="90" creationId="{FEC8D540-686B-DF43-8630-2B90A5DFC5DA}"/>
          </ac:inkMkLst>
        </pc:inkChg>
        <pc:inkChg chg="add topLvl">
          <ac:chgData name="Aggie Menezes" userId="74619c95fa3483c9" providerId="LiveId" clId="{D3128F82-6912-0F40-BAD3-A276DA5466DC}" dt="2021-03-18T10:33:38.344" v="3802"/>
          <ac:inkMkLst>
            <pc:docMk/>
            <pc:sldMk cId="3982951475" sldId="314"/>
            <ac:inkMk id="93" creationId="{D9B2DC14-57D0-A24B-B2D6-D8F990172313}"/>
          </ac:inkMkLst>
        </pc:inkChg>
        <pc:inkChg chg="add topLvl">
          <ac:chgData name="Aggie Menezes" userId="74619c95fa3483c9" providerId="LiveId" clId="{D3128F82-6912-0F40-BAD3-A276DA5466DC}" dt="2021-03-18T10:33:38.344" v="3802"/>
          <ac:inkMkLst>
            <pc:docMk/>
            <pc:sldMk cId="3982951475" sldId="314"/>
            <ac:inkMk id="94" creationId="{FF5CA634-4F95-7A49-8E71-20E262FB3853}"/>
          </ac:inkMkLst>
        </pc:inkChg>
        <pc:inkChg chg="add">
          <ac:chgData name="Aggie Menezes" userId="74619c95fa3483c9" providerId="LiveId" clId="{D3128F82-6912-0F40-BAD3-A276DA5466DC}" dt="2021-03-18T10:33:25.823" v="3789"/>
          <ac:inkMkLst>
            <pc:docMk/>
            <pc:sldMk cId="3982951475" sldId="314"/>
            <ac:inkMk id="95" creationId="{FF203ACD-A053-EB4D-83C5-8D2D6B7DA540}"/>
          </ac:inkMkLst>
        </pc:inkChg>
        <pc:inkChg chg="add topLvl">
          <ac:chgData name="Aggie Menezes" userId="74619c95fa3483c9" providerId="LiveId" clId="{D3128F82-6912-0F40-BAD3-A276DA5466DC}" dt="2021-03-18T10:33:38.344" v="3802"/>
          <ac:inkMkLst>
            <pc:docMk/>
            <pc:sldMk cId="3982951475" sldId="314"/>
            <ac:inkMk id="97" creationId="{10B35B4C-875E-B449-8F7B-8B30BB07B996}"/>
          </ac:inkMkLst>
        </pc:inkChg>
        <pc:inkChg chg="add topLvl">
          <ac:chgData name="Aggie Menezes" userId="74619c95fa3483c9" providerId="LiveId" clId="{D3128F82-6912-0F40-BAD3-A276DA5466DC}" dt="2021-03-18T10:33:38.344" v="3802"/>
          <ac:inkMkLst>
            <pc:docMk/>
            <pc:sldMk cId="3982951475" sldId="314"/>
            <ac:inkMk id="98" creationId="{CC13CE87-81CF-3149-989B-98D24B9A863D}"/>
          </ac:inkMkLst>
        </pc:inkChg>
        <pc:inkChg chg="add topLvl">
          <ac:chgData name="Aggie Menezes" userId="74619c95fa3483c9" providerId="LiveId" clId="{D3128F82-6912-0F40-BAD3-A276DA5466DC}" dt="2021-03-18T10:33:38.344" v="3802"/>
          <ac:inkMkLst>
            <pc:docMk/>
            <pc:sldMk cId="3982951475" sldId="314"/>
            <ac:inkMk id="99" creationId="{7C60CF0D-A44E-9341-87EB-883853EB31DE}"/>
          </ac:inkMkLst>
        </pc:inkChg>
        <pc:inkChg chg="add topLvl">
          <ac:chgData name="Aggie Menezes" userId="74619c95fa3483c9" providerId="LiveId" clId="{D3128F82-6912-0F40-BAD3-A276DA5466DC}" dt="2021-03-18T10:33:38.344" v="3802"/>
          <ac:inkMkLst>
            <pc:docMk/>
            <pc:sldMk cId="3982951475" sldId="314"/>
            <ac:inkMk id="100" creationId="{2D6F76A2-27D6-0142-BB3B-D6B010969AF6}"/>
          </ac:inkMkLst>
        </pc:inkChg>
        <pc:inkChg chg="add">
          <ac:chgData name="Aggie Menezes" userId="74619c95fa3483c9" providerId="LiveId" clId="{D3128F82-6912-0F40-BAD3-A276DA5466DC}" dt="2021-03-18T10:33:35.664" v="3796"/>
          <ac:inkMkLst>
            <pc:docMk/>
            <pc:sldMk cId="3982951475" sldId="314"/>
            <ac:inkMk id="102" creationId="{1AA926CE-CE73-844E-9B84-6E7FB24736CA}"/>
          </ac:inkMkLst>
        </pc:inkChg>
        <pc:inkChg chg="add">
          <ac:chgData name="Aggie Menezes" userId="74619c95fa3483c9" providerId="LiveId" clId="{D3128F82-6912-0F40-BAD3-A276DA5466DC}" dt="2021-03-18T10:33:36.026" v="3797"/>
          <ac:inkMkLst>
            <pc:docMk/>
            <pc:sldMk cId="3982951475" sldId="314"/>
            <ac:inkMk id="103" creationId="{46459578-E028-0A41-B6A9-0ADBDDDDAADA}"/>
          </ac:inkMkLst>
        </pc:inkChg>
        <pc:inkChg chg="add">
          <ac:chgData name="Aggie Menezes" userId="74619c95fa3483c9" providerId="LiveId" clId="{D3128F82-6912-0F40-BAD3-A276DA5466DC}" dt="2021-03-18T10:33:36.511" v="3798"/>
          <ac:inkMkLst>
            <pc:docMk/>
            <pc:sldMk cId="3982951475" sldId="314"/>
            <ac:inkMk id="104" creationId="{F58020F4-1B70-D343-88E1-872465FF0FC7}"/>
          </ac:inkMkLst>
        </pc:inkChg>
        <pc:inkChg chg="add">
          <ac:chgData name="Aggie Menezes" userId="74619c95fa3483c9" providerId="LiveId" clId="{D3128F82-6912-0F40-BAD3-A276DA5466DC}" dt="2021-03-18T10:33:36.742" v="3799"/>
          <ac:inkMkLst>
            <pc:docMk/>
            <pc:sldMk cId="3982951475" sldId="314"/>
            <ac:inkMk id="105" creationId="{F2716838-ECE3-3E44-ABC5-35D989E9DFC5}"/>
          </ac:inkMkLst>
        </pc:inkChg>
        <pc:inkChg chg="add">
          <ac:chgData name="Aggie Menezes" userId="74619c95fa3483c9" providerId="LiveId" clId="{D3128F82-6912-0F40-BAD3-A276DA5466DC}" dt="2021-03-18T10:33:37.059" v="3800"/>
          <ac:inkMkLst>
            <pc:docMk/>
            <pc:sldMk cId="3982951475" sldId="314"/>
            <ac:inkMk id="106" creationId="{C6E9F393-38DB-B24D-9EFE-2BD9D3CA87B1}"/>
          </ac:inkMkLst>
        </pc:inkChg>
        <pc:inkChg chg="add">
          <ac:chgData name="Aggie Menezes" userId="74619c95fa3483c9" providerId="LiveId" clId="{D3128F82-6912-0F40-BAD3-A276DA5466DC}" dt="2021-03-18T10:33:37.566" v="3801"/>
          <ac:inkMkLst>
            <pc:docMk/>
            <pc:sldMk cId="3982951475" sldId="314"/>
            <ac:inkMk id="107" creationId="{29D32F6A-E520-7444-8782-5CD40089D4EC}"/>
          </ac:inkMkLst>
        </pc:inkChg>
      </pc:sldChg>
      <pc:sldChg chg="new del">
        <pc:chgData name="Aggie Menezes" userId="74619c95fa3483c9" providerId="LiveId" clId="{D3128F82-6912-0F40-BAD3-A276DA5466DC}" dt="2021-03-18T09:35:35.657" v="3438" actId="2696"/>
        <pc:sldMkLst>
          <pc:docMk/>
          <pc:sldMk cId="1970558898" sldId="315"/>
        </pc:sldMkLst>
      </pc:sldChg>
    </pc:docChg>
  </pc:docChgLst>
  <pc:docChgLst>
    <pc:chgData name="Aggie Menezes" userId="74619c95fa3483c9" providerId="LiveId" clId="{B3A43211-D156-1742-A366-F9EE73F61559}"/>
    <pc:docChg chg="undo custSel addSld delSld modSld sldOrd">
      <pc:chgData name="Aggie Menezes" userId="74619c95fa3483c9" providerId="LiveId" clId="{B3A43211-D156-1742-A366-F9EE73F61559}" dt="2021-01-04T09:15:50.961" v="1156" actId="478"/>
      <pc:docMkLst>
        <pc:docMk/>
      </pc:docMkLst>
      <pc:sldChg chg="del">
        <pc:chgData name="Aggie Menezes" userId="74619c95fa3483c9" providerId="LiveId" clId="{B3A43211-D156-1742-A366-F9EE73F61559}" dt="2021-01-04T09:02:17.081" v="714" actId="2696"/>
        <pc:sldMkLst>
          <pc:docMk/>
          <pc:sldMk cId="0" sldId="256"/>
        </pc:sldMkLst>
      </pc:sldChg>
      <pc:sldChg chg="addSp delSp modSp mod ord delAnim modAnim">
        <pc:chgData name="Aggie Menezes" userId="74619c95fa3483c9" providerId="LiveId" clId="{B3A43211-D156-1742-A366-F9EE73F61559}" dt="2021-01-04T09:14:28.470" v="1151" actId="20577"/>
        <pc:sldMkLst>
          <pc:docMk/>
          <pc:sldMk cId="0" sldId="257"/>
        </pc:sldMkLst>
        <pc:spChg chg="add del mod">
          <ac:chgData name="Aggie Menezes" userId="74619c95fa3483c9" providerId="LiveId" clId="{B3A43211-D156-1742-A366-F9EE73F61559}" dt="2021-01-04T09:12:13.269" v="1057" actId="478"/>
          <ac:spMkLst>
            <pc:docMk/>
            <pc:sldMk cId="0" sldId="257"/>
            <ac:spMk id="6" creationId="{720B97E4-C00E-8447-A79D-740556E83A17}"/>
          </ac:spMkLst>
        </pc:spChg>
        <pc:spChg chg="add del mod">
          <ac:chgData name="Aggie Menezes" userId="74619c95fa3483c9" providerId="LiveId" clId="{B3A43211-D156-1742-A366-F9EE73F61559}" dt="2021-01-04T08:40:47.183" v="409" actId="478"/>
          <ac:spMkLst>
            <pc:docMk/>
            <pc:sldMk cId="0" sldId="257"/>
            <ac:spMk id="7" creationId="{DFB3F0BB-1BDE-804F-B108-45C873240023}"/>
          </ac:spMkLst>
        </pc:spChg>
        <pc:spChg chg="add del mod">
          <ac:chgData name="Aggie Menezes" userId="74619c95fa3483c9" providerId="LiveId" clId="{B3A43211-D156-1742-A366-F9EE73F61559}" dt="2021-01-04T09:12:13.269" v="1057" actId="478"/>
          <ac:spMkLst>
            <pc:docMk/>
            <pc:sldMk cId="0" sldId="257"/>
            <ac:spMk id="8" creationId="{249F51A9-8717-144B-A06D-205DFF9D3C5D}"/>
          </ac:spMkLst>
        </pc:spChg>
        <pc:spChg chg="add del mod">
          <ac:chgData name="Aggie Menezes" userId="74619c95fa3483c9" providerId="LiveId" clId="{B3A43211-D156-1742-A366-F9EE73F61559}" dt="2021-01-04T09:12:13.269" v="1057" actId="478"/>
          <ac:spMkLst>
            <pc:docMk/>
            <pc:sldMk cId="0" sldId="257"/>
            <ac:spMk id="9" creationId="{45931BB4-175E-4C42-83B4-C3B3E41C617C}"/>
          </ac:spMkLst>
        </pc:spChg>
        <pc:spChg chg="add del mod">
          <ac:chgData name="Aggie Menezes" userId="74619c95fa3483c9" providerId="LiveId" clId="{B3A43211-D156-1742-A366-F9EE73F61559}" dt="2021-01-04T09:12:13.269" v="1057" actId="478"/>
          <ac:spMkLst>
            <pc:docMk/>
            <pc:sldMk cId="0" sldId="257"/>
            <ac:spMk id="10" creationId="{1B5AC902-1E62-1D4E-BE88-4B658C4BBC6B}"/>
          </ac:spMkLst>
        </pc:spChg>
        <pc:spChg chg="add del mod">
          <ac:chgData name="Aggie Menezes" userId="74619c95fa3483c9" providerId="LiveId" clId="{B3A43211-D156-1742-A366-F9EE73F61559}" dt="2021-01-04T09:12:21.767" v="1061" actId="478"/>
          <ac:spMkLst>
            <pc:docMk/>
            <pc:sldMk cId="0" sldId="257"/>
            <ac:spMk id="11" creationId="{42468A16-2BEC-8543-915F-6CD250F7662D}"/>
          </ac:spMkLst>
        </pc:spChg>
        <pc:spChg chg="add del mod">
          <ac:chgData name="Aggie Menezes" userId="74619c95fa3483c9" providerId="LiveId" clId="{B3A43211-D156-1742-A366-F9EE73F61559}" dt="2021-01-04T09:12:24.360" v="1062" actId="478"/>
          <ac:spMkLst>
            <pc:docMk/>
            <pc:sldMk cId="0" sldId="257"/>
            <ac:spMk id="12" creationId="{1CFF4F1A-8109-D546-9496-7D3961A10284}"/>
          </ac:spMkLst>
        </pc:spChg>
        <pc:spChg chg="add del mod">
          <ac:chgData name="Aggie Menezes" userId="74619c95fa3483c9" providerId="LiveId" clId="{B3A43211-D156-1742-A366-F9EE73F61559}" dt="2021-01-04T09:12:09.399" v="1056" actId="478"/>
          <ac:spMkLst>
            <pc:docMk/>
            <pc:sldMk cId="0" sldId="257"/>
            <ac:spMk id="13" creationId="{9A326FD4-A6B2-6B4C-9ECD-CEA6042A8B4A}"/>
          </ac:spMkLst>
        </pc:spChg>
        <pc:spChg chg="add del mod">
          <ac:chgData name="Aggie Menezes" userId="74619c95fa3483c9" providerId="LiveId" clId="{B3A43211-D156-1742-A366-F9EE73F61559}" dt="2021-01-04T09:12:18.711" v="1059" actId="478"/>
          <ac:spMkLst>
            <pc:docMk/>
            <pc:sldMk cId="0" sldId="257"/>
            <ac:spMk id="14" creationId="{EEBCA073-82A5-9640-AF1A-74F18A779C06}"/>
          </ac:spMkLst>
        </pc:spChg>
        <pc:spChg chg="add del mod">
          <ac:chgData name="Aggie Menezes" userId="74619c95fa3483c9" providerId="LiveId" clId="{B3A43211-D156-1742-A366-F9EE73F61559}" dt="2021-01-04T09:12:16.142" v="1058" actId="478"/>
          <ac:spMkLst>
            <pc:docMk/>
            <pc:sldMk cId="0" sldId="257"/>
            <ac:spMk id="15" creationId="{A97BDF9E-13BD-D34C-BF66-0ACA062DC1F5}"/>
          </ac:spMkLst>
        </pc:spChg>
        <pc:spChg chg="add del mod">
          <ac:chgData name="Aggie Menezes" userId="74619c95fa3483c9" providerId="LiveId" clId="{B3A43211-D156-1742-A366-F9EE73F61559}" dt="2021-01-04T08:54:38.400" v="611" actId="478"/>
          <ac:spMkLst>
            <pc:docMk/>
            <pc:sldMk cId="0" sldId="257"/>
            <ac:spMk id="16" creationId="{37971544-4C2D-4D43-995D-BDDB9BA69826}"/>
          </ac:spMkLst>
        </pc:spChg>
        <pc:spChg chg="add del mod">
          <ac:chgData name="Aggie Menezes" userId="74619c95fa3483c9" providerId="LiveId" clId="{B3A43211-D156-1742-A366-F9EE73F61559}" dt="2021-01-04T09:12:16.142" v="1058" actId="478"/>
          <ac:spMkLst>
            <pc:docMk/>
            <pc:sldMk cId="0" sldId="257"/>
            <ac:spMk id="17" creationId="{84BCA32C-AB0C-9546-975C-5C815BCE705D}"/>
          </ac:spMkLst>
        </pc:spChg>
        <pc:spChg chg="add mod">
          <ac:chgData name="Aggie Menezes" userId="74619c95fa3483c9" providerId="LiveId" clId="{B3A43211-D156-1742-A366-F9EE73F61559}" dt="2021-01-04T09:12:34.823" v="1065" actId="1076"/>
          <ac:spMkLst>
            <pc:docMk/>
            <pc:sldMk cId="0" sldId="257"/>
            <ac:spMk id="18" creationId="{702359B0-72D3-3245-A2ED-010306F45906}"/>
          </ac:spMkLst>
        </pc:spChg>
        <pc:spChg chg="add mod">
          <ac:chgData name="Aggie Menezes" userId="74619c95fa3483c9" providerId="LiveId" clId="{B3A43211-D156-1742-A366-F9EE73F61559}" dt="2021-01-04T09:14:24.877" v="1150" actId="20577"/>
          <ac:spMkLst>
            <pc:docMk/>
            <pc:sldMk cId="0" sldId="257"/>
            <ac:spMk id="19" creationId="{C175B190-72E0-524C-BC4E-0C56A612284A}"/>
          </ac:spMkLst>
        </pc:spChg>
        <pc:spChg chg="add del mod">
          <ac:chgData name="Aggie Menezes" userId="74619c95fa3483c9" providerId="LiveId" clId="{B3A43211-D156-1742-A366-F9EE73F61559}" dt="2021-01-04T09:13:22.940" v="1137" actId="478"/>
          <ac:spMkLst>
            <pc:docMk/>
            <pc:sldMk cId="0" sldId="257"/>
            <ac:spMk id="20" creationId="{F446C92C-B608-044F-A864-D68589883813}"/>
          </ac:spMkLst>
        </pc:spChg>
        <pc:spChg chg="add mod">
          <ac:chgData name="Aggie Menezes" userId="74619c95fa3483c9" providerId="LiveId" clId="{B3A43211-D156-1742-A366-F9EE73F61559}" dt="2021-01-04T09:14:28.470" v="1151" actId="20577"/>
          <ac:spMkLst>
            <pc:docMk/>
            <pc:sldMk cId="0" sldId="257"/>
            <ac:spMk id="21" creationId="{AD3E2F5E-C24B-144D-BF3E-1C8EE90282B1}"/>
          </ac:spMkLst>
        </pc:spChg>
        <pc:spChg chg="mod">
          <ac:chgData name="Aggie Menezes" userId="74619c95fa3483c9" providerId="LiveId" clId="{B3A43211-D156-1742-A366-F9EE73F61559}" dt="2021-01-04T09:14:21.635" v="1149" actId="20577"/>
          <ac:spMkLst>
            <pc:docMk/>
            <pc:sldMk cId="0" sldId="257"/>
            <ac:spMk id="24" creationId="{00000000-0000-0000-0000-000000000000}"/>
          </ac:spMkLst>
        </pc:spChg>
        <pc:graphicFrameChg chg="add del mod modGraphic">
          <ac:chgData name="Aggie Menezes" userId="74619c95fa3483c9" providerId="LiveId" clId="{B3A43211-D156-1742-A366-F9EE73F61559}" dt="2021-01-04T08:17:23.341" v="23" actId="21"/>
          <ac:graphicFrameMkLst>
            <pc:docMk/>
            <pc:sldMk cId="0" sldId="257"/>
            <ac:graphicFrameMk id="3" creationId="{2AC2640D-9937-AA43-99E4-29B23C24D162}"/>
          </ac:graphicFrameMkLst>
        </pc:graphicFrameChg>
        <pc:graphicFrameChg chg="del modGraphic">
          <ac:chgData name="Aggie Menezes" userId="74619c95fa3483c9" providerId="LiveId" clId="{B3A43211-D156-1742-A366-F9EE73F61559}" dt="2021-01-04T08:31:57.128" v="306" actId="478"/>
          <ac:graphicFrameMkLst>
            <pc:docMk/>
            <pc:sldMk cId="0" sldId="257"/>
            <ac:graphicFrameMk id="26" creationId="{00000000-0000-0000-0000-000000000000}"/>
          </ac:graphicFrameMkLst>
        </pc:graphicFrameChg>
      </pc:sldChg>
      <pc:sldChg chg="del">
        <pc:chgData name="Aggie Menezes" userId="74619c95fa3483c9" providerId="LiveId" clId="{B3A43211-D156-1742-A366-F9EE73F61559}" dt="2021-01-04T09:08:49.071" v="770" actId="2696"/>
        <pc:sldMkLst>
          <pc:docMk/>
          <pc:sldMk cId="0" sldId="258"/>
        </pc:sldMkLst>
      </pc:sldChg>
      <pc:sldChg chg="delSp mod">
        <pc:chgData name="Aggie Menezes" userId="74619c95fa3483c9" providerId="LiveId" clId="{B3A43211-D156-1742-A366-F9EE73F61559}" dt="2021-01-04T09:15:50.961" v="1156" actId="478"/>
        <pc:sldMkLst>
          <pc:docMk/>
          <pc:sldMk cId="0" sldId="263"/>
        </pc:sldMkLst>
        <pc:grpChg chg="del">
          <ac:chgData name="Aggie Menezes" userId="74619c95fa3483c9" providerId="LiveId" clId="{B3A43211-D156-1742-A366-F9EE73F61559}" dt="2021-01-04T09:15:50.961" v="1156" actId="478"/>
          <ac:grpSpMkLst>
            <pc:docMk/>
            <pc:sldMk cId="0" sldId="263"/>
            <ac:grpSpMk id="45" creationId="{DE747FFD-F014-5E47-8483-E237A61D1F70}"/>
          </ac:grpSpMkLst>
        </pc:grpChg>
        <pc:inkChg chg="del">
          <ac:chgData name="Aggie Menezes" userId="74619c95fa3483c9" providerId="LiveId" clId="{B3A43211-D156-1742-A366-F9EE73F61559}" dt="2021-01-04T09:15:48.224" v="1155" actId="478"/>
          <ac:inkMkLst>
            <pc:docMk/>
            <pc:sldMk cId="0" sldId="263"/>
            <ac:inkMk id="42" creationId="{D311E9B7-8E4C-D341-A7A4-18A28BE9FC96}"/>
          </ac:inkMkLst>
        </pc:inkChg>
      </pc:sldChg>
      <pc:sldChg chg="modSp add mod">
        <pc:chgData name="Aggie Menezes" userId="74619c95fa3483c9" providerId="LiveId" clId="{B3A43211-D156-1742-A366-F9EE73F61559}" dt="2021-01-04T09:14:59.191" v="1154" actId="14734"/>
        <pc:sldMkLst>
          <pc:docMk/>
          <pc:sldMk cId="553119565" sldId="303"/>
        </pc:sldMkLst>
        <pc:spChg chg="mod">
          <ac:chgData name="Aggie Menezes" userId="74619c95fa3483c9" providerId="LiveId" clId="{B3A43211-D156-1742-A366-F9EE73F61559}" dt="2021-01-04T09:11:05.586" v="1038" actId="14100"/>
          <ac:spMkLst>
            <pc:docMk/>
            <pc:sldMk cId="553119565" sldId="303"/>
            <ac:spMk id="28" creationId="{00000000-0000-0000-0000-000000000000}"/>
          </ac:spMkLst>
        </pc:spChg>
        <pc:graphicFrameChg chg="mod modGraphic">
          <ac:chgData name="Aggie Menezes" userId="74619c95fa3483c9" providerId="LiveId" clId="{B3A43211-D156-1742-A366-F9EE73F61559}" dt="2021-01-04T09:14:59.191" v="1154" actId="14734"/>
          <ac:graphicFrameMkLst>
            <pc:docMk/>
            <pc:sldMk cId="553119565" sldId="303"/>
            <ac:graphicFrameMk id="30" creationId="{00000000-0000-0000-0000-000000000000}"/>
          </ac:graphicFrameMkLst>
        </pc:graphicFrameChg>
      </pc:sldChg>
      <pc:sldChg chg="addSp modSp add mod ord modAnim">
        <pc:chgData name="Aggie Menezes" userId="74619c95fa3483c9" providerId="LiveId" clId="{B3A43211-D156-1742-A366-F9EE73F61559}" dt="2021-01-04T08:30:03.527" v="299" actId="20578"/>
        <pc:sldMkLst>
          <pc:docMk/>
          <pc:sldMk cId="3498740623" sldId="304"/>
        </pc:sldMkLst>
        <pc:spChg chg="mod">
          <ac:chgData name="Aggie Menezes" userId="74619c95fa3483c9" providerId="LiveId" clId="{B3A43211-D156-1742-A366-F9EE73F61559}" dt="2021-01-04T08:19:17.793" v="49" actId="20577"/>
          <ac:spMkLst>
            <pc:docMk/>
            <pc:sldMk cId="3498740623" sldId="304"/>
            <ac:spMk id="28" creationId="{00000000-0000-0000-0000-000000000000}"/>
          </ac:spMkLst>
        </pc:spChg>
        <pc:graphicFrameChg chg="add mod modGraphic">
          <ac:chgData name="Aggie Menezes" userId="74619c95fa3483c9" providerId="LiveId" clId="{B3A43211-D156-1742-A366-F9EE73F61559}" dt="2021-01-04T08:28:57.753" v="287" actId="207"/>
          <ac:graphicFrameMkLst>
            <pc:docMk/>
            <pc:sldMk cId="3498740623" sldId="304"/>
            <ac:graphicFrameMk id="3" creationId="{AE487FAA-FC28-BA4D-933A-01B62DD0ACAD}"/>
          </ac:graphicFrameMkLst>
        </pc:graphicFrameChg>
        <pc:graphicFrameChg chg="add mod modGraphic">
          <ac:chgData name="Aggie Menezes" userId="74619c95fa3483c9" providerId="LiveId" clId="{B3A43211-D156-1742-A366-F9EE73F61559}" dt="2021-01-04T08:29:52.297" v="298" actId="207"/>
          <ac:graphicFrameMkLst>
            <pc:docMk/>
            <pc:sldMk cId="3498740623" sldId="304"/>
            <ac:graphicFrameMk id="6" creationId="{7D20EB48-EB12-1F41-98AD-CB69B6E1938D}"/>
          </ac:graphicFrameMkLst>
        </pc:graphicFrameChg>
        <pc:graphicFrameChg chg="modGraphic">
          <ac:chgData name="Aggie Menezes" userId="74619c95fa3483c9" providerId="LiveId" clId="{B3A43211-D156-1742-A366-F9EE73F61559}" dt="2021-01-04T08:17:33.795" v="26" actId="6549"/>
          <ac:graphicFrameMkLst>
            <pc:docMk/>
            <pc:sldMk cId="3498740623" sldId="304"/>
            <ac:graphicFrameMk id="30" creationId="{00000000-0000-0000-0000-000000000000}"/>
          </ac:graphicFrameMkLst>
        </pc:graphicFrameChg>
      </pc:sldChg>
      <pc:sldChg chg="addSp delSp modSp add mod ord delAnim modAnim">
        <pc:chgData name="Aggie Menezes" userId="74619c95fa3483c9" providerId="LiveId" clId="{B3A43211-D156-1742-A366-F9EE73F61559}" dt="2021-01-04T09:05:57.856" v="755" actId="20577"/>
        <pc:sldMkLst>
          <pc:docMk/>
          <pc:sldMk cId="2736621292" sldId="305"/>
        </pc:sldMkLst>
        <pc:spChg chg="mod">
          <ac:chgData name="Aggie Menezes" userId="74619c95fa3483c9" providerId="LiveId" clId="{B3A43211-D156-1742-A366-F9EE73F61559}" dt="2021-01-04T08:27:27.080" v="258" actId="20577"/>
          <ac:spMkLst>
            <pc:docMk/>
            <pc:sldMk cId="2736621292" sldId="305"/>
            <ac:spMk id="28" creationId="{00000000-0000-0000-0000-000000000000}"/>
          </ac:spMkLst>
        </pc:spChg>
        <pc:graphicFrameChg chg="del mod modGraphic">
          <ac:chgData name="Aggie Menezes" userId="74619c95fa3483c9" providerId="LiveId" clId="{B3A43211-D156-1742-A366-F9EE73F61559}" dt="2021-01-04T08:20:35.440" v="63" actId="478"/>
          <ac:graphicFrameMkLst>
            <pc:docMk/>
            <pc:sldMk cId="2736621292" sldId="305"/>
            <ac:graphicFrameMk id="3" creationId="{AE487FAA-FC28-BA4D-933A-01B62DD0ACAD}"/>
          </ac:graphicFrameMkLst>
        </pc:graphicFrameChg>
        <pc:graphicFrameChg chg="add mod modGraphic">
          <ac:chgData name="Aggie Menezes" userId="74619c95fa3483c9" providerId="LiveId" clId="{B3A43211-D156-1742-A366-F9EE73F61559}" dt="2021-01-04T09:05:57.856" v="755" actId="20577"/>
          <ac:graphicFrameMkLst>
            <pc:docMk/>
            <pc:sldMk cId="2736621292" sldId="305"/>
            <ac:graphicFrameMk id="4" creationId="{2B8D946D-C113-454D-9EE5-D67955F7121E}"/>
          </ac:graphicFrameMkLst>
        </pc:graphicFrameChg>
        <pc:graphicFrameChg chg="del mod modGraphic">
          <ac:chgData name="Aggie Menezes" userId="74619c95fa3483c9" providerId="LiveId" clId="{B3A43211-D156-1742-A366-F9EE73F61559}" dt="2021-01-04T08:21:51.717" v="95" actId="478"/>
          <ac:graphicFrameMkLst>
            <pc:docMk/>
            <pc:sldMk cId="2736621292" sldId="305"/>
            <ac:graphicFrameMk id="6" creationId="{7D20EB48-EB12-1F41-98AD-CB69B6E1938D}"/>
          </ac:graphicFrameMkLst>
        </pc:graphicFrameChg>
        <pc:graphicFrameChg chg="add del mod modGraphic">
          <ac:chgData name="Aggie Menezes" userId="74619c95fa3483c9" providerId="LiveId" clId="{B3A43211-D156-1742-A366-F9EE73F61559}" dt="2021-01-04T08:30:58.813" v="302" actId="6549"/>
          <ac:graphicFrameMkLst>
            <pc:docMk/>
            <pc:sldMk cId="2736621292" sldId="305"/>
            <ac:graphicFrameMk id="30" creationId="{00000000-0000-0000-0000-000000000000}"/>
          </ac:graphicFrameMkLst>
        </pc:graphicFrameChg>
      </pc:sldChg>
      <pc:sldChg chg="addSp delSp modSp add mod ord modAnim">
        <pc:chgData name="Aggie Menezes" userId="74619c95fa3483c9" providerId="LiveId" clId="{B3A43211-D156-1742-A366-F9EE73F61559}" dt="2021-01-04T09:11:14.676" v="1039" actId="20578"/>
        <pc:sldMkLst>
          <pc:docMk/>
          <pc:sldMk cId="2991207926" sldId="306"/>
        </pc:sldMkLst>
        <pc:spChg chg="mod">
          <ac:chgData name="Aggie Menezes" userId="74619c95fa3483c9" providerId="LiveId" clId="{B3A43211-D156-1742-A366-F9EE73F61559}" dt="2021-01-04T08:59:19.721" v="656" actId="1076"/>
          <ac:spMkLst>
            <pc:docMk/>
            <pc:sldMk cId="2991207926" sldId="306"/>
            <ac:spMk id="6" creationId="{720B97E4-C00E-8447-A79D-740556E83A17}"/>
          </ac:spMkLst>
        </pc:spChg>
        <pc:spChg chg="mod">
          <ac:chgData name="Aggie Menezes" userId="74619c95fa3483c9" providerId="LiveId" clId="{B3A43211-D156-1742-A366-F9EE73F61559}" dt="2021-01-04T08:59:19.721" v="656" actId="1076"/>
          <ac:spMkLst>
            <pc:docMk/>
            <pc:sldMk cId="2991207926" sldId="306"/>
            <ac:spMk id="8" creationId="{249F51A9-8717-144B-A06D-205DFF9D3C5D}"/>
          </ac:spMkLst>
        </pc:spChg>
        <pc:spChg chg="del">
          <ac:chgData name="Aggie Menezes" userId="74619c95fa3483c9" providerId="LiveId" clId="{B3A43211-D156-1742-A366-F9EE73F61559}" dt="2021-01-04T08:46:58.992" v="500" actId="478"/>
          <ac:spMkLst>
            <pc:docMk/>
            <pc:sldMk cId="2991207926" sldId="306"/>
            <ac:spMk id="9" creationId="{45931BB4-175E-4C42-83B4-C3B3E41C617C}"/>
          </ac:spMkLst>
        </pc:spChg>
        <pc:spChg chg="mod">
          <ac:chgData name="Aggie Menezes" userId="74619c95fa3483c9" providerId="LiveId" clId="{B3A43211-D156-1742-A366-F9EE73F61559}" dt="2021-01-04T08:59:19.721" v="656" actId="1076"/>
          <ac:spMkLst>
            <pc:docMk/>
            <pc:sldMk cId="2991207926" sldId="306"/>
            <ac:spMk id="10" creationId="{1B5AC902-1E62-1D4E-BE88-4B658C4BBC6B}"/>
          </ac:spMkLst>
        </pc:spChg>
        <pc:spChg chg="del mod">
          <ac:chgData name="Aggie Menezes" userId="74619c95fa3483c9" providerId="LiveId" clId="{B3A43211-D156-1742-A366-F9EE73F61559}" dt="2021-01-04T08:50:27.315" v="550" actId="478"/>
          <ac:spMkLst>
            <pc:docMk/>
            <pc:sldMk cId="2991207926" sldId="306"/>
            <ac:spMk id="11" creationId="{42468A16-2BEC-8543-915F-6CD250F7662D}"/>
          </ac:spMkLst>
        </pc:spChg>
        <pc:spChg chg="del">
          <ac:chgData name="Aggie Menezes" userId="74619c95fa3483c9" providerId="LiveId" clId="{B3A43211-D156-1742-A366-F9EE73F61559}" dt="2021-01-04T08:50:29.838" v="551" actId="478"/>
          <ac:spMkLst>
            <pc:docMk/>
            <pc:sldMk cId="2991207926" sldId="306"/>
            <ac:spMk id="12" creationId="{1CFF4F1A-8109-D546-9496-7D3961A10284}"/>
          </ac:spMkLst>
        </pc:spChg>
        <pc:spChg chg="mod">
          <ac:chgData name="Aggie Menezes" userId="74619c95fa3483c9" providerId="LiveId" clId="{B3A43211-D156-1742-A366-F9EE73F61559}" dt="2021-01-04T08:58:39.611" v="650" actId="14100"/>
          <ac:spMkLst>
            <pc:docMk/>
            <pc:sldMk cId="2991207926" sldId="306"/>
            <ac:spMk id="13" creationId="{9A326FD4-A6B2-6B4C-9ECD-CEA6042A8B4A}"/>
          </ac:spMkLst>
        </pc:spChg>
        <pc:spChg chg="mod">
          <ac:chgData name="Aggie Menezes" userId="74619c95fa3483c9" providerId="LiveId" clId="{B3A43211-D156-1742-A366-F9EE73F61559}" dt="2021-01-04T08:50:23.906" v="549" actId="20577"/>
          <ac:spMkLst>
            <pc:docMk/>
            <pc:sldMk cId="2991207926" sldId="306"/>
            <ac:spMk id="14" creationId="{EEBCA073-82A5-9640-AF1A-74F18A779C06}"/>
          </ac:spMkLst>
        </pc:spChg>
        <pc:spChg chg="add mod">
          <ac:chgData name="Aggie Menezes" userId="74619c95fa3483c9" providerId="LiveId" clId="{B3A43211-D156-1742-A366-F9EE73F61559}" dt="2021-01-04T08:50:36.708" v="552" actId="1076"/>
          <ac:spMkLst>
            <pc:docMk/>
            <pc:sldMk cId="2991207926" sldId="306"/>
            <ac:spMk id="15" creationId="{26EBDC6B-EF6B-0E4A-9573-544AD6EDF632}"/>
          </ac:spMkLst>
        </pc:spChg>
        <pc:spChg chg="add mod">
          <ac:chgData name="Aggie Menezes" userId="74619c95fa3483c9" providerId="LiveId" clId="{B3A43211-D156-1742-A366-F9EE73F61559}" dt="2021-01-04T08:50:36.708" v="552" actId="1076"/>
          <ac:spMkLst>
            <pc:docMk/>
            <pc:sldMk cId="2991207926" sldId="306"/>
            <ac:spMk id="16" creationId="{FA220362-E2C0-C340-A705-3B6A2CE51C68}"/>
          </ac:spMkLst>
        </pc:spChg>
        <pc:spChg chg="add del mod">
          <ac:chgData name="Aggie Menezes" userId="74619c95fa3483c9" providerId="LiveId" clId="{B3A43211-D156-1742-A366-F9EE73F61559}" dt="2021-01-04T08:49:00.464" v="522" actId="478"/>
          <ac:spMkLst>
            <pc:docMk/>
            <pc:sldMk cId="2991207926" sldId="306"/>
            <ac:spMk id="17" creationId="{F0B1AF14-2A38-624A-931E-003FE70FE28B}"/>
          </ac:spMkLst>
        </pc:spChg>
        <pc:spChg chg="add mod">
          <ac:chgData name="Aggie Menezes" userId="74619c95fa3483c9" providerId="LiveId" clId="{B3A43211-D156-1742-A366-F9EE73F61559}" dt="2021-01-04T09:07:56.866" v="767" actId="58"/>
          <ac:spMkLst>
            <pc:docMk/>
            <pc:sldMk cId="2991207926" sldId="306"/>
            <ac:spMk id="18" creationId="{F0C5FDB9-8188-EC44-96F7-20D2A046055F}"/>
          </ac:spMkLst>
        </pc:spChg>
        <pc:spChg chg="add mod">
          <ac:chgData name="Aggie Menezes" userId="74619c95fa3483c9" providerId="LiveId" clId="{B3A43211-D156-1742-A366-F9EE73F61559}" dt="2021-01-04T08:51:07.285" v="558" actId="1076"/>
          <ac:spMkLst>
            <pc:docMk/>
            <pc:sldMk cId="2991207926" sldId="306"/>
            <ac:spMk id="19" creationId="{C7816940-CB5E-FA4A-997B-A7375FF0A00E}"/>
          </ac:spMkLst>
        </pc:spChg>
        <pc:spChg chg="add mod">
          <ac:chgData name="Aggie Menezes" userId="74619c95fa3483c9" providerId="LiveId" clId="{B3A43211-D156-1742-A366-F9EE73F61559}" dt="2021-01-04T08:55:59.743" v="625" actId="207"/>
          <ac:spMkLst>
            <pc:docMk/>
            <pc:sldMk cId="2991207926" sldId="306"/>
            <ac:spMk id="20" creationId="{CD3B07FC-9BCA-8444-894B-E84DF5411C33}"/>
          </ac:spMkLst>
        </pc:spChg>
        <pc:spChg chg="mod">
          <ac:chgData name="Aggie Menezes" userId="74619c95fa3483c9" providerId="LiveId" clId="{B3A43211-D156-1742-A366-F9EE73F61559}" dt="2021-01-04T08:59:31.684" v="657" actId="207"/>
          <ac:spMkLst>
            <pc:docMk/>
            <pc:sldMk cId="2991207926" sldId="306"/>
            <ac:spMk id="24" creationId="{00000000-0000-0000-0000-000000000000}"/>
          </ac:spMkLst>
        </pc:spChg>
      </pc:sldChg>
      <pc:sldChg chg="addSp delSp modSp add mod ord modAnim">
        <pc:chgData name="Aggie Menezes" userId="74619c95fa3483c9" providerId="LiveId" clId="{B3A43211-D156-1742-A366-F9EE73F61559}" dt="2021-01-04T09:11:14.676" v="1039" actId="20578"/>
        <pc:sldMkLst>
          <pc:docMk/>
          <pc:sldMk cId="412663296" sldId="307"/>
        </pc:sldMkLst>
        <pc:spChg chg="mod">
          <ac:chgData name="Aggie Menezes" userId="74619c95fa3483c9" providerId="LiveId" clId="{B3A43211-D156-1742-A366-F9EE73F61559}" dt="2021-01-04T08:57:33.511" v="641" actId="1076"/>
          <ac:spMkLst>
            <pc:docMk/>
            <pc:sldMk cId="412663296" sldId="307"/>
            <ac:spMk id="6" creationId="{720B97E4-C00E-8447-A79D-740556E83A17}"/>
          </ac:spMkLst>
        </pc:spChg>
        <pc:spChg chg="del">
          <ac:chgData name="Aggie Menezes" userId="74619c95fa3483c9" providerId="LiveId" clId="{B3A43211-D156-1742-A366-F9EE73F61559}" dt="2021-01-04T08:57:29.707" v="640" actId="478"/>
          <ac:spMkLst>
            <pc:docMk/>
            <pc:sldMk cId="412663296" sldId="307"/>
            <ac:spMk id="8" creationId="{249F51A9-8717-144B-A06D-205DFF9D3C5D}"/>
          </ac:spMkLst>
        </pc:spChg>
        <pc:spChg chg="del">
          <ac:chgData name="Aggie Menezes" userId="74619c95fa3483c9" providerId="LiveId" clId="{B3A43211-D156-1742-A366-F9EE73F61559}" dt="2021-01-04T08:57:36.627" v="642" actId="478"/>
          <ac:spMkLst>
            <pc:docMk/>
            <pc:sldMk cId="412663296" sldId="307"/>
            <ac:spMk id="10" creationId="{1B5AC902-1E62-1D4E-BE88-4B658C4BBC6B}"/>
          </ac:spMkLst>
        </pc:spChg>
        <pc:spChg chg="mod">
          <ac:chgData name="Aggie Menezes" userId="74619c95fa3483c9" providerId="LiveId" clId="{B3A43211-D156-1742-A366-F9EE73F61559}" dt="2021-01-04T08:58:04.393" v="649" actId="14100"/>
          <ac:spMkLst>
            <pc:docMk/>
            <pc:sldMk cId="412663296" sldId="307"/>
            <ac:spMk id="13" creationId="{9A326FD4-A6B2-6B4C-9ECD-CEA6042A8B4A}"/>
          </ac:spMkLst>
        </pc:spChg>
        <pc:spChg chg="mod">
          <ac:chgData name="Aggie Menezes" userId="74619c95fa3483c9" providerId="LiveId" clId="{B3A43211-D156-1742-A366-F9EE73F61559}" dt="2021-01-04T09:00:24.090" v="660" actId="1076"/>
          <ac:spMkLst>
            <pc:docMk/>
            <pc:sldMk cId="412663296" sldId="307"/>
            <ac:spMk id="14" creationId="{EEBCA073-82A5-9640-AF1A-74F18A779C06}"/>
          </ac:spMkLst>
        </pc:spChg>
        <pc:spChg chg="mod">
          <ac:chgData name="Aggie Menezes" userId="74619c95fa3483c9" providerId="LiveId" clId="{B3A43211-D156-1742-A366-F9EE73F61559}" dt="2021-01-04T09:00:24.090" v="660" actId="1076"/>
          <ac:spMkLst>
            <pc:docMk/>
            <pc:sldMk cId="412663296" sldId="307"/>
            <ac:spMk id="15" creationId="{26EBDC6B-EF6B-0E4A-9573-544AD6EDF632}"/>
          </ac:spMkLst>
        </pc:spChg>
        <pc:spChg chg="mod">
          <ac:chgData name="Aggie Menezes" userId="74619c95fa3483c9" providerId="LiveId" clId="{B3A43211-D156-1742-A366-F9EE73F61559}" dt="2021-01-04T09:00:24.090" v="660" actId="1076"/>
          <ac:spMkLst>
            <pc:docMk/>
            <pc:sldMk cId="412663296" sldId="307"/>
            <ac:spMk id="16" creationId="{FA220362-E2C0-C340-A705-3B6A2CE51C68}"/>
          </ac:spMkLst>
        </pc:spChg>
        <pc:spChg chg="add mod">
          <ac:chgData name="Aggie Menezes" userId="74619c95fa3483c9" providerId="LiveId" clId="{B3A43211-D156-1742-A366-F9EE73F61559}" dt="2021-01-04T08:57:51.872" v="647" actId="20577"/>
          <ac:spMkLst>
            <pc:docMk/>
            <pc:sldMk cId="412663296" sldId="307"/>
            <ac:spMk id="17" creationId="{4E5891BA-DD22-7E41-AA23-BDA6C56A02C2}"/>
          </ac:spMkLst>
        </pc:spChg>
        <pc:spChg chg="mod">
          <ac:chgData name="Aggie Menezes" userId="74619c95fa3483c9" providerId="LiveId" clId="{B3A43211-D156-1742-A366-F9EE73F61559}" dt="2021-01-04T09:08:40.869" v="769" actId="1076"/>
          <ac:spMkLst>
            <pc:docMk/>
            <pc:sldMk cId="412663296" sldId="307"/>
            <ac:spMk id="18" creationId="{F0C5FDB9-8188-EC44-96F7-20D2A046055F}"/>
          </ac:spMkLst>
        </pc:spChg>
        <pc:spChg chg="mod">
          <ac:chgData name="Aggie Menezes" userId="74619c95fa3483c9" providerId="LiveId" clId="{B3A43211-D156-1742-A366-F9EE73F61559}" dt="2021-01-04T09:00:24.090" v="660" actId="1076"/>
          <ac:spMkLst>
            <pc:docMk/>
            <pc:sldMk cId="412663296" sldId="307"/>
            <ac:spMk id="19" creationId="{C7816940-CB5E-FA4A-997B-A7375FF0A00E}"/>
          </ac:spMkLst>
        </pc:spChg>
        <pc:spChg chg="mod">
          <ac:chgData name="Aggie Menezes" userId="74619c95fa3483c9" providerId="LiveId" clId="{B3A43211-D156-1742-A366-F9EE73F61559}" dt="2021-01-04T09:00:24.090" v="660" actId="1076"/>
          <ac:spMkLst>
            <pc:docMk/>
            <pc:sldMk cId="412663296" sldId="307"/>
            <ac:spMk id="20" creationId="{CD3B07FC-9BCA-8444-894B-E84DF5411C33}"/>
          </ac:spMkLst>
        </pc:spChg>
        <pc:spChg chg="add mod">
          <ac:chgData name="Aggie Menezes" userId="74619c95fa3483c9" providerId="LiveId" clId="{B3A43211-D156-1742-A366-F9EE73F61559}" dt="2021-01-04T09:02:06.319" v="713" actId="207"/>
          <ac:spMkLst>
            <pc:docMk/>
            <pc:sldMk cId="412663296" sldId="307"/>
            <ac:spMk id="21" creationId="{DDF919F2-A194-6440-A9FF-B77D54D27DA7}"/>
          </ac:spMkLst>
        </pc:spChg>
        <pc:spChg chg="add mod">
          <ac:chgData name="Aggie Menezes" userId="74619c95fa3483c9" providerId="LiveId" clId="{B3A43211-D156-1742-A366-F9EE73F61559}" dt="2021-01-04T09:05:24.272" v="754" actId="20577"/>
          <ac:spMkLst>
            <pc:docMk/>
            <pc:sldMk cId="412663296" sldId="307"/>
            <ac:spMk id="22" creationId="{41A42610-70F8-A546-9AF5-15F74679DDB3}"/>
          </ac:spMkLst>
        </pc:spChg>
        <pc:spChg chg="mod">
          <ac:chgData name="Aggie Menezes" userId="74619c95fa3483c9" providerId="LiveId" clId="{B3A43211-D156-1742-A366-F9EE73F61559}" dt="2021-01-04T08:59:53.056" v="659" actId="207"/>
          <ac:spMkLst>
            <pc:docMk/>
            <pc:sldMk cId="412663296" sldId="307"/>
            <ac:spMk id="24" creationId="{00000000-0000-0000-0000-000000000000}"/>
          </ac:spMkLst>
        </pc:spChg>
      </pc:sldChg>
      <pc:sldChg chg="add del">
        <pc:chgData name="Aggie Menezes" userId="74619c95fa3483c9" providerId="LiveId" clId="{B3A43211-D156-1742-A366-F9EE73F61559}" dt="2021-01-04T09:11:41.823" v="1041" actId="2890"/>
        <pc:sldMkLst>
          <pc:docMk/>
          <pc:sldMk cId="3164163019" sldId="308"/>
        </pc:sldMkLst>
      </pc:sldChg>
      <pc:sldChg chg="add">
        <pc:chgData name="Aggie Menezes" userId="74619c95fa3483c9" providerId="LiveId" clId="{B3A43211-D156-1742-A366-F9EE73F61559}" dt="2021-01-04T09:11:47.970" v="1042" actId="2890"/>
        <pc:sldMkLst>
          <pc:docMk/>
          <pc:sldMk cId="3639544081" sldId="308"/>
        </pc:sldMkLst>
      </pc:sldChg>
      <pc:sldChg chg="add del replId">
        <pc:chgData name="Aggie Menezes" userId="74619c95fa3483c9" providerId="LiveId" clId="{B3A43211-D156-1742-A366-F9EE73F61559}" dt="2021-01-04T09:11:41.823" v="1041" actId="2890"/>
        <pc:sldMkLst>
          <pc:docMk/>
          <pc:sldMk cId="304409243" sldId="309"/>
        </pc:sldMkLst>
      </pc:sldChg>
      <pc:sldChg chg="add del replId">
        <pc:chgData name="Aggie Menezes" userId="74619c95fa3483c9" providerId="LiveId" clId="{B3A43211-D156-1742-A366-F9EE73F61559}" dt="2021-01-04T09:11:41.823" v="1041" actId="2890"/>
        <pc:sldMkLst>
          <pc:docMk/>
          <pc:sldMk cId="1259638738" sldId="310"/>
        </pc:sldMkLst>
      </pc:sldChg>
    </pc:docChg>
  </pc:docChgLst>
  <pc:docChgLst>
    <pc:chgData name="Aggie Menezes" userId="74619c95fa3483c9" providerId="LiveId" clId="{33561AF4-CFF1-004B-A392-2B837BA1344C}"/>
    <pc:docChg chg="undo custSel delSld modSld">
      <pc:chgData name="Aggie Menezes" userId="74619c95fa3483c9" providerId="LiveId" clId="{33561AF4-CFF1-004B-A392-2B837BA1344C}" dt="2020-10-03T08:14:58.773" v="129" actId="478"/>
      <pc:docMkLst>
        <pc:docMk/>
      </pc:docMkLst>
      <pc:sldChg chg="delSp mod">
        <pc:chgData name="Aggie Menezes" userId="74619c95fa3483c9" providerId="LiveId" clId="{33561AF4-CFF1-004B-A392-2B837BA1344C}" dt="2020-10-03T08:09:28.460" v="20" actId="478"/>
        <pc:sldMkLst>
          <pc:docMk/>
          <pc:sldMk cId="0" sldId="256"/>
        </pc:sldMkLst>
        <pc:grpChg chg="del">
          <ac:chgData name="Aggie Menezes" userId="74619c95fa3483c9" providerId="LiveId" clId="{33561AF4-CFF1-004B-A392-2B837BA1344C}" dt="2020-10-03T08:08:43.422" v="1" actId="478"/>
          <ac:grpSpMkLst>
            <pc:docMk/>
            <pc:sldMk cId="0" sldId="256"/>
            <ac:grpSpMk id="37" creationId="{93DA5AB2-47CA-A744-BE00-A2464D3BBB40}"/>
          </ac:grpSpMkLst>
        </pc:grpChg>
        <pc:grpChg chg="del">
          <ac:chgData name="Aggie Menezes" userId="74619c95fa3483c9" providerId="LiveId" clId="{33561AF4-CFF1-004B-A392-2B837BA1344C}" dt="2020-10-03T08:09:28.460" v="20" actId="478"/>
          <ac:grpSpMkLst>
            <pc:docMk/>
            <pc:sldMk cId="0" sldId="256"/>
            <ac:grpSpMk id="44" creationId="{BC4DB55E-2A4E-1645-AB93-15D9C352F9A1}"/>
          </ac:grpSpMkLst>
        </pc:grpChg>
        <pc:grpChg chg="del">
          <ac:chgData name="Aggie Menezes" userId="74619c95fa3483c9" providerId="LiveId" clId="{33561AF4-CFF1-004B-A392-2B837BA1344C}" dt="2020-10-03T08:09:12.743" v="13" actId="478"/>
          <ac:grpSpMkLst>
            <pc:docMk/>
            <pc:sldMk cId="0" sldId="256"/>
            <ac:grpSpMk id="61" creationId="{725BAAC9-5E98-CC4D-A38A-CC5C8782C7C6}"/>
          </ac:grpSpMkLst>
        </pc:grpChg>
        <pc:grpChg chg="del">
          <ac:chgData name="Aggie Menezes" userId="74619c95fa3483c9" providerId="LiveId" clId="{33561AF4-CFF1-004B-A392-2B837BA1344C}" dt="2020-10-03T08:08:48.537" v="4" actId="478"/>
          <ac:grpSpMkLst>
            <pc:docMk/>
            <pc:sldMk cId="0" sldId="256"/>
            <ac:grpSpMk id="69" creationId="{5759BF52-2407-154B-923D-C23EDFB3E713}"/>
          </ac:grpSpMkLst>
        </pc:grpChg>
        <pc:grpChg chg="del">
          <ac:chgData name="Aggie Menezes" userId="74619c95fa3483c9" providerId="LiveId" clId="{33561AF4-CFF1-004B-A392-2B837BA1344C}" dt="2020-10-03T08:08:55.426" v="6" actId="478"/>
          <ac:grpSpMkLst>
            <pc:docMk/>
            <pc:sldMk cId="0" sldId="256"/>
            <ac:grpSpMk id="73" creationId="{57D974E6-B082-134B-A85D-A614288C84F2}"/>
          </ac:grpSpMkLst>
        </pc:grpChg>
        <pc:inkChg chg="del">
          <ac:chgData name="Aggie Menezes" userId="74619c95fa3483c9" providerId="LiveId" clId="{33561AF4-CFF1-004B-A392-2B837BA1344C}" dt="2020-10-03T08:08:45.201" v="2" actId="478"/>
          <ac:inkMkLst>
            <pc:docMk/>
            <pc:sldMk cId="0" sldId="256"/>
            <ac:inkMk id="7" creationId="{8AA742E2-F5E9-2141-9922-ADCBC12C4975}"/>
          </ac:inkMkLst>
        </pc:inkChg>
        <pc:inkChg chg="del">
          <ac:chgData name="Aggie Menezes" userId="74619c95fa3483c9" providerId="LiveId" clId="{33561AF4-CFF1-004B-A392-2B837BA1344C}" dt="2020-10-03T08:09:20.671" v="17" actId="478"/>
          <ac:inkMkLst>
            <pc:docMk/>
            <pc:sldMk cId="0" sldId="256"/>
            <ac:inkMk id="38" creationId="{C42964A6-CA6C-894B-9F8C-E6CBFF9AB7FE}"/>
          </ac:inkMkLst>
        </pc:inkChg>
        <pc:inkChg chg="del">
          <ac:chgData name="Aggie Menezes" userId="74619c95fa3483c9" providerId="LiveId" clId="{33561AF4-CFF1-004B-A392-2B837BA1344C}" dt="2020-10-03T08:09:26.043" v="18" actId="478"/>
          <ac:inkMkLst>
            <pc:docMk/>
            <pc:sldMk cId="0" sldId="256"/>
            <ac:inkMk id="39" creationId="{B01263F1-A8EF-8448-B922-4B4DE691C3C9}"/>
          </ac:inkMkLst>
        </pc:inkChg>
        <pc:inkChg chg="del">
          <ac:chgData name="Aggie Menezes" userId="74619c95fa3483c9" providerId="LiveId" clId="{33561AF4-CFF1-004B-A392-2B837BA1344C}" dt="2020-10-03T08:09:16.855" v="16" actId="478"/>
          <ac:inkMkLst>
            <pc:docMk/>
            <pc:sldMk cId="0" sldId="256"/>
            <ac:inkMk id="48" creationId="{267AD445-1260-5E46-BF54-E5D0B129623F}"/>
          </ac:inkMkLst>
        </pc:inkChg>
        <pc:inkChg chg="del">
          <ac:chgData name="Aggie Menezes" userId="74619c95fa3483c9" providerId="LiveId" clId="{33561AF4-CFF1-004B-A392-2B837BA1344C}" dt="2020-10-03T08:09:07.679" v="12" actId="478"/>
          <ac:inkMkLst>
            <pc:docMk/>
            <pc:sldMk cId="0" sldId="256"/>
            <ac:inkMk id="50" creationId="{32EBEA60-3454-AF4C-9416-01EAAFDBB456}"/>
          </ac:inkMkLst>
        </pc:inkChg>
        <pc:inkChg chg="del">
          <ac:chgData name="Aggie Menezes" userId="74619c95fa3483c9" providerId="LiveId" clId="{33561AF4-CFF1-004B-A392-2B837BA1344C}" dt="2020-10-03T08:08:58.469" v="7" actId="478"/>
          <ac:inkMkLst>
            <pc:docMk/>
            <pc:sldMk cId="0" sldId="256"/>
            <ac:inkMk id="51" creationId="{5360320F-E305-8941-BAAA-5E603399B926}"/>
          </ac:inkMkLst>
        </pc:inkChg>
        <pc:inkChg chg="del">
          <ac:chgData name="Aggie Menezes" userId="74619c95fa3483c9" providerId="LiveId" clId="{33561AF4-CFF1-004B-A392-2B837BA1344C}" dt="2020-10-03T08:09:15.702" v="15" actId="478"/>
          <ac:inkMkLst>
            <pc:docMk/>
            <pc:sldMk cId="0" sldId="256"/>
            <ac:inkMk id="52" creationId="{B0DE6378-531D-0146-B501-C8A0BFB7329F}"/>
          </ac:inkMkLst>
        </pc:inkChg>
        <pc:inkChg chg="del">
          <ac:chgData name="Aggie Menezes" userId="74619c95fa3483c9" providerId="LiveId" clId="{33561AF4-CFF1-004B-A392-2B837BA1344C}" dt="2020-10-03T08:09:04.096" v="10" actId="478"/>
          <ac:inkMkLst>
            <pc:docMk/>
            <pc:sldMk cId="0" sldId="256"/>
            <ac:inkMk id="53" creationId="{1A2D1360-C2E2-5C49-886C-F498E654E344}"/>
          </ac:inkMkLst>
        </pc:inkChg>
        <pc:inkChg chg="del">
          <ac:chgData name="Aggie Menezes" userId="74619c95fa3483c9" providerId="LiveId" clId="{33561AF4-CFF1-004B-A392-2B837BA1344C}" dt="2020-10-03T08:09:05.892" v="11" actId="478"/>
          <ac:inkMkLst>
            <pc:docMk/>
            <pc:sldMk cId="0" sldId="256"/>
            <ac:inkMk id="60" creationId="{C2D0B518-BF1C-4C4A-A4D6-31CF941D57CB}"/>
          </ac:inkMkLst>
        </pc:inkChg>
        <pc:inkChg chg="del">
          <ac:chgData name="Aggie Menezes" userId="74619c95fa3483c9" providerId="LiveId" clId="{33561AF4-CFF1-004B-A392-2B837BA1344C}" dt="2020-10-03T08:08:59.953" v="8" actId="478"/>
          <ac:inkMkLst>
            <pc:docMk/>
            <pc:sldMk cId="0" sldId="256"/>
            <ac:inkMk id="63" creationId="{E3EAF944-881B-5947-ABCE-BE01FB57E304}"/>
          </ac:inkMkLst>
        </pc:inkChg>
        <pc:inkChg chg="del">
          <ac:chgData name="Aggie Menezes" userId="74619c95fa3483c9" providerId="LiveId" clId="{33561AF4-CFF1-004B-A392-2B837BA1344C}" dt="2020-10-03T08:09:14.642" v="14" actId="478"/>
          <ac:inkMkLst>
            <pc:docMk/>
            <pc:sldMk cId="0" sldId="256"/>
            <ac:inkMk id="67" creationId="{BCB3A08E-9830-0F4A-A768-FBE0408D8BA7}"/>
          </ac:inkMkLst>
        </pc:inkChg>
        <pc:inkChg chg="del">
          <ac:chgData name="Aggie Menezes" userId="74619c95fa3483c9" providerId="LiveId" clId="{33561AF4-CFF1-004B-A392-2B837BA1344C}" dt="2020-10-03T08:09:02.301" v="9" actId="478"/>
          <ac:inkMkLst>
            <pc:docMk/>
            <pc:sldMk cId="0" sldId="256"/>
            <ac:inkMk id="68" creationId="{3F803796-C2CC-3547-A6C1-36AA661B5C0C}"/>
          </ac:inkMkLst>
        </pc:inkChg>
        <pc:inkChg chg="del">
          <ac:chgData name="Aggie Menezes" userId="74619c95fa3483c9" providerId="LiveId" clId="{33561AF4-CFF1-004B-A392-2B837BA1344C}" dt="2020-10-03T08:08:50.139" v="5" actId="478"/>
          <ac:inkMkLst>
            <pc:docMk/>
            <pc:sldMk cId="0" sldId="256"/>
            <ac:inkMk id="70" creationId="{21A7C048-3A2B-B949-9AD2-E94D4E20BBA9}"/>
          </ac:inkMkLst>
        </pc:inkChg>
        <pc:inkChg chg="del">
          <ac:chgData name="Aggie Menezes" userId="74619c95fa3483c9" providerId="LiveId" clId="{33561AF4-CFF1-004B-A392-2B837BA1344C}" dt="2020-10-03T08:08:46.510" v="3" actId="478"/>
          <ac:inkMkLst>
            <pc:docMk/>
            <pc:sldMk cId="0" sldId="256"/>
            <ac:inkMk id="74" creationId="{AD1BB250-78FF-C646-928A-E711BBC2AF68}"/>
          </ac:inkMkLst>
        </pc:inkChg>
        <pc:inkChg chg="del">
          <ac:chgData name="Aggie Menezes" userId="74619c95fa3483c9" providerId="LiveId" clId="{33561AF4-CFF1-004B-A392-2B837BA1344C}" dt="2020-10-03T08:09:27.276" v="19" actId="478"/>
          <ac:inkMkLst>
            <pc:docMk/>
            <pc:sldMk cId="0" sldId="256"/>
            <ac:inkMk id="75" creationId="{DD0FD8C4-3A54-2247-A2AD-376F966E4EB5}"/>
          </ac:inkMkLst>
        </pc:inkChg>
      </pc:sldChg>
      <pc:sldChg chg="delSp mod">
        <pc:chgData name="Aggie Menezes" userId="74619c95fa3483c9" providerId="LiveId" clId="{33561AF4-CFF1-004B-A392-2B837BA1344C}" dt="2020-10-03T08:09:37.436" v="22" actId="478"/>
        <pc:sldMkLst>
          <pc:docMk/>
          <pc:sldMk cId="0" sldId="258"/>
        </pc:sldMkLst>
        <pc:grpChg chg="del">
          <ac:chgData name="Aggie Menezes" userId="74619c95fa3483c9" providerId="LiveId" clId="{33561AF4-CFF1-004B-A392-2B837BA1344C}" dt="2020-10-03T08:09:35.037" v="21" actId="478"/>
          <ac:grpSpMkLst>
            <pc:docMk/>
            <pc:sldMk cId="0" sldId="258"/>
            <ac:grpSpMk id="11" creationId="{D8D93062-B6EF-4F47-A12B-DC1375421B0D}"/>
          </ac:grpSpMkLst>
        </pc:grpChg>
        <pc:grpChg chg="del">
          <ac:chgData name="Aggie Menezes" userId="74619c95fa3483c9" providerId="LiveId" clId="{33561AF4-CFF1-004B-A392-2B837BA1344C}" dt="2020-10-03T08:09:37.436" v="22" actId="478"/>
          <ac:grpSpMkLst>
            <pc:docMk/>
            <pc:sldMk cId="0" sldId="258"/>
            <ac:grpSpMk id="14" creationId="{112D9D91-66FD-174F-BF15-ABF8940A2457}"/>
          </ac:grpSpMkLst>
        </pc:grpChg>
      </pc:sldChg>
      <pc:sldChg chg="addSp delSp mod">
        <pc:chgData name="Aggie Menezes" userId="74619c95fa3483c9" providerId="LiveId" clId="{33561AF4-CFF1-004B-A392-2B837BA1344C}" dt="2020-10-03T08:11:09.777" v="60" actId="478"/>
        <pc:sldMkLst>
          <pc:docMk/>
          <pc:sldMk cId="0" sldId="263"/>
        </pc:sldMkLst>
        <pc:grpChg chg="del">
          <ac:chgData name="Aggie Menezes" userId="74619c95fa3483c9" providerId="LiveId" clId="{33561AF4-CFF1-004B-A392-2B837BA1344C}" dt="2020-10-03T08:11:02.310" v="58" actId="478"/>
          <ac:grpSpMkLst>
            <pc:docMk/>
            <pc:sldMk cId="0" sldId="263"/>
            <ac:grpSpMk id="6" creationId="{024D2F3D-793B-454D-BD4D-62F8D019E946}"/>
          </ac:grpSpMkLst>
        </pc:grpChg>
        <pc:grpChg chg="del">
          <ac:chgData name="Aggie Menezes" userId="74619c95fa3483c9" providerId="LiveId" clId="{33561AF4-CFF1-004B-A392-2B837BA1344C}" dt="2020-10-03T08:11:00.708" v="57" actId="478"/>
          <ac:grpSpMkLst>
            <pc:docMk/>
            <pc:sldMk cId="0" sldId="263"/>
            <ac:grpSpMk id="39" creationId="{A09D30BC-D5B6-D849-AF96-D67D82005068}"/>
          </ac:grpSpMkLst>
        </pc:grpChg>
        <pc:grpChg chg="del">
          <ac:chgData name="Aggie Menezes" userId="74619c95fa3483c9" providerId="LiveId" clId="{33561AF4-CFF1-004B-A392-2B837BA1344C}" dt="2020-10-03T08:11:05.909" v="59" actId="478"/>
          <ac:grpSpMkLst>
            <pc:docMk/>
            <pc:sldMk cId="0" sldId="263"/>
            <ac:grpSpMk id="40" creationId="{82BED204-06F5-2447-BA84-AB7D23CE0ED7}"/>
          </ac:grpSpMkLst>
        </pc:grpChg>
        <pc:grpChg chg="del">
          <ac:chgData name="Aggie Menezes" userId="74619c95fa3483c9" providerId="LiveId" clId="{33561AF4-CFF1-004B-A392-2B837BA1344C}" dt="2020-10-03T08:10:58.486" v="55" actId="478"/>
          <ac:grpSpMkLst>
            <pc:docMk/>
            <pc:sldMk cId="0" sldId="263"/>
            <ac:grpSpMk id="41" creationId="{EA83894C-6B1A-0D4A-892B-E7769192AAAE}"/>
          </ac:grpSpMkLst>
        </pc:grpChg>
        <pc:grpChg chg="del">
          <ac:chgData name="Aggie Menezes" userId="74619c95fa3483c9" providerId="LiveId" clId="{33561AF4-CFF1-004B-A392-2B837BA1344C}" dt="2020-10-03T08:10:56.950" v="54" actId="478"/>
          <ac:grpSpMkLst>
            <pc:docMk/>
            <pc:sldMk cId="0" sldId="263"/>
            <ac:grpSpMk id="65" creationId="{F5AB30E2-0F8C-DE4F-8B9B-4E0956221DA5}"/>
          </ac:grpSpMkLst>
        </pc:grpChg>
        <pc:grpChg chg="del">
          <ac:chgData name="Aggie Menezes" userId="74619c95fa3483c9" providerId="LiveId" clId="{33561AF4-CFF1-004B-A392-2B837BA1344C}" dt="2020-10-03T08:10:55.747" v="53" actId="478"/>
          <ac:grpSpMkLst>
            <pc:docMk/>
            <pc:sldMk cId="0" sldId="263"/>
            <ac:grpSpMk id="66" creationId="{9020B138-F202-C04A-890F-0D8D716A86F7}"/>
          </ac:grpSpMkLst>
        </pc:grpChg>
        <pc:picChg chg="add del">
          <ac:chgData name="Aggie Menezes" userId="74619c95fa3483c9" providerId="LiveId" clId="{33561AF4-CFF1-004B-A392-2B837BA1344C}" dt="2020-10-03T08:10:52.521" v="52" actId="478"/>
          <ac:picMkLst>
            <pc:docMk/>
            <pc:sldMk cId="0" sldId="263"/>
            <ac:picMk id="51" creationId="{00000000-0000-0000-0000-000000000000}"/>
          </ac:picMkLst>
        </pc:picChg>
        <pc:inkChg chg="del">
          <ac:chgData name="Aggie Menezes" userId="74619c95fa3483c9" providerId="LiveId" clId="{33561AF4-CFF1-004B-A392-2B837BA1344C}" dt="2020-10-03T08:10:59.751" v="56" actId="478"/>
          <ac:inkMkLst>
            <pc:docMk/>
            <pc:sldMk cId="0" sldId="263"/>
            <ac:inkMk id="33" creationId="{B9E267A1-95BA-A349-AC14-3E2AF9766E01}"/>
          </ac:inkMkLst>
        </pc:inkChg>
        <pc:inkChg chg="del">
          <ac:chgData name="Aggie Menezes" userId="74619c95fa3483c9" providerId="LiveId" clId="{33561AF4-CFF1-004B-A392-2B837BA1344C}" dt="2020-10-03T08:11:09.777" v="60" actId="478"/>
          <ac:inkMkLst>
            <pc:docMk/>
            <pc:sldMk cId="0" sldId="263"/>
            <ac:inkMk id="67" creationId="{01F037F2-C4F4-4346-B3C4-5398223D72E4}"/>
          </ac:inkMkLst>
        </pc:inkChg>
      </pc:sldChg>
      <pc:sldChg chg="delSp mod">
        <pc:chgData name="Aggie Menezes" userId="74619c95fa3483c9" providerId="LiveId" clId="{33561AF4-CFF1-004B-A392-2B837BA1344C}" dt="2020-10-03T08:11:19.023" v="63" actId="478"/>
        <pc:sldMkLst>
          <pc:docMk/>
          <pc:sldMk cId="0" sldId="266"/>
        </pc:sldMkLst>
        <pc:grpChg chg="del">
          <ac:chgData name="Aggie Menezes" userId="74619c95fa3483c9" providerId="LiveId" clId="{33561AF4-CFF1-004B-A392-2B837BA1344C}" dt="2020-10-03T08:11:17.627" v="62" actId="478"/>
          <ac:grpSpMkLst>
            <pc:docMk/>
            <pc:sldMk cId="0" sldId="266"/>
            <ac:grpSpMk id="11" creationId="{3A256612-5C1E-3F42-85BF-18BCD4B22245}"/>
          </ac:grpSpMkLst>
        </pc:grpChg>
        <pc:grpChg chg="del">
          <ac:chgData name="Aggie Menezes" userId="74619c95fa3483c9" providerId="LiveId" clId="{33561AF4-CFF1-004B-A392-2B837BA1344C}" dt="2020-10-03T08:11:19.023" v="63" actId="478"/>
          <ac:grpSpMkLst>
            <pc:docMk/>
            <pc:sldMk cId="0" sldId="266"/>
            <ac:grpSpMk id="12" creationId="{7A209DE1-D671-B840-95D9-799630BC5891}"/>
          </ac:grpSpMkLst>
        </pc:grpChg>
        <pc:grpChg chg="del">
          <ac:chgData name="Aggie Menezes" userId="74619c95fa3483c9" providerId="LiveId" clId="{33561AF4-CFF1-004B-A392-2B837BA1344C}" dt="2020-10-03T08:11:14.274" v="61" actId="478"/>
          <ac:grpSpMkLst>
            <pc:docMk/>
            <pc:sldMk cId="0" sldId="266"/>
            <ac:grpSpMk id="43" creationId="{F8433928-9EB3-E046-A38D-BEDE24C71C49}"/>
          </ac:grpSpMkLst>
        </pc:grpChg>
      </pc:sldChg>
      <pc:sldChg chg="delSp mod">
        <pc:chgData name="Aggie Menezes" userId="74619c95fa3483c9" providerId="LiveId" clId="{33561AF4-CFF1-004B-A392-2B837BA1344C}" dt="2020-10-03T08:08:35.618" v="0" actId="478"/>
        <pc:sldMkLst>
          <pc:docMk/>
          <pc:sldMk cId="2445306402" sldId="280"/>
        </pc:sldMkLst>
        <pc:grpChg chg="del">
          <ac:chgData name="Aggie Menezes" userId="74619c95fa3483c9" providerId="LiveId" clId="{33561AF4-CFF1-004B-A392-2B837BA1344C}" dt="2020-10-03T08:08:35.618" v="0" actId="478"/>
          <ac:grpSpMkLst>
            <pc:docMk/>
            <pc:sldMk cId="2445306402" sldId="280"/>
            <ac:grpSpMk id="18" creationId="{0A69DBBF-2DA7-2047-8027-45CCA2B7FD1C}"/>
          </ac:grpSpMkLst>
        </pc:grpChg>
      </pc:sldChg>
      <pc:sldChg chg="delSp mod">
        <pc:chgData name="Aggie Menezes" userId="74619c95fa3483c9" providerId="LiveId" clId="{33561AF4-CFF1-004B-A392-2B837BA1344C}" dt="2020-10-03T08:09:53.987" v="29" actId="478"/>
        <pc:sldMkLst>
          <pc:docMk/>
          <pc:sldMk cId="2586980047" sldId="290"/>
        </pc:sldMkLst>
        <pc:grpChg chg="del">
          <ac:chgData name="Aggie Menezes" userId="74619c95fa3483c9" providerId="LiveId" clId="{33561AF4-CFF1-004B-A392-2B837BA1344C}" dt="2020-10-03T08:09:41.528" v="23" actId="478"/>
          <ac:grpSpMkLst>
            <pc:docMk/>
            <pc:sldMk cId="2586980047" sldId="290"/>
            <ac:grpSpMk id="23" creationId="{8205F6DC-92E7-B640-A44B-C7EECC9956F8}"/>
          </ac:grpSpMkLst>
        </pc:grpChg>
        <pc:grpChg chg="del">
          <ac:chgData name="Aggie Menezes" userId="74619c95fa3483c9" providerId="LiveId" clId="{33561AF4-CFF1-004B-A392-2B837BA1344C}" dt="2020-10-03T08:09:48.053" v="26" actId="478"/>
          <ac:grpSpMkLst>
            <pc:docMk/>
            <pc:sldMk cId="2586980047" sldId="290"/>
            <ac:grpSpMk id="35" creationId="{19DD6BBB-D5B9-A34F-9C03-B471C19DC182}"/>
          </ac:grpSpMkLst>
        </pc:grpChg>
        <pc:grpChg chg="del">
          <ac:chgData name="Aggie Menezes" userId="74619c95fa3483c9" providerId="LiveId" clId="{33561AF4-CFF1-004B-A392-2B837BA1344C}" dt="2020-10-03T08:09:53.987" v="29" actId="478"/>
          <ac:grpSpMkLst>
            <pc:docMk/>
            <pc:sldMk cId="2586980047" sldId="290"/>
            <ac:grpSpMk id="46" creationId="{F4BDED26-7ECC-2649-A532-5E236B91D528}"/>
          </ac:grpSpMkLst>
        </pc:grpChg>
        <pc:inkChg chg="del">
          <ac:chgData name="Aggie Menezes" userId="74619c95fa3483c9" providerId="LiveId" clId="{33561AF4-CFF1-004B-A392-2B837BA1344C}" dt="2020-10-03T08:09:50.302" v="27" actId="478"/>
          <ac:inkMkLst>
            <pc:docMk/>
            <pc:sldMk cId="2586980047" sldId="290"/>
            <ac:inkMk id="7" creationId="{1B9C2284-C5F6-E745-A46E-40A403E61F5E}"/>
          </ac:inkMkLst>
        </pc:inkChg>
        <pc:inkChg chg="del">
          <ac:chgData name="Aggie Menezes" userId="74619c95fa3483c9" providerId="LiveId" clId="{33561AF4-CFF1-004B-A392-2B837BA1344C}" dt="2020-10-03T08:09:52.276" v="28" actId="478"/>
          <ac:inkMkLst>
            <pc:docMk/>
            <pc:sldMk cId="2586980047" sldId="290"/>
            <ac:inkMk id="8" creationId="{F993B76F-5C31-3941-B36B-A5119C136C77}"/>
          </ac:inkMkLst>
        </pc:inkChg>
        <pc:inkChg chg="del">
          <ac:chgData name="Aggie Menezes" userId="74619c95fa3483c9" providerId="LiveId" clId="{33561AF4-CFF1-004B-A392-2B837BA1344C}" dt="2020-10-03T08:09:43.515" v="24" actId="478"/>
          <ac:inkMkLst>
            <pc:docMk/>
            <pc:sldMk cId="2586980047" sldId="290"/>
            <ac:inkMk id="11" creationId="{C28C5486-B6E0-4845-ABA1-1EBDF7FD3CB2}"/>
          </ac:inkMkLst>
        </pc:inkChg>
        <pc:inkChg chg="del">
          <ac:chgData name="Aggie Menezes" userId="74619c95fa3483c9" providerId="LiveId" clId="{33561AF4-CFF1-004B-A392-2B837BA1344C}" dt="2020-10-03T08:09:45.949" v="25" actId="478"/>
          <ac:inkMkLst>
            <pc:docMk/>
            <pc:sldMk cId="2586980047" sldId="290"/>
            <ac:inkMk id="13" creationId="{6D2B0590-1822-6B4E-86A2-41973FE3A2F3}"/>
          </ac:inkMkLst>
        </pc:inkChg>
      </pc:sldChg>
      <pc:sldChg chg="delSp modSp mod">
        <pc:chgData name="Aggie Menezes" userId="74619c95fa3483c9" providerId="LiveId" clId="{33561AF4-CFF1-004B-A392-2B837BA1344C}" dt="2020-10-03T08:10:43.036" v="50" actId="478"/>
        <pc:sldMkLst>
          <pc:docMk/>
          <pc:sldMk cId="1298652483" sldId="292"/>
        </pc:sldMkLst>
        <pc:grpChg chg="del">
          <ac:chgData name="Aggie Menezes" userId="74619c95fa3483c9" providerId="LiveId" clId="{33561AF4-CFF1-004B-A392-2B837BA1344C}" dt="2020-10-03T08:10:02.942" v="33" actId="478"/>
          <ac:grpSpMkLst>
            <pc:docMk/>
            <pc:sldMk cId="1298652483" sldId="292"/>
            <ac:grpSpMk id="70" creationId="{85646C68-5C20-4F4A-BFA7-E307B744915C}"/>
          </ac:grpSpMkLst>
        </pc:grpChg>
        <pc:grpChg chg="del">
          <ac:chgData name="Aggie Menezes" userId="74619c95fa3483c9" providerId="LiveId" clId="{33561AF4-CFF1-004B-A392-2B837BA1344C}" dt="2020-10-03T08:10:15.536" v="39" actId="478"/>
          <ac:grpSpMkLst>
            <pc:docMk/>
            <pc:sldMk cId="1298652483" sldId="292"/>
            <ac:grpSpMk id="75" creationId="{7293C6AC-F808-E547-85D1-8F7E51EBA349}"/>
          </ac:grpSpMkLst>
        </pc:grpChg>
        <pc:grpChg chg="del mod">
          <ac:chgData name="Aggie Menezes" userId="74619c95fa3483c9" providerId="LiveId" clId="{33561AF4-CFF1-004B-A392-2B837BA1344C}" dt="2020-10-03T08:09:59.705" v="31" actId="478"/>
          <ac:grpSpMkLst>
            <pc:docMk/>
            <pc:sldMk cId="1298652483" sldId="292"/>
            <ac:grpSpMk id="87" creationId="{1D20B4D4-A761-C94E-9D01-4893340FCC75}"/>
          </ac:grpSpMkLst>
        </pc:grpChg>
        <pc:grpChg chg="del">
          <ac:chgData name="Aggie Menezes" userId="74619c95fa3483c9" providerId="LiveId" clId="{33561AF4-CFF1-004B-A392-2B837BA1344C}" dt="2020-10-03T08:10:00.805" v="32" actId="478"/>
          <ac:grpSpMkLst>
            <pc:docMk/>
            <pc:sldMk cId="1298652483" sldId="292"/>
            <ac:grpSpMk id="105" creationId="{11424FDA-B3FD-EE45-91B3-FAC7CFA92947}"/>
          </ac:grpSpMkLst>
        </pc:grpChg>
        <pc:inkChg chg="del">
          <ac:chgData name="Aggie Menezes" userId="74619c95fa3483c9" providerId="LiveId" clId="{33561AF4-CFF1-004B-A392-2B837BA1344C}" dt="2020-10-03T08:10:13.425" v="38" actId="478"/>
          <ac:inkMkLst>
            <pc:docMk/>
            <pc:sldMk cId="1298652483" sldId="292"/>
            <ac:inkMk id="7" creationId="{436A9408-8BA5-214B-86EC-F1082D8D585F}"/>
          </ac:inkMkLst>
        </pc:inkChg>
        <pc:inkChg chg="del">
          <ac:chgData name="Aggie Menezes" userId="74619c95fa3483c9" providerId="LiveId" clId="{33561AF4-CFF1-004B-A392-2B837BA1344C}" dt="2020-10-03T08:10:11.443" v="37" actId="478"/>
          <ac:inkMkLst>
            <pc:docMk/>
            <pc:sldMk cId="1298652483" sldId="292"/>
            <ac:inkMk id="15" creationId="{7A3ED8E5-45AF-0845-9ECA-F75288B1355A}"/>
          </ac:inkMkLst>
        </pc:inkChg>
        <pc:inkChg chg="del">
          <ac:chgData name="Aggie Menezes" userId="74619c95fa3483c9" providerId="LiveId" clId="{33561AF4-CFF1-004B-A392-2B837BA1344C}" dt="2020-10-03T08:10:09.682" v="36" actId="478"/>
          <ac:inkMkLst>
            <pc:docMk/>
            <pc:sldMk cId="1298652483" sldId="292"/>
            <ac:inkMk id="22" creationId="{F8BE3FF0-6AC3-E949-B514-97C89CA9419C}"/>
          </ac:inkMkLst>
        </pc:inkChg>
        <pc:inkChg chg="del">
          <ac:chgData name="Aggie Menezes" userId="74619c95fa3483c9" providerId="LiveId" clId="{33561AF4-CFF1-004B-A392-2B837BA1344C}" dt="2020-10-03T08:10:06.711" v="35" actId="478"/>
          <ac:inkMkLst>
            <pc:docMk/>
            <pc:sldMk cId="1298652483" sldId="292"/>
            <ac:inkMk id="23" creationId="{B58C3B9B-F01C-BA41-8BBD-CC0A62758D1F}"/>
          </ac:inkMkLst>
        </pc:inkChg>
        <pc:inkChg chg="del">
          <ac:chgData name="Aggie Menezes" userId="74619c95fa3483c9" providerId="LiveId" clId="{33561AF4-CFF1-004B-A392-2B837BA1344C}" dt="2020-10-03T08:10:19.999" v="41" actId="478"/>
          <ac:inkMkLst>
            <pc:docMk/>
            <pc:sldMk cId="1298652483" sldId="292"/>
            <ac:inkMk id="36" creationId="{C5FC6437-609F-A643-AB99-A7A0FFF5BC15}"/>
          </ac:inkMkLst>
        </pc:inkChg>
        <pc:inkChg chg="del">
          <ac:chgData name="Aggie Menezes" userId="74619c95fa3483c9" providerId="LiveId" clId="{33561AF4-CFF1-004B-A392-2B837BA1344C}" dt="2020-10-03T08:10:25.509" v="43" actId="478"/>
          <ac:inkMkLst>
            <pc:docMk/>
            <pc:sldMk cId="1298652483" sldId="292"/>
            <ac:inkMk id="37" creationId="{616EFE8D-9EF7-BB4B-ABE8-075B6E72D185}"/>
          </ac:inkMkLst>
        </pc:inkChg>
        <pc:inkChg chg="del">
          <ac:chgData name="Aggie Menezes" userId="74619c95fa3483c9" providerId="LiveId" clId="{33561AF4-CFF1-004B-A392-2B837BA1344C}" dt="2020-10-03T08:10:22.715" v="42" actId="478"/>
          <ac:inkMkLst>
            <pc:docMk/>
            <pc:sldMk cId="1298652483" sldId="292"/>
            <ac:inkMk id="39" creationId="{34BFB856-6EA7-4B4D-9426-9884EB745E0C}"/>
          </ac:inkMkLst>
        </pc:inkChg>
        <pc:inkChg chg="del">
          <ac:chgData name="Aggie Menezes" userId="74619c95fa3483c9" providerId="LiveId" clId="{33561AF4-CFF1-004B-A392-2B837BA1344C}" dt="2020-10-03T08:10:43.036" v="50" actId="478"/>
          <ac:inkMkLst>
            <pc:docMk/>
            <pc:sldMk cId="1298652483" sldId="292"/>
            <ac:inkMk id="41" creationId="{596F46A5-513A-0D4B-9A44-6FE0CAC3E6DD}"/>
          </ac:inkMkLst>
        </pc:inkChg>
        <pc:inkChg chg="del">
          <ac:chgData name="Aggie Menezes" userId="74619c95fa3483c9" providerId="LiveId" clId="{33561AF4-CFF1-004B-A392-2B837BA1344C}" dt="2020-10-03T08:10:28.761" v="45" actId="478"/>
          <ac:inkMkLst>
            <pc:docMk/>
            <pc:sldMk cId="1298652483" sldId="292"/>
            <ac:inkMk id="42" creationId="{4CE10A8C-E94B-A744-94C8-7F048D58F1AD}"/>
          </ac:inkMkLst>
        </pc:inkChg>
        <pc:inkChg chg="del">
          <ac:chgData name="Aggie Menezes" userId="74619c95fa3483c9" providerId="LiveId" clId="{33561AF4-CFF1-004B-A392-2B837BA1344C}" dt="2020-10-03T08:10:27.123" v="44" actId="478"/>
          <ac:inkMkLst>
            <pc:docMk/>
            <pc:sldMk cId="1298652483" sldId="292"/>
            <ac:inkMk id="43" creationId="{247F7570-179C-894A-9A62-971246CED377}"/>
          </ac:inkMkLst>
        </pc:inkChg>
        <pc:inkChg chg="del">
          <ac:chgData name="Aggie Menezes" userId="74619c95fa3483c9" providerId="LiveId" clId="{33561AF4-CFF1-004B-A392-2B837BA1344C}" dt="2020-10-03T08:10:32.667" v="47" actId="478"/>
          <ac:inkMkLst>
            <pc:docMk/>
            <pc:sldMk cId="1298652483" sldId="292"/>
            <ac:inkMk id="44" creationId="{90EB8444-A257-C045-A862-9D6B37CCA086}"/>
          </ac:inkMkLst>
        </pc:inkChg>
        <pc:inkChg chg="del">
          <ac:chgData name="Aggie Menezes" userId="74619c95fa3483c9" providerId="LiveId" clId="{33561AF4-CFF1-004B-A392-2B837BA1344C}" dt="2020-10-03T08:10:37.626" v="48" actId="478"/>
          <ac:inkMkLst>
            <pc:docMk/>
            <pc:sldMk cId="1298652483" sldId="292"/>
            <ac:inkMk id="45" creationId="{120785FC-E40E-8445-BA05-A09527C24804}"/>
          </ac:inkMkLst>
        </pc:inkChg>
        <pc:inkChg chg="del">
          <ac:chgData name="Aggie Menezes" userId="74619c95fa3483c9" providerId="LiveId" clId="{33561AF4-CFF1-004B-A392-2B837BA1344C}" dt="2020-10-03T08:10:40.436" v="49" actId="478"/>
          <ac:inkMkLst>
            <pc:docMk/>
            <pc:sldMk cId="1298652483" sldId="292"/>
            <ac:inkMk id="46" creationId="{6646F834-7AF6-7E46-B43E-613251AC5714}"/>
          </ac:inkMkLst>
        </pc:inkChg>
        <pc:inkChg chg="del">
          <ac:chgData name="Aggie Menezes" userId="74619c95fa3483c9" providerId="LiveId" clId="{33561AF4-CFF1-004B-A392-2B837BA1344C}" dt="2020-10-03T08:10:30.819" v="46" actId="478"/>
          <ac:inkMkLst>
            <pc:docMk/>
            <pc:sldMk cId="1298652483" sldId="292"/>
            <ac:inkMk id="47" creationId="{87193ED2-820C-3147-AC32-6AFCA4305BD4}"/>
          </ac:inkMkLst>
        </pc:inkChg>
        <pc:inkChg chg="del">
          <ac:chgData name="Aggie Menezes" userId="74619c95fa3483c9" providerId="LiveId" clId="{33561AF4-CFF1-004B-A392-2B837BA1344C}" dt="2020-10-03T08:10:04.138" v="34" actId="478"/>
          <ac:inkMkLst>
            <pc:docMk/>
            <pc:sldMk cId="1298652483" sldId="292"/>
            <ac:inkMk id="49" creationId="{E33F1D43-7153-EA49-8513-76475F17E4C4}"/>
          </ac:inkMkLst>
        </pc:inkChg>
        <pc:inkChg chg="del">
          <ac:chgData name="Aggie Menezes" userId="74619c95fa3483c9" providerId="LiveId" clId="{33561AF4-CFF1-004B-A392-2B837BA1344C}" dt="2020-10-03T08:10:17.972" v="40" actId="478"/>
          <ac:inkMkLst>
            <pc:docMk/>
            <pc:sldMk cId="1298652483" sldId="292"/>
            <ac:inkMk id="71" creationId="{42440681-BEA7-C44D-9BCF-12214A981082}"/>
          </ac:inkMkLst>
        </pc:inkChg>
      </pc:sldChg>
      <pc:sldChg chg="delSp mod">
        <pc:chgData name="Aggie Menezes" userId="74619c95fa3483c9" providerId="LiveId" clId="{33561AF4-CFF1-004B-A392-2B837BA1344C}" dt="2020-10-03T08:11:30.309" v="67" actId="478"/>
        <pc:sldMkLst>
          <pc:docMk/>
          <pc:sldMk cId="6076760" sldId="293"/>
        </pc:sldMkLst>
        <pc:grpChg chg="del">
          <ac:chgData name="Aggie Menezes" userId="74619c95fa3483c9" providerId="LiveId" clId="{33561AF4-CFF1-004B-A392-2B837BA1344C}" dt="2020-10-03T08:11:30.309" v="67" actId="478"/>
          <ac:grpSpMkLst>
            <pc:docMk/>
            <pc:sldMk cId="6076760" sldId="293"/>
            <ac:grpSpMk id="215" creationId="{7403FCFF-1DEF-5844-AC98-AB67213D17C4}"/>
          </ac:grpSpMkLst>
        </pc:grpChg>
        <pc:grpChg chg="del">
          <ac:chgData name="Aggie Menezes" userId="74619c95fa3483c9" providerId="LiveId" clId="{33561AF4-CFF1-004B-A392-2B837BA1344C}" dt="2020-10-03T08:11:23.319" v="64" actId="478"/>
          <ac:grpSpMkLst>
            <pc:docMk/>
            <pc:sldMk cId="6076760" sldId="293"/>
            <ac:grpSpMk id="224" creationId="{9E0FF0C0-2EB2-DD43-86B7-7A177B5C83CD}"/>
          </ac:grpSpMkLst>
        </pc:grpChg>
        <pc:inkChg chg="del">
          <ac:chgData name="Aggie Menezes" userId="74619c95fa3483c9" providerId="LiveId" clId="{33561AF4-CFF1-004B-A392-2B837BA1344C}" dt="2020-10-03T08:11:27.141" v="66" actId="478"/>
          <ac:inkMkLst>
            <pc:docMk/>
            <pc:sldMk cId="6076760" sldId="293"/>
            <ac:inkMk id="216" creationId="{C08B99DB-448A-EF42-84D7-D0A7DE50BA14}"/>
          </ac:inkMkLst>
        </pc:inkChg>
        <pc:inkChg chg="del">
          <ac:chgData name="Aggie Menezes" userId="74619c95fa3483c9" providerId="LiveId" clId="{33561AF4-CFF1-004B-A392-2B837BA1344C}" dt="2020-10-03T08:11:24.879" v="65" actId="478"/>
          <ac:inkMkLst>
            <pc:docMk/>
            <pc:sldMk cId="6076760" sldId="293"/>
            <ac:inkMk id="217" creationId="{066D3BCA-099C-BA4E-9361-55EABC7C227F}"/>
          </ac:inkMkLst>
        </pc:inkChg>
      </pc:sldChg>
      <pc:sldChg chg="delSp mod">
        <pc:chgData name="Aggie Menezes" userId="74619c95fa3483c9" providerId="LiveId" clId="{33561AF4-CFF1-004B-A392-2B837BA1344C}" dt="2020-10-03T08:12:30.787" v="87" actId="478"/>
        <pc:sldMkLst>
          <pc:docMk/>
          <pc:sldMk cId="2661242870" sldId="294"/>
        </pc:sldMkLst>
        <pc:grpChg chg="del">
          <ac:chgData name="Aggie Menezes" userId="74619c95fa3483c9" providerId="LiveId" clId="{33561AF4-CFF1-004B-A392-2B837BA1344C}" dt="2020-10-03T08:12:14.469" v="81" actId="478"/>
          <ac:grpSpMkLst>
            <pc:docMk/>
            <pc:sldMk cId="2661242870" sldId="294"/>
            <ac:grpSpMk id="69" creationId="{95B3317E-E9AC-8842-8FEF-DAB90A42B74B}"/>
          </ac:grpSpMkLst>
        </pc:grpChg>
        <pc:grpChg chg="del">
          <ac:chgData name="Aggie Menezes" userId="74619c95fa3483c9" providerId="LiveId" clId="{33561AF4-CFF1-004B-A392-2B837BA1344C}" dt="2020-10-03T08:12:12.072" v="80" actId="478"/>
          <ac:grpSpMkLst>
            <pc:docMk/>
            <pc:sldMk cId="2661242870" sldId="294"/>
            <ac:grpSpMk id="76" creationId="{51996F0A-7394-2347-B7F8-B6D44DDA8B0F}"/>
          </ac:grpSpMkLst>
        </pc:grpChg>
        <pc:grpChg chg="del">
          <ac:chgData name="Aggie Menezes" userId="74619c95fa3483c9" providerId="LiveId" clId="{33561AF4-CFF1-004B-A392-2B837BA1344C}" dt="2020-10-03T08:12:24.514" v="85" actId="478"/>
          <ac:grpSpMkLst>
            <pc:docMk/>
            <pc:sldMk cId="2661242870" sldId="294"/>
            <ac:grpSpMk id="86" creationId="{DB001A23-032F-6542-B76F-3F337A8C472B}"/>
          </ac:grpSpMkLst>
        </pc:grpChg>
        <pc:grpChg chg="del">
          <ac:chgData name="Aggie Menezes" userId="74619c95fa3483c9" providerId="LiveId" clId="{33561AF4-CFF1-004B-A392-2B837BA1344C}" dt="2020-10-03T08:12:22.401" v="84" actId="478"/>
          <ac:grpSpMkLst>
            <pc:docMk/>
            <pc:sldMk cId="2661242870" sldId="294"/>
            <ac:grpSpMk id="99" creationId="{E732187E-2D8A-7542-94E3-D7D2B27FDF66}"/>
          </ac:grpSpMkLst>
        </pc:grpChg>
        <pc:grpChg chg="del">
          <ac:chgData name="Aggie Menezes" userId="74619c95fa3483c9" providerId="LiveId" clId="{33561AF4-CFF1-004B-A392-2B837BA1344C}" dt="2020-10-03T08:12:30.787" v="87" actId="478"/>
          <ac:grpSpMkLst>
            <pc:docMk/>
            <pc:sldMk cId="2661242870" sldId="294"/>
            <ac:grpSpMk id="100" creationId="{6D10C479-EEED-8444-8CEA-A819B4D231D5}"/>
          </ac:grpSpMkLst>
        </pc:grpChg>
        <pc:grpChg chg="del">
          <ac:chgData name="Aggie Menezes" userId="74619c95fa3483c9" providerId="LiveId" clId="{33561AF4-CFF1-004B-A392-2B837BA1344C}" dt="2020-10-03T08:12:27.096" v="86" actId="478"/>
          <ac:grpSpMkLst>
            <pc:docMk/>
            <pc:sldMk cId="2661242870" sldId="294"/>
            <ac:grpSpMk id="120" creationId="{CCA069AE-6709-4C44-AA34-10F4981CA3DD}"/>
          </ac:grpSpMkLst>
        </pc:grpChg>
        <pc:grpChg chg="del">
          <ac:chgData name="Aggie Menezes" userId="74619c95fa3483c9" providerId="LiveId" clId="{33561AF4-CFF1-004B-A392-2B837BA1344C}" dt="2020-10-03T08:11:38.862" v="70" actId="478"/>
          <ac:grpSpMkLst>
            <pc:docMk/>
            <pc:sldMk cId="2661242870" sldId="294"/>
            <ac:grpSpMk id="129" creationId="{8D938B6B-67E7-AB47-A109-0F2335A51FE6}"/>
          </ac:grpSpMkLst>
        </pc:grpChg>
        <pc:grpChg chg="del">
          <ac:chgData name="Aggie Menezes" userId="74619c95fa3483c9" providerId="LiveId" clId="{33561AF4-CFF1-004B-A392-2B837BA1344C}" dt="2020-10-03T08:11:37.365" v="69" actId="478"/>
          <ac:grpSpMkLst>
            <pc:docMk/>
            <pc:sldMk cId="2661242870" sldId="294"/>
            <ac:grpSpMk id="133" creationId="{E54C916F-306A-BF48-822C-B462CBF81E8A}"/>
          </ac:grpSpMkLst>
        </pc:grpChg>
        <pc:grpChg chg="del">
          <ac:chgData name="Aggie Menezes" userId="74619c95fa3483c9" providerId="LiveId" clId="{33561AF4-CFF1-004B-A392-2B837BA1344C}" dt="2020-10-03T08:11:51.587" v="74" actId="478"/>
          <ac:grpSpMkLst>
            <pc:docMk/>
            <pc:sldMk cId="2661242870" sldId="294"/>
            <ac:grpSpMk id="160" creationId="{CAA5A349-BE50-A24E-858A-283B29AA1152}"/>
          </ac:grpSpMkLst>
        </pc:grpChg>
        <pc:grpChg chg="del">
          <ac:chgData name="Aggie Menezes" userId="74619c95fa3483c9" providerId="LiveId" clId="{33561AF4-CFF1-004B-A392-2B837BA1344C}" dt="2020-10-03T08:11:35.950" v="68" actId="478"/>
          <ac:grpSpMkLst>
            <pc:docMk/>
            <pc:sldMk cId="2661242870" sldId="294"/>
            <ac:grpSpMk id="190" creationId="{0DDB7AED-5942-DD4E-8565-48A114FB24A9}"/>
          </ac:grpSpMkLst>
        </pc:grpChg>
        <pc:grpChg chg="del">
          <ac:chgData name="Aggie Menezes" userId="74619c95fa3483c9" providerId="LiveId" clId="{33561AF4-CFF1-004B-A392-2B837BA1344C}" dt="2020-10-03T08:11:45.704" v="72" actId="478"/>
          <ac:grpSpMkLst>
            <pc:docMk/>
            <pc:sldMk cId="2661242870" sldId="294"/>
            <ac:grpSpMk id="220" creationId="{7F123C10-ED4C-5146-AC1C-E56CD3C0110F}"/>
          </ac:grpSpMkLst>
        </pc:grpChg>
        <pc:inkChg chg="del">
          <ac:chgData name="Aggie Menezes" userId="74619c95fa3483c9" providerId="LiveId" clId="{33561AF4-CFF1-004B-A392-2B837BA1344C}" dt="2020-10-03T08:12:17.858" v="82" actId="478"/>
          <ac:inkMkLst>
            <pc:docMk/>
            <pc:sldMk cId="2661242870" sldId="294"/>
            <ac:inkMk id="77" creationId="{72353F24-8292-0A4D-A83B-5BBDCF3BA817}"/>
          </ac:inkMkLst>
        </pc:inkChg>
        <pc:inkChg chg="del">
          <ac:chgData name="Aggie Menezes" userId="74619c95fa3483c9" providerId="LiveId" clId="{33561AF4-CFF1-004B-A392-2B837BA1344C}" dt="2020-10-03T08:12:19.889" v="83" actId="478"/>
          <ac:inkMkLst>
            <pc:docMk/>
            <pc:sldMk cId="2661242870" sldId="294"/>
            <ac:inkMk id="121" creationId="{667EF75D-0495-B44B-BDA3-03CCB1468E8D}"/>
          </ac:inkMkLst>
        </pc:inkChg>
        <pc:inkChg chg="del">
          <ac:chgData name="Aggie Menezes" userId="74619c95fa3483c9" providerId="LiveId" clId="{33561AF4-CFF1-004B-A392-2B837BA1344C}" dt="2020-10-03T08:11:56.737" v="76" actId="478"/>
          <ac:inkMkLst>
            <pc:docMk/>
            <pc:sldMk cId="2661242870" sldId="294"/>
            <ac:inkMk id="125" creationId="{81076EB1-FF7A-9B4C-99E0-9704E9F44A5E}"/>
          </ac:inkMkLst>
        </pc:inkChg>
        <pc:inkChg chg="del">
          <ac:chgData name="Aggie Menezes" userId="74619c95fa3483c9" providerId="LiveId" clId="{33561AF4-CFF1-004B-A392-2B837BA1344C}" dt="2020-10-03T08:12:06.979" v="79" actId="478"/>
          <ac:inkMkLst>
            <pc:docMk/>
            <pc:sldMk cId="2661242870" sldId="294"/>
            <ac:inkMk id="126" creationId="{A1375648-4ECA-4947-B2FA-8055F45E9747}"/>
          </ac:inkMkLst>
        </pc:inkChg>
        <pc:inkChg chg="del">
          <ac:chgData name="Aggie Menezes" userId="74619c95fa3483c9" providerId="LiveId" clId="{33561AF4-CFF1-004B-A392-2B837BA1344C}" dt="2020-10-03T08:11:40.650" v="71" actId="478"/>
          <ac:inkMkLst>
            <pc:docMk/>
            <pc:sldMk cId="2661242870" sldId="294"/>
            <ac:inkMk id="131" creationId="{123FCC81-2A7A-2C4E-BC3E-351BCC04CF0A}"/>
          </ac:inkMkLst>
        </pc:inkChg>
        <pc:inkChg chg="del">
          <ac:chgData name="Aggie Menezes" userId="74619c95fa3483c9" providerId="LiveId" clId="{33561AF4-CFF1-004B-A392-2B837BA1344C}" dt="2020-10-03T08:11:55.707" v="75" actId="478"/>
          <ac:inkMkLst>
            <pc:docMk/>
            <pc:sldMk cId="2661242870" sldId="294"/>
            <ac:inkMk id="153" creationId="{651A4E7D-B75C-5040-8032-18D700883F9B}"/>
          </ac:inkMkLst>
        </pc:inkChg>
        <pc:inkChg chg="del">
          <ac:chgData name="Aggie Menezes" userId="74619c95fa3483c9" providerId="LiveId" clId="{33561AF4-CFF1-004B-A392-2B837BA1344C}" dt="2020-10-03T08:12:30.787" v="87" actId="478"/>
          <ac:inkMkLst>
            <pc:docMk/>
            <pc:sldMk cId="2661242870" sldId="294"/>
            <ac:inkMk id="155" creationId="{3BB5AF52-E05A-334D-8878-49D46BC7F47D}"/>
          </ac:inkMkLst>
        </pc:inkChg>
        <pc:inkChg chg="del">
          <ac:chgData name="Aggie Menezes" userId="74619c95fa3483c9" providerId="LiveId" clId="{33561AF4-CFF1-004B-A392-2B837BA1344C}" dt="2020-10-03T08:11:58.108" v="77" actId="478"/>
          <ac:inkMkLst>
            <pc:docMk/>
            <pc:sldMk cId="2661242870" sldId="294"/>
            <ac:inkMk id="161" creationId="{6F7DE1E2-20B5-BE41-8B30-846A0EC7D62C}"/>
          </ac:inkMkLst>
        </pc:inkChg>
        <pc:inkChg chg="del">
          <ac:chgData name="Aggie Menezes" userId="74619c95fa3483c9" providerId="LiveId" clId="{33561AF4-CFF1-004B-A392-2B837BA1344C}" dt="2020-10-03T08:12:00.499" v="78" actId="478"/>
          <ac:inkMkLst>
            <pc:docMk/>
            <pc:sldMk cId="2661242870" sldId="294"/>
            <ac:inkMk id="162" creationId="{EC34D176-3A68-184E-8485-CF597532EA2A}"/>
          </ac:inkMkLst>
        </pc:inkChg>
        <pc:inkChg chg="del">
          <ac:chgData name="Aggie Menezes" userId="74619c95fa3483c9" providerId="LiveId" clId="{33561AF4-CFF1-004B-A392-2B837BA1344C}" dt="2020-10-03T08:11:49.168" v="73" actId="478"/>
          <ac:inkMkLst>
            <pc:docMk/>
            <pc:sldMk cId="2661242870" sldId="294"/>
            <ac:inkMk id="191" creationId="{1ADA40BA-BC08-454B-8353-36E219D2CB97}"/>
          </ac:inkMkLst>
        </pc:inkChg>
      </pc:sldChg>
      <pc:sldChg chg="delSp mod">
        <pc:chgData name="Aggie Menezes" userId="74619c95fa3483c9" providerId="LiveId" clId="{33561AF4-CFF1-004B-A392-2B837BA1344C}" dt="2020-10-03T08:13:16.473" v="94" actId="478"/>
        <pc:sldMkLst>
          <pc:docMk/>
          <pc:sldMk cId="1400428171" sldId="295"/>
        </pc:sldMkLst>
        <pc:grpChg chg="del">
          <ac:chgData name="Aggie Menezes" userId="74619c95fa3483c9" providerId="LiveId" clId="{33561AF4-CFF1-004B-A392-2B837BA1344C}" dt="2020-10-03T08:13:08.244" v="91" actId="478"/>
          <ac:grpSpMkLst>
            <pc:docMk/>
            <pc:sldMk cId="1400428171" sldId="295"/>
            <ac:grpSpMk id="51" creationId="{79FFF1E8-741B-5A4A-8632-7F9BA09D515C}"/>
          </ac:grpSpMkLst>
        </pc:grpChg>
        <pc:grpChg chg="del">
          <ac:chgData name="Aggie Menezes" userId="74619c95fa3483c9" providerId="LiveId" clId="{33561AF4-CFF1-004B-A392-2B837BA1344C}" dt="2020-10-03T08:13:04.234" v="90" actId="478"/>
          <ac:grpSpMkLst>
            <pc:docMk/>
            <pc:sldMk cId="1400428171" sldId="295"/>
            <ac:grpSpMk id="64" creationId="{F5EC9709-692D-D74C-A0A1-C985087076A8}"/>
          </ac:grpSpMkLst>
        </pc:grpChg>
        <pc:grpChg chg="del">
          <ac:chgData name="Aggie Menezes" userId="74619c95fa3483c9" providerId="LiveId" clId="{33561AF4-CFF1-004B-A392-2B837BA1344C}" dt="2020-10-03T08:13:04.234" v="90" actId="478"/>
          <ac:grpSpMkLst>
            <pc:docMk/>
            <pc:sldMk cId="1400428171" sldId="295"/>
            <ac:grpSpMk id="86" creationId="{1A73BA22-88CA-2948-8DFD-257002A9E608}"/>
          </ac:grpSpMkLst>
        </pc:grpChg>
        <pc:grpChg chg="del">
          <ac:chgData name="Aggie Menezes" userId="74619c95fa3483c9" providerId="LiveId" clId="{33561AF4-CFF1-004B-A392-2B837BA1344C}" dt="2020-10-03T08:13:04.234" v="90" actId="478"/>
          <ac:grpSpMkLst>
            <pc:docMk/>
            <pc:sldMk cId="1400428171" sldId="295"/>
            <ac:grpSpMk id="97" creationId="{B845807A-0C47-714C-AB9B-556118419FD0}"/>
          </ac:grpSpMkLst>
        </pc:grpChg>
        <pc:grpChg chg="del">
          <ac:chgData name="Aggie Menezes" userId="74619c95fa3483c9" providerId="LiveId" clId="{33561AF4-CFF1-004B-A392-2B837BA1344C}" dt="2020-10-03T08:13:04.234" v="90" actId="478"/>
          <ac:grpSpMkLst>
            <pc:docMk/>
            <pc:sldMk cId="1400428171" sldId="295"/>
            <ac:grpSpMk id="99" creationId="{809759A8-AC12-7F48-9D22-BB35BAA17F37}"/>
          </ac:grpSpMkLst>
        </pc:grpChg>
        <pc:grpChg chg="del">
          <ac:chgData name="Aggie Menezes" userId="74619c95fa3483c9" providerId="LiveId" clId="{33561AF4-CFF1-004B-A392-2B837BA1344C}" dt="2020-10-03T08:13:00.680" v="89" actId="478"/>
          <ac:grpSpMkLst>
            <pc:docMk/>
            <pc:sldMk cId="1400428171" sldId="295"/>
            <ac:grpSpMk id="110" creationId="{36E97989-1A63-0340-B7AD-BEC4D2EF2A87}"/>
          </ac:grpSpMkLst>
        </pc:grpChg>
        <pc:grpChg chg="del">
          <ac:chgData name="Aggie Menezes" userId="74619c95fa3483c9" providerId="LiveId" clId="{33561AF4-CFF1-004B-A392-2B837BA1344C}" dt="2020-10-03T08:13:04.234" v="90" actId="478"/>
          <ac:grpSpMkLst>
            <pc:docMk/>
            <pc:sldMk cId="1400428171" sldId="295"/>
            <ac:grpSpMk id="111" creationId="{0DFB9F90-FCF3-164E-B2B1-837334F83BB9}"/>
          </ac:grpSpMkLst>
        </pc:grpChg>
        <pc:grpChg chg="del">
          <ac:chgData name="Aggie Menezes" userId="74619c95fa3483c9" providerId="LiveId" clId="{33561AF4-CFF1-004B-A392-2B837BA1344C}" dt="2020-10-03T08:13:04.234" v="90" actId="478"/>
          <ac:grpSpMkLst>
            <pc:docMk/>
            <pc:sldMk cId="1400428171" sldId="295"/>
            <ac:grpSpMk id="121" creationId="{AF5F34F8-0C80-9546-B26A-9686A59B2092}"/>
          </ac:grpSpMkLst>
        </pc:grpChg>
        <pc:grpChg chg="del">
          <ac:chgData name="Aggie Menezes" userId="74619c95fa3483c9" providerId="LiveId" clId="{33561AF4-CFF1-004B-A392-2B837BA1344C}" dt="2020-10-03T08:13:04.234" v="90" actId="478"/>
          <ac:grpSpMkLst>
            <pc:docMk/>
            <pc:sldMk cId="1400428171" sldId="295"/>
            <ac:grpSpMk id="127" creationId="{CCA4A2A7-0800-FD4D-A2F9-991BDD403856}"/>
          </ac:grpSpMkLst>
        </pc:grpChg>
        <pc:grpChg chg="del">
          <ac:chgData name="Aggie Menezes" userId="74619c95fa3483c9" providerId="LiveId" clId="{33561AF4-CFF1-004B-A392-2B837BA1344C}" dt="2020-10-03T08:13:08.244" v="91" actId="478"/>
          <ac:grpSpMkLst>
            <pc:docMk/>
            <pc:sldMk cId="1400428171" sldId="295"/>
            <ac:grpSpMk id="132" creationId="{8E83E9F1-CEC4-824B-B576-CB47026703B7}"/>
          </ac:grpSpMkLst>
        </pc:grpChg>
        <pc:grpChg chg="del">
          <ac:chgData name="Aggie Menezes" userId="74619c95fa3483c9" providerId="LiveId" clId="{33561AF4-CFF1-004B-A392-2B837BA1344C}" dt="2020-10-03T08:13:11.326" v="92" actId="478"/>
          <ac:grpSpMkLst>
            <pc:docMk/>
            <pc:sldMk cId="1400428171" sldId="295"/>
            <ac:grpSpMk id="136" creationId="{1A10664D-931E-1348-975E-C71AA9490D41}"/>
          </ac:grpSpMkLst>
        </pc:grpChg>
        <pc:inkChg chg="del">
          <ac:chgData name="Aggie Menezes" userId="74619c95fa3483c9" providerId="LiveId" clId="{33561AF4-CFF1-004B-A392-2B837BA1344C}" dt="2020-10-03T08:13:08.244" v="91" actId="478"/>
          <ac:inkMkLst>
            <pc:docMk/>
            <pc:sldMk cId="1400428171" sldId="295"/>
            <ac:inkMk id="62" creationId="{0DA6A958-FF37-A843-88B0-2AB9255C2F01}"/>
          </ac:inkMkLst>
        </pc:inkChg>
        <pc:inkChg chg="del">
          <ac:chgData name="Aggie Menezes" userId="74619c95fa3483c9" providerId="LiveId" clId="{33561AF4-CFF1-004B-A392-2B837BA1344C}" dt="2020-10-03T08:13:04.234" v="90" actId="478"/>
          <ac:inkMkLst>
            <pc:docMk/>
            <pc:sldMk cId="1400428171" sldId="295"/>
            <ac:inkMk id="65" creationId="{079C98AE-DD98-0846-AE39-72BB857080FD}"/>
          </ac:inkMkLst>
        </pc:inkChg>
        <pc:inkChg chg="del">
          <ac:chgData name="Aggie Menezes" userId="74619c95fa3483c9" providerId="LiveId" clId="{33561AF4-CFF1-004B-A392-2B837BA1344C}" dt="2020-10-03T08:13:04.234" v="90" actId="478"/>
          <ac:inkMkLst>
            <pc:docMk/>
            <pc:sldMk cId="1400428171" sldId="295"/>
            <ac:inkMk id="66" creationId="{53403F69-DF94-0E4B-9147-BDFF44EFFAA4}"/>
          </ac:inkMkLst>
        </pc:inkChg>
        <pc:inkChg chg="del">
          <ac:chgData name="Aggie Menezes" userId="74619c95fa3483c9" providerId="LiveId" clId="{33561AF4-CFF1-004B-A392-2B837BA1344C}" dt="2020-10-03T08:13:04.234" v="90" actId="478"/>
          <ac:inkMkLst>
            <pc:docMk/>
            <pc:sldMk cId="1400428171" sldId="295"/>
            <ac:inkMk id="94" creationId="{D78C6586-7B87-554F-A549-E07DD2FDCBC2}"/>
          </ac:inkMkLst>
        </pc:inkChg>
        <pc:inkChg chg="del">
          <ac:chgData name="Aggie Menezes" userId="74619c95fa3483c9" providerId="LiveId" clId="{33561AF4-CFF1-004B-A392-2B837BA1344C}" dt="2020-10-03T08:13:04.234" v="90" actId="478"/>
          <ac:inkMkLst>
            <pc:docMk/>
            <pc:sldMk cId="1400428171" sldId="295"/>
            <ac:inkMk id="100" creationId="{5ACF6C34-6139-FC41-9120-6589F8FF685D}"/>
          </ac:inkMkLst>
        </pc:inkChg>
        <pc:inkChg chg="del">
          <ac:chgData name="Aggie Menezes" userId="74619c95fa3483c9" providerId="LiveId" clId="{33561AF4-CFF1-004B-A392-2B837BA1344C}" dt="2020-10-03T08:13:04.234" v="90" actId="478"/>
          <ac:inkMkLst>
            <pc:docMk/>
            <pc:sldMk cId="1400428171" sldId="295"/>
            <ac:inkMk id="112" creationId="{A6D64052-9AC6-D24A-AA30-A13B3DE67FE4}"/>
          </ac:inkMkLst>
        </pc:inkChg>
        <pc:inkChg chg="del">
          <ac:chgData name="Aggie Menezes" userId="74619c95fa3483c9" providerId="LiveId" clId="{33561AF4-CFF1-004B-A392-2B837BA1344C}" dt="2020-10-03T08:13:04.234" v="90" actId="478"/>
          <ac:inkMkLst>
            <pc:docMk/>
            <pc:sldMk cId="1400428171" sldId="295"/>
            <ac:inkMk id="119" creationId="{B52072D9-C062-C04D-A8A5-B87B2C8A621E}"/>
          </ac:inkMkLst>
        </pc:inkChg>
        <pc:inkChg chg="del">
          <ac:chgData name="Aggie Menezes" userId="74619c95fa3483c9" providerId="LiveId" clId="{33561AF4-CFF1-004B-A392-2B837BA1344C}" dt="2020-10-03T08:13:16.473" v="94" actId="478"/>
          <ac:inkMkLst>
            <pc:docMk/>
            <pc:sldMk cId="1400428171" sldId="295"/>
            <ac:inkMk id="122" creationId="{869E97BA-1739-3644-B8F1-695CE4CF29F4}"/>
          </ac:inkMkLst>
        </pc:inkChg>
        <pc:inkChg chg="del">
          <ac:chgData name="Aggie Menezes" userId="74619c95fa3483c9" providerId="LiveId" clId="{33561AF4-CFF1-004B-A392-2B837BA1344C}" dt="2020-10-03T08:13:14.222" v="93" actId="478"/>
          <ac:inkMkLst>
            <pc:docMk/>
            <pc:sldMk cId="1400428171" sldId="295"/>
            <ac:inkMk id="137" creationId="{86463B57-C9E3-CE4C-AA16-54AB76A57840}"/>
          </ac:inkMkLst>
        </pc:inkChg>
      </pc:sldChg>
      <pc:sldChg chg="delSp mod">
        <pc:chgData name="Aggie Menezes" userId="74619c95fa3483c9" providerId="LiveId" clId="{33561AF4-CFF1-004B-A392-2B837BA1344C}" dt="2020-10-03T08:13:33.887" v="100" actId="478"/>
        <pc:sldMkLst>
          <pc:docMk/>
          <pc:sldMk cId="486284706" sldId="297"/>
        </pc:sldMkLst>
        <pc:grpChg chg="del">
          <ac:chgData name="Aggie Menezes" userId="74619c95fa3483c9" providerId="LiveId" clId="{33561AF4-CFF1-004B-A392-2B837BA1344C}" dt="2020-10-03T08:13:33.887" v="100" actId="478"/>
          <ac:grpSpMkLst>
            <pc:docMk/>
            <pc:sldMk cId="486284706" sldId="297"/>
            <ac:grpSpMk id="52" creationId="{07FBE0EE-EC26-FC40-AD92-0FA651688E2B}"/>
          </ac:grpSpMkLst>
        </pc:grpChg>
        <pc:grpChg chg="del">
          <ac:chgData name="Aggie Menezes" userId="74619c95fa3483c9" providerId="LiveId" clId="{33561AF4-CFF1-004B-A392-2B837BA1344C}" dt="2020-10-03T08:13:29.545" v="98" actId="478"/>
          <ac:grpSpMkLst>
            <pc:docMk/>
            <pc:sldMk cId="486284706" sldId="297"/>
            <ac:grpSpMk id="55" creationId="{5B92644D-CB21-4942-B982-83DC495C5063}"/>
          </ac:grpSpMkLst>
        </pc:grpChg>
        <pc:grpChg chg="del">
          <ac:chgData name="Aggie Menezes" userId="74619c95fa3483c9" providerId="LiveId" clId="{33561AF4-CFF1-004B-A392-2B837BA1344C}" dt="2020-10-03T08:13:23.992" v="96" actId="478"/>
          <ac:grpSpMkLst>
            <pc:docMk/>
            <pc:sldMk cId="486284706" sldId="297"/>
            <ac:grpSpMk id="68" creationId="{3C014CBE-49EA-9342-B322-7D3705BE191A}"/>
          </ac:grpSpMkLst>
        </pc:grpChg>
        <pc:grpChg chg="del">
          <ac:chgData name="Aggie Menezes" userId="74619c95fa3483c9" providerId="LiveId" clId="{33561AF4-CFF1-004B-A392-2B837BA1344C}" dt="2020-10-03T08:13:31.603" v="99" actId="478"/>
          <ac:grpSpMkLst>
            <pc:docMk/>
            <pc:sldMk cId="486284706" sldId="297"/>
            <ac:grpSpMk id="154" creationId="{564DA9F6-99D7-1B43-9A8B-46831EDD2020}"/>
          </ac:grpSpMkLst>
        </pc:grpChg>
        <pc:grpChg chg="del">
          <ac:chgData name="Aggie Menezes" userId="74619c95fa3483c9" providerId="LiveId" clId="{33561AF4-CFF1-004B-A392-2B837BA1344C}" dt="2020-10-03T08:13:21.542" v="95" actId="478"/>
          <ac:grpSpMkLst>
            <pc:docMk/>
            <pc:sldMk cId="486284706" sldId="297"/>
            <ac:grpSpMk id="158" creationId="{1773F0BB-A599-354B-9388-ECFE854859AB}"/>
          </ac:grpSpMkLst>
        </pc:grpChg>
        <pc:inkChg chg="del">
          <ac:chgData name="Aggie Menezes" userId="74619c95fa3483c9" providerId="LiveId" clId="{33561AF4-CFF1-004B-A392-2B837BA1344C}" dt="2020-10-03T08:13:26.891" v="97" actId="478"/>
          <ac:inkMkLst>
            <pc:docMk/>
            <pc:sldMk cId="486284706" sldId="297"/>
            <ac:inkMk id="56" creationId="{29EB101F-C061-4E4F-9C2E-01F43476AAAA}"/>
          </ac:inkMkLst>
        </pc:inkChg>
      </pc:sldChg>
      <pc:sldChg chg="delSp mod">
        <pc:chgData name="Aggie Menezes" userId="74619c95fa3483c9" providerId="LiveId" clId="{33561AF4-CFF1-004B-A392-2B837BA1344C}" dt="2020-10-03T08:14:46.097" v="125" actId="478"/>
        <pc:sldMkLst>
          <pc:docMk/>
          <pc:sldMk cId="2456304509" sldId="298"/>
        </pc:sldMkLst>
        <pc:grpChg chg="del">
          <ac:chgData name="Aggie Menezes" userId="74619c95fa3483c9" providerId="LiveId" clId="{33561AF4-CFF1-004B-A392-2B837BA1344C}" dt="2020-10-03T08:14:00.541" v="107" actId="478"/>
          <ac:grpSpMkLst>
            <pc:docMk/>
            <pc:sldMk cId="2456304509" sldId="298"/>
            <ac:grpSpMk id="89" creationId="{599DEBBF-07A7-7549-97D6-E232465D8BF9}"/>
          </ac:grpSpMkLst>
        </pc:grpChg>
        <pc:grpChg chg="del">
          <ac:chgData name="Aggie Menezes" userId="74619c95fa3483c9" providerId="LiveId" clId="{33561AF4-CFF1-004B-A392-2B837BA1344C}" dt="2020-10-03T08:14:32.843" v="121" actId="478"/>
          <ac:grpSpMkLst>
            <pc:docMk/>
            <pc:sldMk cId="2456304509" sldId="298"/>
            <ac:grpSpMk id="134" creationId="{64589E7E-6C98-7945-8AA7-90B9731958E8}"/>
          </ac:grpSpMkLst>
        </pc:grpChg>
        <pc:grpChg chg="del">
          <ac:chgData name="Aggie Menezes" userId="74619c95fa3483c9" providerId="LiveId" clId="{33561AF4-CFF1-004B-A392-2B837BA1344C}" dt="2020-10-03T08:14:18.704" v="114" actId="478"/>
          <ac:grpSpMkLst>
            <pc:docMk/>
            <pc:sldMk cId="2456304509" sldId="298"/>
            <ac:grpSpMk id="155" creationId="{930AF374-3091-4C4F-989A-DFC198F3E93E}"/>
          </ac:grpSpMkLst>
        </pc:grpChg>
        <pc:grpChg chg="del">
          <ac:chgData name="Aggie Menezes" userId="74619c95fa3483c9" providerId="LiveId" clId="{33561AF4-CFF1-004B-A392-2B837BA1344C}" dt="2020-10-03T08:14:25.977" v="117" actId="478"/>
          <ac:grpSpMkLst>
            <pc:docMk/>
            <pc:sldMk cId="2456304509" sldId="298"/>
            <ac:grpSpMk id="158" creationId="{E8A6F13B-D995-5C44-8497-86D15C5ADDE9}"/>
          </ac:grpSpMkLst>
        </pc:grpChg>
        <pc:grpChg chg="del">
          <ac:chgData name="Aggie Menezes" userId="74619c95fa3483c9" providerId="LiveId" clId="{33561AF4-CFF1-004B-A392-2B837BA1344C}" dt="2020-10-03T08:14:46.097" v="125" actId="478"/>
          <ac:grpSpMkLst>
            <pc:docMk/>
            <pc:sldMk cId="2456304509" sldId="298"/>
            <ac:grpSpMk id="169" creationId="{8A336382-E543-514A-95C2-4DED32082BC7}"/>
          </ac:grpSpMkLst>
        </pc:grpChg>
        <pc:grpChg chg="del">
          <ac:chgData name="Aggie Menezes" userId="74619c95fa3483c9" providerId="LiveId" clId="{33561AF4-CFF1-004B-A392-2B837BA1344C}" dt="2020-10-03T08:13:52.255" v="105" actId="478"/>
          <ac:grpSpMkLst>
            <pc:docMk/>
            <pc:sldMk cId="2456304509" sldId="298"/>
            <ac:grpSpMk id="178" creationId="{C400D441-833C-9C43-9FD3-B36045A15A2C}"/>
          </ac:grpSpMkLst>
        </pc:grpChg>
        <pc:grpChg chg="del">
          <ac:chgData name="Aggie Menezes" userId="74619c95fa3483c9" providerId="LiveId" clId="{33561AF4-CFF1-004B-A392-2B837BA1344C}" dt="2020-10-03T08:13:53.322" v="106" actId="478"/>
          <ac:grpSpMkLst>
            <pc:docMk/>
            <pc:sldMk cId="2456304509" sldId="298"/>
            <ac:grpSpMk id="179" creationId="{3C08D8AA-1A3E-3442-B2D3-35BA8D60F0DE}"/>
          </ac:grpSpMkLst>
        </pc:grpChg>
        <pc:grpChg chg="del">
          <ac:chgData name="Aggie Menezes" userId="74619c95fa3483c9" providerId="LiveId" clId="{33561AF4-CFF1-004B-A392-2B837BA1344C}" dt="2020-10-03T08:13:52.255" v="105" actId="478"/>
          <ac:grpSpMkLst>
            <pc:docMk/>
            <pc:sldMk cId="2456304509" sldId="298"/>
            <ac:grpSpMk id="180" creationId="{1E024B43-9F64-8640-AAA6-AF3A04BFF6C7}"/>
          </ac:grpSpMkLst>
        </pc:grpChg>
        <pc:grpChg chg="del">
          <ac:chgData name="Aggie Menezes" userId="74619c95fa3483c9" providerId="LiveId" clId="{33561AF4-CFF1-004B-A392-2B837BA1344C}" dt="2020-10-03T08:13:45.412" v="102" actId="478"/>
          <ac:grpSpMkLst>
            <pc:docMk/>
            <pc:sldMk cId="2456304509" sldId="298"/>
            <ac:grpSpMk id="243" creationId="{65F20DD4-F6EB-9F49-9E97-EAED984C0968}"/>
          </ac:grpSpMkLst>
        </pc:grpChg>
        <pc:grpChg chg="del">
          <ac:chgData name="Aggie Menezes" userId="74619c95fa3483c9" providerId="LiveId" clId="{33561AF4-CFF1-004B-A392-2B837BA1344C}" dt="2020-10-03T08:13:46.547" v="103" actId="478"/>
          <ac:grpSpMkLst>
            <pc:docMk/>
            <pc:sldMk cId="2456304509" sldId="298"/>
            <ac:grpSpMk id="255" creationId="{615D3C42-7AB6-AF40-B93E-69F7575A9A98}"/>
          </ac:grpSpMkLst>
        </pc:grpChg>
        <pc:grpChg chg="del">
          <ac:chgData name="Aggie Menezes" userId="74619c95fa3483c9" providerId="LiveId" clId="{33561AF4-CFF1-004B-A392-2B837BA1344C}" dt="2020-10-03T08:14:43.474" v="124" actId="478"/>
          <ac:grpSpMkLst>
            <pc:docMk/>
            <pc:sldMk cId="2456304509" sldId="298"/>
            <ac:grpSpMk id="277" creationId="{6F623171-9304-C44A-92F8-C97A3DAEF7AF}"/>
          </ac:grpSpMkLst>
        </pc:grpChg>
        <pc:grpChg chg="del">
          <ac:chgData name="Aggie Menezes" userId="74619c95fa3483c9" providerId="LiveId" clId="{33561AF4-CFF1-004B-A392-2B837BA1344C}" dt="2020-10-03T08:14:43.474" v="124" actId="478"/>
          <ac:grpSpMkLst>
            <pc:docMk/>
            <pc:sldMk cId="2456304509" sldId="298"/>
            <ac:grpSpMk id="289" creationId="{12E64EB9-B70B-7441-993A-0CEBB8C84AEF}"/>
          </ac:grpSpMkLst>
        </pc:grpChg>
        <pc:grpChg chg="del">
          <ac:chgData name="Aggie Menezes" userId="74619c95fa3483c9" providerId="LiveId" clId="{33561AF4-CFF1-004B-A392-2B837BA1344C}" dt="2020-10-03T08:14:37.506" v="123" actId="478"/>
          <ac:grpSpMkLst>
            <pc:docMk/>
            <pc:sldMk cId="2456304509" sldId="298"/>
            <ac:grpSpMk id="302" creationId="{C3EF4586-3648-B048-BF20-4D0C489C15DF}"/>
          </ac:grpSpMkLst>
        </pc:grpChg>
        <pc:grpChg chg="del">
          <ac:chgData name="Aggie Menezes" userId="74619c95fa3483c9" providerId="LiveId" clId="{33561AF4-CFF1-004B-A392-2B837BA1344C}" dt="2020-10-03T08:14:21.237" v="115" actId="478"/>
          <ac:grpSpMkLst>
            <pc:docMk/>
            <pc:sldMk cId="2456304509" sldId="298"/>
            <ac:grpSpMk id="306" creationId="{62EE8EA5-A493-004E-8A04-8F74B1E4EF18}"/>
          </ac:grpSpMkLst>
        </pc:grpChg>
        <pc:inkChg chg="del">
          <ac:chgData name="Aggie Menezes" userId="74619c95fa3483c9" providerId="LiveId" clId="{33561AF4-CFF1-004B-A392-2B837BA1344C}" dt="2020-10-03T08:14:23.415" v="116" actId="478"/>
          <ac:inkMkLst>
            <pc:docMk/>
            <pc:sldMk cId="2456304509" sldId="298"/>
            <ac:inkMk id="8" creationId="{F0F92352-3A9D-C646-B56F-82276B5DC14A}"/>
          </ac:inkMkLst>
        </pc:inkChg>
        <pc:inkChg chg="del">
          <ac:chgData name="Aggie Menezes" userId="74619c95fa3483c9" providerId="LiveId" clId="{33561AF4-CFF1-004B-A392-2B837BA1344C}" dt="2020-10-03T08:14:09.324" v="112" actId="478"/>
          <ac:inkMkLst>
            <pc:docMk/>
            <pc:sldMk cId="2456304509" sldId="298"/>
            <ac:inkMk id="10" creationId="{BD306BFF-8C97-1E4C-99D1-474BCB4AEAE9}"/>
          </ac:inkMkLst>
        </pc:inkChg>
        <pc:inkChg chg="del">
          <ac:chgData name="Aggie Menezes" userId="74619c95fa3483c9" providerId="LiveId" clId="{33561AF4-CFF1-004B-A392-2B837BA1344C}" dt="2020-10-03T08:14:02.580" v="108" actId="478"/>
          <ac:inkMkLst>
            <pc:docMk/>
            <pc:sldMk cId="2456304509" sldId="298"/>
            <ac:inkMk id="12" creationId="{063EF45D-6E4D-374C-88AD-5675539C2BAA}"/>
          </ac:inkMkLst>
        </pc:inkChg>
        <pc:inkChg chg="del">
          <ac:chgData name="Aggie Menezes" userId="74619c95fa3483c9" providerId="LiveId" clId="{33561AF4-CFF1-004B-A392-2B837BA1344C}" dt="2020-10-03T08:14:04.957" v="110" actId="478"/>
          <ac:inkMkLst>
            <pc:docMk/>
            <pc:sldMk cId="2456304509" sldId="298"/>
            <ac:inkMk id="14" creationId="{AC7A6950-6AC0-F348-A21D-E34EB00DDB3F}"/>
          </ac:inkMkLst>
        </pc:inkChg>
        <pc:inkChg chg="del">
          <ac:chgData name="Aggie Menezes" userId="74619c95fa3483c9" providerId="LiveId" clId="{33561AF4-CFF1-004B-A392-2B837BA1344C}" dt="2020-10-03T08:14:03.851" v="109" actId="478"/>
          <ac:inkMkLst>
            <pc:docMk/>
            <pc:sldMk cId="2456304509" sldId="298"/>
            <ac:inkMk id="15" creationId="{88758F2A-0AA1-8546-9036-FE6BB26D4BF0}"/>
          </ac:inkMkLst>
        </pc:inkChg>
        <pc:inkChg chg="del">
          <ac:chgData name="Aggie Menezes" userId="74619c95fa3483c9" providerId="LiveId" clId="{33561AF4-CFF1-004B-A392-2B837BA1344C}" dt="2020-10-03T08:14:10.608" v="113" actId="478"/>
          <ac:inkMkLst>
            <pc:docMk/>
            <pc:sldMk cId="2456304509" sldId="298"/>
            <ac:inkMk id="18" creationId="{DA4C0FC6-5F98-6F40-8A4D-B814EAE7747B}"/>
          </ac:inkMkLst>
        </pc:inkChg>
        <pc:inkChg chg="del">
          <ac:chgData name="Aggie Menezes" userId="74619c95fa3483c9" providerId="LiveId" clId="{33561AF4-CFF1-004B-A392-2B837BA1344C}" dt="2020-10-03T08:14:07.040" v="111" actId="478"/>
          <ac:inkMkLst>
            <pc:docMk/>
            <pc:sldMk cId="2456304509" sldId="298"/>
            <ac:inkMk id="19" creationId="{A61F9938-5BA8-A643-896A-EFBC3C10BD64}"/>
          </ac:inkMkLst>
        </pc:inkChg>
        <pc:inkChg chg="del">
          <ac:chgData name="Aggie Menezes" userId="74619c95fa3483c9" providerId="LiveId" clId="{33561AF4-CFF1-004B-A392-2B837BA1344C}" dt="2020-10-03T08:14:30.442" v="119" actId="478"/>
          <ac:inkMkLst>
            <pc:docMk/>
            <pc:sldMk cId="2456304509" sldId="298"/>
            <ac:inkMk id="32" creationId="{9342EF29-3E56-C44F-AA47-65C4560F01EB}"/>
          </ac:inkMkLst>
        </pc:inkChg>
        <pc:inkChg chg="del">
          <ac:chgData name="Aggie Menezes" userId="74619c95fa3483c9" providerId="LiveId" clId="{33561AF4-CFF1-004B-A392-2B837BA1344C}" dt="2020-10-03T08:14:27.991" v="118" actId="478"/>
          <ac:inkMkLst>
            <pc:docMk/>
            <pc:sldMk cId="2456304509" sldId="298"/>
            <ac:inkMk id="51" creationId="{8B759BFD-1C1B-4E4A-9CC5-7E82CF221957}"/>
          </ac:inkMkLst>
        </pc:inkChg>
        <pc:inkChg chg="del">
          <ac:chgData name="Aggie Menezes" userId="74619c95fa3483c9" providerId="LiveId" clId="{33561AF4-CFF1-004B-A392-2B837BA1344C}" dt="2020-10-03T08:14:31.491" v="120" actId="478"/>
          <ac:inkMkLst>
            <pc:docMk/>
            <pc:sldMk cId="2456304509" sldId="298"/>
            <ac:inkMk id="66" creationId="{7B1DA440-45C9-DC46-A4D6-42C9146335F0}"/>
          </ac:inkMkLst>
        </pc:inkChg>
        <pc:inkChg chg="del">
          <ac:chgData name="Aggie Menezes" userId="74619c95fa3483c9" providerId="LiveId" clId="{33561AF4-CFF1-004B-A392-2B837BA1344C}" dt="2020-10-03T08:14:43.474" v="124" actId="478"/>
          <ac:inkMkLst>
            <pc:docMk/>
            <pc:sldMk cId="2456304509" sldId="298"/>
            <ac:inkMk id="117" creationId="{DBD5882C-1FBF-BA4C-BD8A-22685441E7BC}"/>
          </ac:inkMkLst>
        </pc:inkChg>
        <pc:inkChg chg="del">
          <ac:chgData name="Aggie Menezes" userId="74619c95fa3483c9" providerId="LiveId" clId="{33561AF4-CFF1-004B-A392-2B837BA1344C}" dt="2020-10-03T08:13:47.820" v="104" actId="478"/>
          <ac:inkMkLst>
            <pc:docMk/>
            <pc:sldMk cId="2456304509" sldId="298"/>
            <ac:inkMk id="237" creationId="{6A28FCCB-E424-534E-98B2-54E923D4021C}"/>
          </ac:inkMkLst>
        </pc:inkChg>
        <pc:inkChg chg="del">
          <ac:chgData name="Aggie Menezes" userId="74619c95fa3483c9" providerId="LiveId" clId="{33561AF4-CFF1-004B-A392-2B837BA1344C}" dt="2020-10-03T08:14:36.294" v="122" actId="478"/>
          <ac:inkMkLst>
            <pc:docMk/>
            <pc:sldMk cId="2456304509" sldId="298"/>
            <ac:inkMk id="303" creationId="{F5FAF6F0-4B47-F24D-A783-E9DB75600D31}"/>
          </ac:inkMkLst>
        </pc:inkChg>
      </pc:sldChg>
      <pc:sldChg chg="delSp mod">
        <pc:chgData name="Aggie Menezes" userId="74619c95fa3483c9" providerId="LiveId" clId="{33561AF4-CFF1-004B-A392-2B837BA1344C}" dt="2020-10-03T08:14:58.773" v="129" actId="478"/>
        <pc:sldMkLst>
          <pc:docMk/>
          <pc:sldMk cId="824117372" sldId="301"/>
        </pc:sldMkLst>
        <pc:spChg chg="del">
          <ac:chgData name="Aggie Menezes" userId="74619c95fa3483c9" providerId="LiveId" clId="{33561AF4-CFF1-004B-A392-2B837BA1344C}" dt="2020-10-03T08:14:53.659" v="126" actId="478"/>
          <ac:spMkLst>
            <pc:docMk/>
            <pc:sldMk cId="824117372" sldId="301"/>
            <ac:spMk id="5" creationId="{DE37B50B-82FC-A447-B5D1-F618B164F9EF}"/>
          </ac:spMkLst>
        </pc:spChg>
        <pc:grpChg chg="del">
          <ac:chgData name="Aggie Menezes" userId="74619c95fa3483c9" providerId="LiveId" clId="{33561AF4-CFF1-004B-A392-2B837BA1344C}" dt="2020-10-03T08:14:57.709" v="128" actId="478"/>
          <ac:grpSpMkLst>
            <pc:docMk/>
            <pc:sldMk cId="824117372" sldId="301"/>
            <ac:grpSpMk id="59" creationId="{580907AF-31C2-BD4B-846E-06594B128D90}"/>
          </ac:grpSpMkLst>
        </pc:grpChg>
        <pc:grpChg chg="del">
          <ac:chgData name="Aggie Menezes" userId="74619c95fa3483c9" providerId="LiveId" clId="{33561AF4-CFF1-004B-A392-2B837BA1344C}" dt="2020-10-03T08:14:58.773" v="129" actId="478"/>
          <ac:grpSpMkLst>
            <pc:docMk/>
            <pc:sldMk cId="824117372" sldId="301"/>
            <ac:grpSpMk id="60" creationId="{6FC78B3B-77DE-F04F-BCD2-39945FE55775}"/>
          </ac:grpSpMkLst>
        </pc:grpChg>
        <pc:grpChg chg="del">
          <ac:chgData name="Aggie Menezes" userId="74619c95fa3483c9" providerId="LiveId" clId="{33561AF4-CFF1-004B-A392-2B837BA1344C}" dt="2020-10-03T08:14:53.659" v="126" actId="478"/>
          <ac:grpSpMkLst>
            <pc:docMk/>
            <pc:sldMk cId="824117372" sldId="301"/>
            <ac:grpSpMk id="82" creationId="{6079EE50-D233-C242-B4DC-4E0907F34208}"/>
          </ac:grpSpMkLst>
        </pc:grpChg>
        <pc:grpChg chg="del">
          <ac:chgData name="Aggie Menezes" userId="74619c95fa3483c9" providerId="LiveId" clId="{33561AF4-CFF1-004B-A392-2B837BA1344C}" dt="2020-10-03T08:14:56.076" v="127" actId="478"/>
          <ac:grpSpMkLst>
            <pc:docMk/>
            <pc:sldMk cId="824117372" sldId="301"/>
            <ac:grpSpMk id="93" creationId="{A0CCC358-7343-A64B-808E-F1C4DAC6E5B3}"/>
          </ac:grpSpMkLst>
        </pc:grpChg>
      </pc:sldChg>
      <pc:sldChg chg="del">
        <pc:chgData name="Aggie Menezes" userId="74619c95fa3483c9" providerId="LiveId" clId="{33561AF4-CFF1-004B-A392-2B837BA1344C}" dt="2020-10-03T08:13:41.679" v="101" actId="2696"/>
        <pc:sldMkLst>
          <pc:docMk/>
          <pc:sldMk cId="2431091979" sldId="302"/>
        </pc:sldMkLst>
      </pc:sldChg>
      <pc:sldChg chg="del">
        <pc:chgData name="Aggie Menezes" userId="74619c95fa3483c9" providerId="LiveId" clId="{33561AF4-CFF1-004B-A392-2B837BA1344C}" dt="2020-10-03T08:12:58.211" v="88" actId="2696"/>
        <pc:sldMkLst>
          <pc:docMk/>
          <pc:sldMk cId="3495998617" sldId="303"/>
        </pc:sldMkLst>
      </pc:sldChg>
    </pc:docChg>
  </pc:docChgLst>
  <pc:docChgLst>
    <pc:chgData name="Aggie Menezes" userId="74619c95fa3483c9" providerId="LiveId" clId="{7665E095-77CB-F949-8360-C998FD4F4076}"/>
    <pc:docChg chg="undo custSel addSld delSld modSld">
      <pc:chgData name="Aggie Menezes" userId="74619c95fa3483c9" providerId="LiveId" clId="{7665E095-77CB-F949-8360-C998FD4F4076}" dt="2021-03-31T06:55:00.692" v="1861" actId="478"/>
      <pc:docMkLst>
        <pc:docMk/>
      </pc:docMkLst>
      <pc:sldChg chg="addSp delSp mod">
        <pc:chgData name="Aggie Menezes" userId="74619c95fa3483c9" providerId="LiveId" clId="{7665E095-77CB-F949-8360-C998FD4F4076}" dt="2021-03-18T11:10:26.102" v="900" actId="478"/>
        <pc:sldMkLst>
          <pc:docMk/>
          <pc:sldMk cId="0" sldId="257"/>
        </pc:sldMkLst>
        <pc:spChg chg="add del">
          <ac:chgData name="Aggie Menezes" userId="74619c95fa3483c9" providerId="LiveId" clId="{7665E095-77CB-F949-8360-C998FD4F4076}" dt="2021-03-18T11:10:24.514" v="899" actId="478"/>
          <ac:spMkLst>
            <pc:docMk/>
            <pc:sldMk cId="0" sldId="257"/>
            <ac:spMk id="18" creationId="{702359B0-72D3-3245-A2ED-010306F45906}"/>
          </ac:spMkLst>
        </pc:spChg>
        <pc:grpChg chg="del">
          <ac:chgData name="Aggie Menezes" userId="74619c95fa3483c9" providerId="LiveId" clId="{7665E095-77CB-F949-8360-C998FD4F4076}" dt="2021-01-29T15:25:27.966" v="0" actId="478"/>
          <ac:grpSpMkLst>
            <pc:docMk/>
            <pc:sldMk cId="0" sldId="257"/>
            <ac:grpSpMk id="25" creationId="{C2FE33A8-6953-7542-AD52-EB98094827D8}"/>
          </ac:grpSpMkLst>
        </pc:grpChg>
        <pc:grpChg chg="del">
          <ac:chgData name="Aggie Menezes" userId="74619c95fa3483c9" providerId="LiveId" clId="{7665E095-77CB-F949-8360-C998FD4F4076}" dt="2021-01-29T15:25:31.304" v="2" actId="478"/>
          <ac:grpSpMkLst>
            <pc:docMk/>
            <pc:sldMk cId="0" sldId="257"/>
            <ac:grpSpMk id="33" creationId="{5E03B5B0-FE32-5D4C-93CD-3EAE5C1A0102}"/>
          </ac:grpSpMkLst>
        </pc:grpChg>
        <pc:grpChg chg="del">
          <ac:chgData name="Aggie Menezes" userId="74619c95fa3483c9" providerId="LiveId" clId="{7665E095-77CB-F949-8360-C998FD4F4076}" dt="2021-01-29T15:25:29.717" v="1" actId="478"/>
          <ac:grpSpMkLst>
            <pc:docMk/>
            <pc:sldMk cId="0" sldId="257"/>
            <ac:grpSpMk id="53" creationId="{690BB3EB-9FD4-984C-9CDF-90717E96CCB8}"/>
          </ac:grpSpMkLst>
        </pc:grpChg>
        <pc:grpChg chg="del">
          <ac:chgData name="Aggie Menezes" userId="74619c95fa3483c9" providerId="LiveId" clId="{7665E095-77CB-F949-8360-C998FD4F4076}" dt="2021-01-29T15:25:53.757" v="11" actId="478"/>
          <ac:grpSpMkLst>
            <pc:docMk/>
            <pc:sldMk cId="0" sldId="257"/>
            <ac:grpSpMk id="60" creationId="{D5956761-9EE6-594E-B44E-BDB11FD7CBDF}"/>
          </ac:grpSpMkLst>
        </pc:grpChg>
        <pc:grpChg chg="del">
          <ac:chgData name="Aggie Menezes" userId="74619c95fa3483c9" providerId="LiveId" clId="{7665E095-77CB-F949-8360-C998FD4F4076}" dt="2021-01-29T15:26:06.004" v="15" actId="478"/>
          <ac:grpSpMkLst>
            <pc:docMk/>
            <pc:sldMk cId="0" sldId="257"/>
            <ac:grpSpMk id="83" creationId="{2CA5E5BF-80F7-864F-AAC2-2C3DD7CFB2C6}"/>
          </ac:grpSpMkLst>
        </pc:grpChg>
        <pc:grpChg chg="del">
          <ac:chgData name="Aggie Menezes" userId="74619c95fa3483c9" providerId="LiveId" clId="{7665E095-77CB-F949-8360-C998FD4F4076}" dt="2021-01-29T15:26:07.575" v="16" actId="478"/>
          <ac:grpSpMkLst>
            <pc:docMk/>
            <pc:sldMk cId="0" sldId="257"/>
            <ac:grpSpMk id="90" creationId="{5805F5DA-B305-CC4C-AD19-8D2A9EC3F393}"/>
          </ac:grpSpMkLst>
        </pc:grpChg>
        <pc:grpChg chg="del">
          <ac:chgData name="Aggie Menezes" userId="74619c95fa3483c9" providerId="LiveId" clId="{7665E095-77CB-F949-8360-C998FD4F4076}" dt="2021-01-29T15:26:13.748" v="19" actId="478"/>
          <ac:grpSpMkLst>
            <pc:docMk/>
            <pc:sldMk cId="0" sldId="257"/>
            <ac:grpSpMk id="96" creationId="{C7ECEDA4-C3BF-1D4C-89EB-A043B1A65CE9}"/>
          </ac:grpSpMkLst>
        </pc:grpChg>
        <pc:grpChg chg="del">
          <ac:chgData name="Aggie Menezes" userId="74619c95fa3483c9" providerId="LiveId" clId="{7665E095-77CB-F949-8360-C998FD4F4076}" dt="2021-01-29T15:26:03.284" v="14" actId="478"/>
          <ac:grpSpMkLst>
            <pc:docMk/>
            <pc:sldMk cId="0" sldId="257"/>
            <ac:grpSpMk id="107" creationId="{0E1E3B48-6837-CF4E-A1E3-6D01893E754F}"/>
          </ac:grpSpMkLst>
        </pc:grpChg>
        <pc:grpChg chg="del">
          <ac:chgData name="Aggie Menezes" userId="74619c95fa3483c9" providerId="LiveId" clId="{7665E095-77CB-F949-8360-C998FD4F4076}" dt="2021-01-29T15:25:35.358" v="3" actId="478"/>
          <ac:grpSpMkLst>
            <pc:docMk/>
            <pc:sldMk cId="0" sldId="257"/>
            <ac:grpSpMk id="122" creationId="{A39802EA-35BA-9645-A4F7-E3485D91D5BE}"/>
          </ac:grpSpMkLst>
        </pc:grpChg>
        <pc:grpChg chg="del">
          <ac:chgData name="Aggie Menezes" userId="74619c95fa3483c9" providerId="LiveId" clId="{7665E095-77CB-F949-8360-C998FD4F4076}" dt="2021-01-29T15:25:44.060" v="7" actId="478"/>
          <ac:grpSpMkLst>
            <pc:docMk/>
            <pc:sldMk cId="0" sldId="257"/>
            <ac:grpSpMk id="150" creationId="{9D19F87B-65A2-614D-BB0D-9C1148E93D01}"/>
          </ac:grpSpMkLst>
        </pc:grpChg>
        <pc:grpChg chg="del">
          <ac:chgData name="Aggie Menezes" userId="74619c95fa3483c9" providerId="LiveId" clId="{7665E095-77CB-F949-8360-C998FD4F4076}" dt="2021-01-29T15:25:37.076" v="4" actId="478"/>
          <ac:grpSpMkLst>
            <pc:docMk/>
            <pc:sldMk cId="0" sldId="257"/>
            <ac:grpSpMk id="157" creationId="{ED4B0F76-6EE6-AC4F-9A96-F6C47B5E7CE1}"/>
          </ac:grpSpMkLst>
        </pc:grpChg>
        <pc:grpChg chg="del">
          <ac:chgData name="Aggie Menezes" userId="74619c95fa3483c9" providerId="LiveId" clId="{7665E095-77CB-F949-8360-C998FD4F4076}" dt="2021-01-29T15:25:59.233" v="13" actId="478"/>
          <ac:grpSpMkLst>
            <pc:docMk/>
            <pc:sldMk cId="0" sldId="257"/>
            <ac:grpSpMk id="179" creationId="{3BB76556-C8CC-3D43-AEE2-D92550951A56}"/>
          </ac:grpSpMkLst>
        </pc:grpChg>
        <pc:grpChg chg="del">
          <ac:chgData name="Aggie Menezes" userId="74619c95fa3483c9" providerId="LiveId" clId="{7665E095-77CB-F949-8360-C998FD4F4076}" dt="2021-01-29T15:25:56.437" v="12" actId="478"/>
          <ac:grpSpMkLst>
            <pc:docMk/>
            <pc:sldMk cId="0" sldId="257"/>
            <ac:grpSpMk id="194" creationId="{614B4C4B-EDE5-A245-9DFF-A49EB69ACBD2}"/>
          </ac:grpSpMkLst>
        </pc:grpChg>
        <pc:grpChg chg="del">
          <ac:chgData name="Aggie Menezes" userId="74619c95fa3483c9" providerId="LiveId" clId="{7665E095-77CB-F949-8360-C998FD4F4076}" dt="2021-03-18T11:10:10.836" v="887" actId="478"/>
          <ac:grpSpMkLst>
            <pc:docMk/>
            <pc:sldMk cId="0" sldId="257"/>
            <ac:grpSpMk id="245" creationId="{64382DB8-207E-D34F-BAB8-53A4F00A72E5}"/>
          </ac:grpSpMkLst>
        </pc:grpChg>
        <pc:grpChg chg="del">
          <ac:chgData name="Aggie Menezes" userId="74619c95fa3483c9" providerId="LiveId" clId="{7665E095-77CB-F949-8360-C998FD4F4076}" dt="2021-03-18T11:10:26.102" v="900" actId="478"/>
          <ac:grpSpMkLst>
            <pc:docMk/>
            <pc:sldMk cId="0" sldId="257"/>
            <ac:grpSpMk id="257" creationId="{5CB902C7-47EB-A44B-9F1B-62A3EBDD1D4F}"/>
          </ac:grpSpMkLst>
        </pc:grpChg>
        <pc:grpChg chg="del">
          <ac:chgData name="Aggie Menezes" userId="74619c95fa3483c9" providerId="LiveId" clId="{7665E095-77CB-F949-8360-C998FD4F4076}" dt="2021-03-18T11:10:11.617" v="888" actId="478"/>
          <ac:grpSpMkLst>
            <pc:docMk/>
            <pc:sldMk cId="0" sldId="257"/>
            <ac:grpSpMk id="265" creationId="{05174F97-04BA-D447-B8DB-FA73EDB6DD11}"/>
          </ac:grpSpMkLst>
        </pc:grpChg>
        <pc:grpChg chg="del">
          <ac:chgData name="Aggie Menezes" userId="74619c95fa3483c9" providerId="LiveId" clId="{7665E095-77CB-F949-8360-C998FD4F4076}" dt="2021-03-18T11:10:14.412" v="890" actId="478"/>
          <ac:grpSpMkLst>
            <pc:docMk/>
            <pc:sldMk cId="0" sldId="257"/>
            <ac:grpSpMk id="281" creationId="{6BA39DD8-E666-3346-9CA3-3D864527A58F}"/>
          </ac:grpSpMkLst>
        </pc:grpChg>
        <pc:grpChg chg="del">
          <ac:chgData name="Aggie Menezes" userId="74619c95fa3483c9" providerId="LiveId" clId="{7665E095-77CB-F949-8360-C998FD4F4076}" dt="2021-03-18T11:10:19.933" v="895" actId="478"/>
          <ac:grpSpMkLst>
            <pc:docMk/>
            <pc:sldMk cId="0" sldId="257"/>
            <ac:grpSpMk id="284" creationId="{DF0B9DF8-3C8A-0F42-8D46-1E3595211685}"/>
          </ac:grpSpMkLst>
        </pc:grpChg>
        <pc:grpChg chg="del">
          <ac:chgData name="Aggie Menezes" userId="74619c95fa3483c9" providerId="LiveId" clId="{7665E095-77CB-F949-8360-C998FD4F4076}" dt="2021-03-18T11:10:15.374" v="891" actId="478"/>
          <ac:grpSpMkLst>
            <pc:docMk/>
            <pc:sldMk cId="0" sldId="257"/>
            <ac:grpSpMk id="293" creationId="{CC088FFB-F7AD-6949-A346-72BBFF9E8F7E}"/>
          </ac:grpSpMkLst>
        </pc:grpChg>
        <pc:grpChg chg="del">
          <ac:chgData name="Aggie Menezes" userId="74619c95fa3483c9" providerId="LiveId" clId="{7665E095-77CB-F949-8360-C998FD4F4076}" dt="2021-03-18T11:10:20.860" v="896" actId="478"/>
          <ac:grpSpMkLst>
            <pc:docMk/>
            <pc:sldMk cId="0" sldId="257"/>
            <ac:grpSpMk id="297" creationId="{C39F7FAF-C94B-204C-8BAE-95F8CED5CD13}"/>
          </ac:grpSpMkLst>
        </pc:grpChg>
        <pc:grpChg chg="del">
          <ac:chgData name="Aggie Menezes" userId="74619c95fa3483c9" providerId="LiveId" clId="{7665E095-77CB-F949-8360-C998FD4F4076}" dt="2021-03-18T11:10:18.785" v="894" actId="478"/>
          <ac:grpSpMkLst>
            <pc:docMk/>
            <pc:sldMk cId="0" sldId="257"/>
            <ac:grpSpMk id="306" creationId="{C942D495-DDE7-554F-A586-19DBD56394EC}"/>
          </ac:grpSpMkLst>
        </pc:grpChg>
        <pc:grpChg chg="del">
          <ac:chgData name="Aggie Menezes" userId="74619c95fa3483c9" providerId="LiveId" clId="{7665E095-77CB-F949-8360-C998FD4F4076}" dt="2021-03-18T11:10:16.538" v="892" actId="478"/>
          <ac:grpSpMkLst>
            <pc:docMk/>
            <pc:sldMk cId="0" sldId="257"/>
            <ac:grpSpMk id="316" creationId="{E14B6ADD-2A9C-7D47-BB9B-00B225C191CF}"/>
          </ac:grpSpMkLst>
        </pc:grpChg>
        <pc:inkChg chg="del">
          <ac:chgData name="Aggie Menezes" userId="74619c95fa3483c9" providerId="LiveId" clId="{7665E095-77CB-F949-8360-C998FD4F4076}" dt="2021-01-29T15:26:09.463" v="17" actId="478"/>
          <ac:inkMkLst>
            <pc:docMk/>
            <pc:sldMk cId="0" sldId="257"/>
            <ac:inkMk id="66" creationId="{A60F7014-1EEB-F346-8899-72E2206856A2}"/>
          </ac:inkMkLst>
        </pc:inkChg>
        <pc:inkChg chg="del">
          <ac:chgData name="Aggie Menezes" userId="74619c95fa3483c9" providerId="LiveId" clId="{7665E095-77CB-F949-8360-C998FD4F4076}" dt="2021-01-29T15:26:11.150" v="18" actId="478"/>
          <ac:inkMkLst>
            <pc:docMk/>
            <pc:sldMk cId="0" sldId="257"/>
            <ac:inkMk id="67" creationId="{38107FEE-B563-0F4A-A816-C7D450415CE9}"/>
          </ac:inkMkLst>
        </pc:inkChg>
        <pc:inkChg chg="del">
          <ac:chgData name="Aggie Menezes" userId="74619c95fa3483c9" providerId="LiveId" clId="{7665E095-77CB-F949-8360-C998FD4F4076}" dt="2021-01-29T15:26:16.425" v="20" actId="478"/>
          <ac:inkMkLst>
            <pc:docMk/>
            <pc:sldMk cId="0" sldId="257"/>
            <ac:inkMk id="97" creationId="{73AF781B-9ED0-8B4A-B666-2B8AF7CF9483}"/>
          </ac:inkMkLst>
        </pc:inkChg>
        <pc:inkChg chg="del">
          <ac:chgData name="Aggie Menezes" userId="74619c95fa3483c9" providerId="LiveId" clId="{7665E095-77CB-F949-8360-C998FD4F4076}" dt="2021-01-29T15:25:51.330" v="10" actId="478"/>
          <ac:inkMkLst>
            <pc:docMk/>
            <pc:sldMk cId="0" sldId="257"/>
            <ac:inkMk id="129" creationId="{4750C84F-DBBF-FE4F-A8BD-D9F3E5F8548D}"/>
          </ac:inkMkLst>
        </pc:inkChg>
        <pc:inkChg chg="del">
          <ac:chgData name="Aggie Menezes" userId="74619c95fa3483c9" providerId="LiveId" clId="{7665E095-77CB-F949-8360-C998FD4F4076}" dt="2021-01-29T15:25:41.265" v="6" actId="478"/>
          <ac:inkMkLst>
            <pc:docMk/>
            <pc:sldMk cId="0" sldId="257"/>
            <ac:inkMk id="130" creationId="{230ACEF1-9F99-3348-B2F8-6C91ACB99C39}"/>
          </ac:inkMkLst>
        </pc:inkChg>
        <pc:inkChg chg="del">
          <ac:chgData name="Aggie Menezes" userId="74619c95fa3483c9" providerId="LiveId" clId="{7665E095-77CB-F949-8360-C998FD4F4076}" dt="2021-01-29T15:25:39.676" v="5" actId="478"/>
          <ac:inkMkLst>
            <pc:docMk/>
            <pc:sldMk cId="0" sldId="257"/>
            <ac:inkMk id="131" creationId="{285B24D6-750C-3647-91B7-65EDB6D0DEBA}"/>
          </ac:inkMkLst>
        </pc:inkChg>
        <pc:inkChg chg="del">
          <ac:chgData name="Aggie Menezes" userId="74619c95fa3483c9" providerId="LiveId" clId="{7665E095-77CB-F949-8360-C998FD4F4076}" dt="2021-01-29T15:25:46.883" v="8" actId="478"/>
          <ac:inkMkLst>
            <pc:docMk/>
            <pc:sldMk cId="0" sldId="257"/>
            <ac:inkMk id="132" creationId="{D98F1A58-30CF-9644-99B4-642DE3EE7AF6}"/>
          </ac:inkMkLst>
        </pc:inkChg>
        <pc:inkChg chg="del">
          <ac:chgData name="Aggie Menezes" userId="74619c95fa3483c9" providerId="LiveId" clId="{7665E095-77CB-F949-8360-C998FD4F4076}" dt="2021-01-29T15:25:49.400" v="9" actId="478"/>
          <ac:inkMkLst>
            <pc:docMk/>
            <pc:sldMk cId="0" sldId="257"/>
            <ac:inkMk id="133" creationId="{7B1F06F7-822F-394A-BF62-3B280C862151}"/>
          </ac:inkMkLst>
        </pc:inkChg>
        <pc:inkChg chg="del">
          <ac:chgData name="Aggie Menezes" userId="74619c95fa3483c9" providerId="LiveId" clId="{7665E095-77CB-F949-8360-C998FD4F4076}" dt="2021-03-18T11:10:13.422" v="889" actId="478"/>
          <ac:inkMkLst>
            <pc:docMk/>
            <pc:sldMk cId="0" sldId="257"/>
            <ac:inkMk id="229" creationId="{842E00F5-AB65-A545-8A11-3506CB49CFCD}"/>
          </ac:inkMkLst>
        </pc:inkChg>
        <pc:inkChg chg="del">
          <ac:chgData name="Aggie Menezes" userId="74619c95fa3483c9" providerId="LiveId" clId="{7665E095-77CB-F949-8360-C998FD4F4076}" dt="2021-03-18T11:10:22.179" v="897" actId="478"/>
          <ac:inkMkLst>
            <pc:docMk/>
            <pc:sldMk cId="0" sldId="257"/>
            <ac:inkMk id="266" creationId="{467A95C7-1DDE-8D44-A1A9-39E359AE04E2}"/>
          </ac:inkMkLst>
        </pc:inkChg>
        <pc:inkChg chg="del">
          <ac:chgData name="Aggie Menezes" userId="74619c95fa3483c9" providerId="LiveId" clId="{7665E095-77CB-F949-8360-C998FD4F4076}" dt="2021-03-18T11:10:17.988" v="893" actId="478"/>
          <ac:inkMkLst>
            <pc:docMk/>
            <pc:sldMk cId="0" sldId="257"/>
            <ac:inkMk id="298" creationId="{260A5F8A-4B95-AB41-8E42-286A14ED7499}"/>
          </ac:inkMkLst>
        </pc:inkChg>
      </pc:sldChg>
      <pc:sldChg chg="addSp delSp mod">
        <pc:chgData name="Aggie Menezes" userId="74619c95fa3483c9" providerId="LiveId" clId="{7665E095-77CB-F949-8360-C998FD4F4076}" dt="2021-03-20T09:23:58.597" v="1031" actId="478"/>
        <pc:sldMkLst>
          <pc:docMk/>
          <pc:sldMk cId="0" sldId="263"/>
        </pc:sldMkLst>
        <pc:grpChg chg="del">
          <ac:chgData name="Aggie Menezes" userId="74619c95fa3483c9" providerId="LiveId" clId="{7665E095-77CB-F949-8360-C998FD4F4076}" dt="2021-03-18T11:11:22.457" v="918" actId="478"/>
          <ac:grpSpMkLst>
            <pc:docMk/>
            <pc:sldMk cId="0" sldId="263"/>
            <ac:grpSpMk id="46" creationId="{01D5020D-32E9-A942-B9EC-4B9E985D8313}"/>
          </ac:grpSpMkLst>
        </pc:grpChg>
        <pc:grpChg chg="del">
          <ac:chgData name="Aggie Menezes" userId="74619c95fa3483c9" providerId="LiveId" clId="{7665E095-77CB-F949-8360-C998FD4F4076}" dt="2021-03-18T11:11:20.858" v="917" actId="478"/>
          <ac:grpSpMkLst>
            <pc:docMk/>
            <pc:sldMk cId="0" sldId="263"/>
            <ac:grpSpMk id="68" creationId="{96576939-61F3-3543-9614-7D103CBC23BB}"/>
          </ac:grpSpMkLst>
        </pc:grpChg>
        <pc:grpChg chg="del">
          <ac:chgData name="Aggie Menezes" userId="74619c95fa3483c9" providerId="LiveId" clId="{7665E095-77CB-F949-8360-C998FD4F4076}" dt="2021-03-18T11:11:18.631" v="916" actId="478"/>
          <ac:grpSpMkLst>
            <pc:docMk/>
            <pc:sldMk cId="0" sldId="263"/>
            <ac:grpSpMk id="69" creationId="{4293E87A-80B9-4940-933C-58EB7940EB45}"/>
          </ac:grpSpMkLst>
        </pc:grpChg>
        <pc:grpChg chg="del">
          <ac:chgData name="Aggie Menezes" userId="74619c95fa3483c9" providerId="LiveId" clId="{7665E095-77CB-F949-8360-C998FD4F4076}" dt="2021-03-20T09:23:58.597" v="1031" actId="478"/>
          <ac:grpSpMkLst>
            <pc:docMk/>
            <pc:sldMk cId="0" sldId="263"/>
            <ac:grpSpMk id="70" creationId="{177CF753-952F-1346-917A-713B0C8DDA38}"/>
          </ac:grpSpMkLst>
        </pc:grpChg>
        <pc:grpChg chg="del">
          <ac:chgData name="Aggie Menezes" userId="74619c95fa3483c9" providerId="LiveId" clId="{7665E095-77CB-F949-8360-C998FD4F4076}" dt="2021-03-18T11:11:11.597" v="911" actId="478"/>
          <ac:grpSpMkLst>
            <pc:docMk/>
            <pc:sldMk cId="0" sldId="263"/>
            <ac:grpSpMk id="75" creationId="{9BB19632-4158-A64D-8494-A59AF5B00141}"/>
          </ac:grpSpMkLst>
        </pc:grpChg>
        <pc:grpChg chg="del">
          <ac:chgData name="Aggie Menezes" userId="74619c95fa3483c9" providerId="LiveId" clId="{7665E095-77CB-F949-8360-C998FD4F4076}" dt="2021-03-18T11:11:24.010" v="919" actId="478"/>
          <ac:grpSpMkLst>
            <pc:docMk/>
            <pc:sldMk cId="0" sldId="263"/>
            <ac:grpSpMk id="79" creationId="{AA9D709B-3948-E047-A4D7-71535578C709}"/>
          </ac:grpSpMkLst>
        </pc:grpChg>
        <pc:grpChg chg="del">
          <ac:chgData name="Aggie Menezes" userId="74619c95fa3483c9" providerId="LiveId" clId="{7665E095-77CB-F949-8360-C998FD4F4076}" dt="2021-03-18T11:11:41.136" v="930" actId="478"/>
          <ac:grpSpMkLst>
            <pc:docMk/>
            <pc:sldMk cId="0" sldId="263"/>
            <ac:grpSpMk id="83" creationId="{99DD5DA0-4382-C84F-8240-D075E5195E22}"/>
          </ac:grpSpMkLst>
        </pc:grpChg>
        <pc:grpChg chg="del">
          <ac:chgData name="Aggie Menezes" userId="74619c95fa3483c9" providerId="LiveId" clId="{7665E095-77CB-F949-8360-C998FD4F4076}" dt="2021-03-18T11:11:16.232" v="914" actId="478"/>
          <ac:grpSpMkLst>
            <pc:docMk/>
            <pc:sldMk cId="0" sldId="263"/>
            <ac:grpSpMk id="86" creationId="{08782324-AD35-8540-B87A-36C1F6FAA4B3}"/>
          </ac:grpSpMkLst>
        </pc:grpChg>
        <pc:grpChg chg="del">
          <ac:chgData name="Aggie Menezes" userId="74619c95fa3483c9" providerId="LiveId" clId="{7665E095-77CB-F949-8360-C998FD4F4076}" dt="2021-03-18T11:11:36.334" v="927" actId="478"/>
          <ac:grpSpMkLst>
            <pc:docMk/>
            <pc:sldMk cId="0" sldId="263"/>
            <ac:grpSpMk id="104" creationId="{415FC753-C652-5146-BDE0-5A59352D6AFD}"/>
          </ac:grpSpMkLst>
        </pc:grpChg>
        <pc:grpChg chg="del">
          <ac:chgData name="Aggie Menezes" userId="74619c95fa3483c9" providerId="LiveId" clId="{7665E095-77CB-F949-8360-C998FD4F4076}" dt="2021-03-18T11:11:33.361" v="925" actId="478"/>
          <ac:grpSpMkLst>
            <pc:docMk/>
            <pc:sldMk cId="0" sldId="263"/>
            <ac:grpSpMk id="111" creationId="{3FCE1BE1-7F6F-224F-8843-D4F2B6499276}"/>
          </ac:grpSpMkLst>
        </pc:grpChg>
        <pc:grpChg chg="del">
          <ac:chgData name="Aggie Menezes" userId="74619c95fa3483c9" providerId="LiveId" clId="{7665E095-77CB-F949-8360-C998FD4F4076}" dt="2021-03-18T11:11:31.832" v="924" actId="478"/>
          <ac:grpSpMkLst>
            <pc:docMk/>
            <pc:sldMk cId="0" sldId="263"/>
            <ac:grpSpMk id="122" creationId="{D597A235-8109-F546-BA30-65A665495E1C}"/>
          </ac:grpSpMkLst>
        </pc:grpChg>
        <pc:grpChg chg="del">
          <ac:chgData name="Aggie Menezes" userId="74619c95fa3483c9" providerId="LiveId" clId="{7665E095-77CB-F949-8360-C998FD4F4076}" dt="2021-03-18T11:11:26.959" v="921" actId="478"/>
          <ac:grpSpMkLst>
            <pc:docMk/>
            <pc:sldMk cId="0" sldId="263"/>
            <ac:grpSpMk id="132" creationId="{876FD110-51BF-9844-AFD4-7CC57D2F7429}"/>
          </ac:grpSpMkLst>
        </pc:grpChg>
        <pc:grpChg chg="del">
          <ac:chgData name="Aggie Menezes" userId="74619c95fa3483c9" providerId="LiveId" clId="{7665E095-77CB-F949-8360-C998FD4F4076}" dt="2021-03-18T11:11:10.171" v="910" actId="478"/>
          <ac:grpSpMkLst>
            <pc:docMk/>
            <pc:sldMk cId="0" sldId="263"/>
            <ac:grpSpMk id="163" creationId="{657493A0-ED04-744D-8225-8D341D4B68D1}"/>
          </ac:grpSpMkLst>
        </pc:grpChg>
        <pc:picChg chg="add del">
          <ac:chgData name="Aggie Menezes" userId="74619c95fa3483c9" providerId="LiveId" clId="{7665E095-77CB-F949-8360-C998FD4F4076}" dt="2021-03-18T11:11:14.552" v="913" actId="478"/>
          <ac:picMkLst>
            <pc:docMk/>
            <pc:sldMk cId="0" sldId="263"/>
            <ac:picMk id="51" creationId="{00000000-0000-0000-0000-000000000000}"/>
          </ac:picMkLst>
        </pc:picChg>
        <pc:inkChg chg="del">
          <ac:chgData name="Aggie Menezes" userId="74619c95fa3483c9" providerId="LiveId" clId="{7665E095-77CB-F949-8360-C998FD4F4076}" dt="2021-03-20T09:23:57.554" v="1030" actId="478"/>
          <ac:inkMkLst>
            <pc:docMk/>
            <pc:sldMk cId="0" sldId="263"/>
            <ac:inkMk id="17" creationId="{6F655E1A-E4BD-294E-8EA7-179D85C0E50C}"/>
          </ac:inkMkLst>
        </pc:inkChg>
        <pc:inkChg chg="del">
          <ac:chgData name="Aggie Menezes" userId="74619c95fa3483c9" providerId="LiveId" clId="{7665E095-77CB-F949-8360-C998FD4F4076}" dt="2021-03-18T11:11:08.305" v="909" actId="478"/>
          <ac:inkMkLst>
            <pc:docMk/>
            <pc:sldMk cId="0" sldId="263"/>
            <ac:inkMk id="32" creationId="{F2A84DB7-9E2B-984D-A17D-8BCBBE51DBCF}"/>
          </ac:inkMkLst>
        </pc:inkChg>
        <pc:inkChg chg="del">
          <ac:chgData name="Aggie Menezes" userId="74619c95fa3483c9" providerId="LiveId" clId="{7665E095-77CB-F949-8360-C998FD4F4076}" dt="2021-03-18T11:11:38.406" v="928" actId="478"/>
          <ac:inkMkLst>
            <pc:docMk/>
            <pc:sldMk cId="0" sldId="263"/>
            <ac:inkMk id="80" creationId="{C27D8DC6-885A-F34E-9145-67B903E1576A}"/>
          </ac:inkMkLst>
        </pc:inkChg>
        <pc:inkChg chg="del">
          <ac:chgData name="Aggie Menezes" userId="74619c95fa3483c9" providerId="LiveId" clId="{7665E095-77CB-F949-8360-C998FD4F4076}" dt="2021-03-18T11:11:40.250" v="929" actId="478"/>
          <ac:inkMkLst>
            <pc:docMk/>
            <pc:sldMk cId="0" sldId="263"/>
            <ac:inkMk id="87" creationId="{AE65DF1D-04A6-724A-894E-45516E905476}"/>
          </ac:inkMkLst>
        </pc:inkChg>
        <pc:inkChg chg="del">
          <ac:chgData name="Aggie Menezes" userId="74619c95fa3483c9" providerId="LiveId" clId="{7665E095-77CB-F949-8360-C998FD4F4076}" dt="2021-03-18T11:11:17.193" v="915" actId="478"/>
          <ac:inkMkLst>
            <pc:docMk/>
            <pc:sldMk cId="0" sldId="263"/>
            <ac:inkMk id="88" creationId="{913EAAD0-519D-F848-A96B-D532935ED787}"/>
          </ac:inkMkLst>
        </pc:inkChg>
        <pc:inkChg chg="del">
          <ac:chgData name="Aggie Menezes" userId="74619c95fa3483c9" providerId="LiveId" clId="{7665E095-77CB-F949-8360-C998FD4F4076}" dt="2021-03-18T11:11:29.298" v="922" actId="478"/>
          <ac:inkMkLst>
            <pc:docMk/>
            <pc:sldMk cId="0" sldId="263"/>
            <ac:inkMk id="123" creationId="{D3FD7716-6FD0-C342-BFB2-FF016BCCA9E5}"/>
          </ac:inkMkLst>
        </pc:inkChg>
        <pc:inkChg chg="del">
          <ac:chgData name="Aggie Menezes" userId="74619c95fa3483c9" providerId="LiveId" clId="{7665E095-77CB-F949-8360-C998FD4F4076}" dt="2021-03-18T11:11:35.005" v="926" actId="478"/>
          <ac:inkMkLst>
            <pc:docMk/>
            <pc:sldMk cId="0" sldId="263"/>
            <ac:inkMk id="133" creationId="{48F20B70-455D-D640-BDA3-0F8326B66F9E}"/>
          </ac:inkMkLst>
        </pc:inkChg>
        <pc:inkChg chg="del">
          <ac:chgData name="Aggie Menezes" userId="74619c95fa3483c9" providerId="LiveId" clId="{7665E095-77CB-F949-8360-C998FD4F4076}" dt="2021-03-18T11:11:30.170" v="923" actId="478"/>
          <ac:inkMkLst>
            <pc:docMk/>
            <pc:sldMk cId="0" sldId="263"/>
            <ac:inkMk id="134" creationId="{4C2BEAD5-3CC1-AF48-8AFE-083FF034F3BA}"/>
          </ac:inkMkLst>
        </pc:inkChg>
        <pc:inkChg chg="del">
          <ac:chgData name="Aggie Menezes" userId="74619c95fa3483c9" providerId="LiveId" clId="{7665E095-77CB-F949-8360-C998FD4F4076}" dt="2021-03-18T11:11:25.530" v="920" actId="478"/>
          <ac:inkMkLst>
            <pc:docMk/>
            <pc:sldMk cId="0" sldId="263"/>
            <ac:inkMk id="146" creationId="{93788FFF-DA0C-0040-A2C1-91AFE81BD4EE}"/>
          </ac:inkMkLst>
        </pc:inkChg>
        <pc:inkChg chg="del">
          <ac:chgData name="Aggie Menezes" userId="74619c95fa3483c9" providerId="LiveId" clId="{7665E095-77CB-F949-8360-C998FD4F4076}" dt="2021-03-18T11:11:07.032" v="908" actId="478"/>
          <ac:inkMkLst>
            <pc:docMk/>
            <pc:sldMk cId="0" sldId="263"/>
            <ac:inkMk id="164" creationId="{C938ECF6-9B2A-7B49-A55B-6111B540AFCB}"/>
          </ac:inkMkLst>
        </pc:inkChg>
      </pc:sldChg>
      <pc:sldChg chg="delSp mod">
        <pc:chgData name="Aggie Menezes" userId="74619c95fa3483c9" providerId="LiveId" clId="{7665E095-77CB-F949-8360-C998FD4F4076}" dt="2021-03-20T09:24:37.850" v="1052" actId="478"/>
        <pc:sldMkLst>
          <pc:docMk/>
          <pc:sldMk cId="0" sldId="266"/>
        </pc:sldMkLst>
        <pc:grpChg chg="del">
          <ac:chgData name="Aggie Menezes" userId="74619c95fa3483c9" providerId="LiveId" clId="{7665E095-77CB-F949-8360-C998FD4F4076}" dt="2021-03-20T09:24:37.850" v="1052" actId="478"/>
          <ac:grpSpMkLst>
            <pc:docMk/>
            <pc:sldMk cId="0" sldId="266"/>
            <ac:grpSpMk id="5" creationId="{10CAE63A-D36A-D64B-8EC1-7B2CAB100A17}"/>
          </ac:grpSpMkLst>
        </pc:grpChg>
        <pc:grpChg chg="del">
          <ac:chgData name="Aggie Menezes" userId="74619c95fa3483c9" providerId="LiveId" clId="{7665E095-77CB-F949-8360-C998FD4F4076}" dt="2021-03-20T09:24:11.724" v="1038" actId="478"/>
          <ac:grpSpMkLst>
            <pc:docMk/>
            <pc:sldMk cId="0" sldId="266"/>
            <ac:grpSpMk id="17" creationId="{42036234-3DA3-1841-9499-52EC9F46C3DB}"/>
          </ac:grpSpMkLst>
        </pc:grpChg>
        <pc:grpChg chg="del">
          <ac:chgData name="Aggie Menezes" userId="74619c95fa3483c9" providerId="LiveId" clId="{7665E095-77CB-F949-8360-C998FD4F4076}" dt="2021-03-20T09:24:07.838" v="1034" actId="478"/>
          <ac:grpSpMkLst>
            <pc:docMk/>
            <pc:sldMk cId="0" sldId="266"/>
            <ac:grpSpMk id="27" creationId="{D771B2A7-20F8-424D-8AF7-FF8DA7E0E82D}"/>
          </ac:grpSpMkLst>
        </pc:grpChg>
        <pc:grpChg chg="del">
          <ac:chgData name="Aggie Menezes" userId="74619c95fa3483c9" providerId="LiveId" clId="{7665E095-77CB-F949-8360-C998FD4F4076}" dt="2021-03-20T09:24:34.931" v="1051" actId="478"/>
          <ac:grpSpMkLst>
            <pc:docMk/>
            <pc:sldMk cId="0" sldId="266"/>
            <ac:grpSpMk id="28" creationId="{E3F8E444-C801-054E-9EC0-E8141F0CF2E2}"/>
          </ac:grpSpMkLst>
        </pc:grpChg>
        <pc:grpChg chg="del">
          <ac:chgData name="Aggie Menezes" userId="74619c95fa3483c9" providerId="LiveId" clId="{7665E095-77CB-F949-8360-C998FD4F4076}" dt="2021-03-20T09:24:09.775" v="1036" actId="478"/>
          <ac:grpSpMkLst>
            <pc:docMk/>
            <pc:sldMk cId="0" sldId="266"/>
            <ac:grpSpMk id="37" creationId="{982EB080-08D7-CB40-AB8A-D79CC45D4ADE}"/>
          </ac:grpSpMkLst>
        </pc:grpChg>
        <pc:grpChg chg="del">
          <ac:chgData name="Aggie Menezes" userId="74619c95fa3483c9" providerId="LiveId" clId="{7665E095-77CB-F949-8360-C998FD4F4076}" dt="2021-03-20T09:24:08.802" v="1035" actId="478"/>
          <ac:grpSpMkLst>
            <pc:docMk/>
            <pc:sldMk cId="0" sldId="266"/>
            <ac:grpSpMk id="38" creationId="{EA104852-90F4-8E4A-9044-30E311F7ABEE}"/>
          </ac:grpSpMkLst>
        </pc:grpChg>
        <pc:grpChg chg="del">
          <ac:chgData name="Aggie Menezes" userId="74619c95fa3483c9" providerId="LiveId" clId="{7665E095-77CB-F949-8360-C998FD4F4076}" dt="2021-03-18T11:11:47.007" v="931" actId="478"/>
          <ac:grpSpMkLst>
            <pc:docMk/>
            <pc:sldMk cId="0" sldId="266"/>
            <ac:grpSpMk id="42" creationId="{FBF3528A-CFB9-C844-962A-140C14AFDAE0}"/>
          </ac:grpSpMkLst>
        </pc:grpChg>
        <pc:grpChg chg="del">
          <ac:chgData name="Aggie Menezes" userId="74619c95fa3483c9" providerId="LiveId" clId="{7665E095-77CB-F949-8360-C998FD4F4076}" dt="2021-03-18T11:11:53.417" v="933" actId="478"/>
          <ac:grpSpMkLst>
            <pc:docMk/>
            <pc:sldMk cId="0" sldId="266"/>
            <ac:grpSpMk id="61" creationId="{AA0549CE-FB3F-8D4C-9803-A34B42B75AB4}"/>
          </ac:grpSpMkLst>
        </pc:grpChg>
        <pc:grpChg chg="del">
          <ac:chgData name="Aggie Menezes" userId="74619c95fa3483c9" providerId="LiveId" clId="{7665E095-77CB-F949-8360-C998FD4F4076}" dt="2021-03-20T09:24:16.960" v="1042" actId="478"/>
          <ac:grpSpMkLst>
            <pc:docMk/>
            <pc:sldMk cId="0" sldId="266"/>
            <ac:grpSpMk id="72" creationId="{6C1D1A39-52BE-6743-9EC8-BC2FE5962FF7}"/>
          </ac:grpSpMkLst>
        </pc:grpChg>
        <pc:grpChg chg="del">
          <ac:chgData name="Aggie Menezes" userId="74619c95fa3483c9" providerId="LiveId" clId="{7665E095-77CB-F949-8360-C998FD4F4076}" dt="2021-03-18T11:11:55.308" v="934" actId="478"/>
          <ac:grpSpMkLst>
            <pc:docMk/>
            <pc:sldMk cId="0" sldId="266"/>
            <ac:grpSpMk id="76" creationId="{299FF375-5FA8-B345-9F38-73C3F0B38F74}"/>
          </ac:grpSpMkLst>
        </pc:grpChg>
        <pc:grpChg chg="del">
          <ac:chgData name="Aggie Menezes" userId="74619c95fa3483c9" providerId="LiveId" clId="{7665E095-77CB-F949-8360-C998FD4F4076}" dt="2021-03-20T09:24:10.602" v="1037" actId="478"/>
          <ac:grpSpMkLst>
            <pc:docMk/>
            <pc:sldMk cId="0" sldId="266"/>
            <ac:grpSpMk id="80" creationId="{A84191F3-EED0-9049-9DAE-A47E4CEBC84E}"/>
          </ac:grpSpMkLst>
        </pc:grpChg>
        <pc:grpChg chg="del">
          <ac:chgData name="Aggie Menezes" userId="74619c95fa3483c9" providerId="LiveId" clId="{7665E095-77CB-F949-8360-C998FD4F4076}" dt="2021-03-20T09:24:05.806" v="1032" actId="478"/>
          <ac:grpSpMkLst>
            <pc:docMk/>
            <pc:sldMk cId="0" sldId="266"/>
            <ac:grpSpMk id="82" creationId="{AED68D53-D3D0-6745-9A2F-F6252D379C16}"/>
          </ac:grpSpMkLst>
        </pc:grpChg>
        <pc:grpChg chg="del">
          <ac:chgData name="Aggie Menezes" userId="74619c95fa3483c9" providerId="LiveId" clId="{7665E095-77CB-F949-8360-C998FD4F4076}" dt="2021-03-20T09:24:06.842" v="1033" actId="478"/>
          <ac:grpSpMkLst>
            <pc:docMk/>
            <pc:sldMk cId="0" sldId="266"/>
            <ac:grpSpMk id="85" creationId="{53E27562-2A15-474D-BBA2-4EBF69F98393}"/>
          </ac:grpSpMkLst>
        </pc:grpChg>
        <pc:grpChg chg="del">
          <ac:chgData name="Aggie Menezes" userId="74619c95fa3483c9" providerId="LiveId" clId="{7665E095-77CB-F949-8360-C998FD4F4076}" dt="2021-03-20T09:24:19.894" v="1044" actId="478"/>
          <ac:grpSpMkLst>
            <pc:docMk/>
            <pc:sldMk cId="0" sldId="266"/>
            <ac:grpSpMk id="95" creationId="{CCCFE3D5-0C53-9444-9B8E-92D458B13671}"/>
          </ac:grpSpMkLst>
        </pc:grpChg>
        <pc:grpChg chg="del">
          <ac:chgData name="Aggie Menezes" userId="74619c95fa3483c9" providerId="LiveId" clId="{7665E095-77CB-F949-8360-C998FD4F4076}" dt="2021-03-18T11:12:17.372" v="940" actId="478"/>
          <ac:grpSpMkLst>
            <pc:docMk/>
            <pc:sldMk cId="0" sldId="266"/>
            <ac:grpSpMk id="121" creationId="{E71976BE-D26A-584E-AE7E-622DFC12C642}"/>
          </ac:grpSpMkLst>
        </pc:grpChg>
        <pc:grpChg chg="del">
          <ac:chgData name="Aggie Menezes" userId="74619c95fa3483c9" providerId="LiveId" clId="{7665E095-77CB-F949-8360-C998FD4F4076}" dt="2021-03-20T09:24:32.263" v="1050" actId="478"/>
          <ac:grpSpMkLst>
            <pc:docMk/>
            <pc:sldMk cId="0" sldId="266"/>
            <ac:grpSpMk id="126" creationId="{9717BF0B-F91A-EC4B-9361-C840B622B568}"/>
          </ac:grpSpMkLst>
        </pc:grpChg>
        <pc:grpChg chg="del">
          <ac:chgData name="Aggie Menezes" userId="74619c95fa3483c9" providerId="LiveId" clId="{7665E095-77CB-F949-8360-C998FD4F4076}" dt="2021-03-20T09:24:18.318" v="1043" actId="478"/>
          <ac:grpSpMkLst>
            <pc:docMk/>
            <pc:sldMk cId="0" sldId="266"/>
            <ac:grpSpMk id="127" creationId="{5FF337C4-AED2-434C-8394-5D3C0252A932}"/>
          </ac:grpSpMkLst>
        </pc:grpChg>
        <pc:grpChg chg="del">
          <ac:chgData name="Aggie Menezes" userId="74619c95fa3483c9" providerId="LiveId" clId="{7665E095-77CB-F949-8360-C998FD4F4076}" dt="2021-03-20T09:24:26.673" v="1045" actId="478"/>
          <ac:grpSpMkLst>
            <pc:docMk/>
            <pc:sldMk cId="0" sldId="266"/>
            <ac:grpSpMk id="139" creationId="{57E4D2B3-2016-5D43-9500-901DEFBB45E4}"/>
          </ac:grpSpMkLst>
        </pc:grpChg>
        <pc:inkChg chg="del">
          <ac:chgData name="Aggie Menezes" userId="74619c95fa3483c9" providerId="LiveId" clId="{7665E095-77CB-F949-8360-C998FD4F4076}" dt="2021-03-20T09:24:12.795" v="1039" actId="478"/>
          <ac:inkMkLst>
            <pc:docMk/>
            <pc:sldMk cId="0" sldId="266"/>
            <ac:inkMk id="20" creationId="{FC9FE0B6-E209-524A-85E2-1FB3D36A1C3D}"/>
          </ac:inkMkLst>
        </pc:inkChg>
        <pc:inkChg chg="del">
          <ac:chgData name="Aggie Menezes" userId="74619c95fa3483c9" providerId="LiveId" clId="{7665E095-77CB-F949-8360-C998FD4F4076}" dt="2021-03-20T09:24:14.268" v="1040" actId="478"/>
          <ac:inkMkLst>
            <pc:docMk/>
            <pc:sldMk cId="0" sldId="266"/>
            <ac:inkMk id="21" creationId="{85BC7339-D271-6044-9633-8737B5C24093}"/>
          </ac:inkMkLst>
        </pc:inkChg>
        <pc:inkChg chg="del">
          <ac:chgData name="Aggie Menezes" userId="74619c95fa3483c9" providerId="LiveId" clId="{7665E095-77CB-F949-8360-C998FD4F4076}" dt="2021-03-20T09:24:15.622" v="1041" actId="478"/>
          <ac:inkMkLst>
            <pc:docMk/>
            <pc:sldMk cId="0" sldId="266"/>
            <ac:inkMk id="22" creationId="{31BD8BA0-01AC-F248-BDDB-E3BA44D65FE4}"/>
          </ac:inkMkLst>
        </pc:inkChg>
        <pc:inkChg chg="del">
          <ac:chgData name="Aggie Menezes" userId="74619c95fa3483c9" providerId="LiveId" clId="{7665E095-77CB-F949-8360-C998FD4F4076}" dt="2021-03-18T11:12:17.372" v="940" actId="478"/>
          <ac:inkMkLst>
            <pc:docMk/>
            <pc:sldMk cId="0" sldId="266"/>
            <ac:inkMk id="43" creationId="{632339D2-3E82-EA43-A04B-D2950EA78788}"/>
          </ac:inkMkLst>
        </pc:inkChg>
        <pc:inkChg chg="del">
          <ac:chgData name="Aggie Menezes" userId="74619c95fa3483c9" providerId="LiveId" clId="{7665E095-77CB-F949-8360-C998FD4F4076}" dt="2021-03-18T11:12:17.372" v="940" actId="478"/>
          <ac:inkMkLst>
            <pc:docMk/>
            <pc:sldMk cId="0" sldId="266"/>
            <ac:inkMk id="62" creationId="{4B833C8B-E1B7-8C4B-808D-561042E8E75D}"/>
          </ac:inkMkLst>
        </pc:inkChg>
        <pc:inkChg chg="del">
          <ac:chgData name="Aggie Menezes" userId="74619c95fa3483c9" providerId="LiveId" clId="{7665E095-77CB-F949-8360-C998FD4F4076}" dt="2021-03-18T11:12:17.372" v="940" actId="478"/>
          <ac:inkMkLst>
            <pc:docMk/>
            <pc:sldMk cId="0" sldId="266"/>
            <ac:inkMk id="100" creationId="{B632604F-6025-AA4F-A216-F6B93EEBE5B2}"/>
          </ac:inkMkLst>
        </pc:inkChg>
        <pc:inkChg chg="del">
          <ac:chgData name="Aggie Menezes" userId="74619c95fa3483c9" providerId="LiveId" clId="{7665E095-77CB-F949-8360-C998FD4F4076}" dt="2021-03-18T11:12:17.372" v="940" actId="478"/>
          <ac:inkMkLst>
            <pc:docMk/>
            <pc:sldMk cId="0" sldId="266"/>
            <ac:inkMk id="101" creationId="{ACA598CD-EF9E-604B-B05E-9D89E3B66B57}"/>
          </ac:inkMkLst>
        </pc:inkChg>
        <pc:inkChg chg="del">
          <ac:chgData name="Aggie Menezes" userId="74619c95fa3483c9" providerId="LiveId" clId="{7665E095-77CB-F949-8360-C998FD4F4076}" dt="2021-03-18T11:12:17.372" v="940" actId="478"/>
          <ac:inkMkLst>
            <pc:docMk/>
            <pc:sldMk cId="0" sldId="266"/>
            <ac:inkMk id="102" creationId="{DFC838E5-E434-C641-8A6E-E6F5DF098965}"/>
          </ac:inkMkLst>
        </pc:inkChg>
        <pc:inkChg chg="del">
          <ac:chgData name="Aggie Menezes" userId="74619c95fa3483c9" providerId="LiveId" clId="{7665E095-77CB-F949-8360-C998FD4F4076}" dt="2021-03-18T11:11:51.831" v="932" actId="478"/>
          <ac:inkMkLst>
            <pc:docMk/>
            <pc:sldMk cId="0" sldId="266"/>
            <ac:inkMk id="104" creationId="{514A3217-6909-884B-80C4-89CEA335F1A1}"/>
          </ac:inkMkLst>
        </pc:inkChg>
        <pc:inkChg chg="del">
          <ac:chgData name="Aggie Menezes" userId="74619c95fa3483c9" providerId="LiveId" clId="{7665E095-77CB-F949-8360-C998FD4F4076}" dt="2021-03-18T11:11:56.916" v="935" actId="478"/>
          <ac:inkMkLst>
            <pc:docMk/>
            <pc:sldMk cId="0" sldId="266"/>
            <ac:inkMk id="105" creationId="{7F967C00-13EF-1640-ACF9-CAFAD4F430EB}"/>
          </ac:inkMkLst>
        </pc:inkChg>
        <pc:inkChg chg="del">
          <ac:chgData name="Aggie Menezes" userId="74619c95fa3483c9" providerId="LiveId" clId="{7665E095-77CB-F949-8360-C998FD4F4076}" dt="2021-03-18T11:12:01.352" v="938" actId="478"/>
          <ac:inkMkLst>
            <pc:docMk/>
            <pc:sldMk cId="0" sldId="266"/>
            <ac:inkMk id="106" creationId="{19C4855E-6F33-854F-BDE1-A49DA0E23B02}"/>
          </ac:inkMkLst>
        </pc:inkChg>
        <pc:inkChg chg="del">
          <ac:chgData name="Aggie Menezes" userId="74619c95fa3483c9" providerId="LiveId" clId="{7665E095-77CB-F949-8360-C998FD4F4076}" dt="2021-03-18T11:11:59.871" v="937" actId="478"/>
          <ac:inkMkLst>
            <pc:docMk/>
            <pc:sldMk cId="0" sldId="266"/>
            <ac:inkMk id="107" creationId="{6AAFC90D-D5B4-0E42-9A91-8546BC58310B}"/>
          </ac:inkMkLst>
        </pc:inkChg>
        <pc:inkChg chg="del">
          <ac:chgData name="Aggie Menezes" userId="74619c95fa3483c9" providerId="LiveId" clId="{7665E095-77CB-F949-8360-C998FD4F4076}" dt="2021-03-18T11:11:58.468" v="936" actId="478"/>
          <ac:inkMkLst>
            <pc:docMk/>
            <pc:sldMk cId="0" sldId="266"/>
            <ac:inkMk id="108" creationId="{9BCFBC3A-D598-A941-ACAA-8C5A5A4821CB}"/>
          </ac:inkMkLst>
        </pc:inkChg>
        <pc:inkChg chg="del">
          <ac:chgData name="Aggie Menezes" userId="74619c95fa3483c9" providerId="LiveId" clId="{7665E095-77CB-F949-8360-C998FD4F4076}" dt="2021-03-18T11:12:08.657" v="939" actId="478"/>
          <ac:inkMkLst>
            <pc:docMk/>
            <pc:sldMk cId="0" sldId="266"/>
            <ac:inkMk id="109" creationId="{EC977DCA-138C-6D40-94B9-EBF31A9992C3}"/>
          </ac:inkMkLst>
        </pc:inkChg>
        <pc:inkChg chg="del">
          <ac:chgData name="Aggie Menezes" userId="74619c95fa3483c9" providerId="LiveId" clId="{7665E095-77CB-F949-8360-C998FD4F4076}" dt="2021-03-18T11:12:08.657" v="939" actId="478"/>
          <ac:inkMkLst>
            <pc:docMk/>
            <pc:sldMk cId="0" sldId="266"/>
            <ac:inkMk id="110" creationId="{B2A516AA-6DBA-FC48-8565-AEA22953785D}"/>
          </ac:inkMkLst>
        </pc:inkChg>
        <pc:inkChg chg="del">
          <ac:chgData name="Aggie Menezes" userId="74619c95fa3483c9" providerId="LiveId" clId="{7665E095-77CB-F949-8360-C998FD4F4076}" dt="2021-03-18T11:12:08.657" v="939" actId="478"/>
          <ac:inkMkLst>
            <pc:docMk/>
            <pc:sldMk cId="0" sldId="266"/>
            <ac:inkMk id="111" creationId="{DB020965-CDCD-DF43-87F3-F158924AE9C5}"/>
          </ac:inkMkLst>
        </pc:inkChg>
        <pc:inkChg chg="del">
          <ac:chgData name="Aggie Menezes" userId="74619c95fa3483c9" providerId="LiveId" clId="{7665E095-77CB-F949-8360-C998FD4F4076}" dt="2021-03-18T11:12:08.657" v="939" actId="478"/>
          <ac:inkMkLst>
            <pc:docMk/>
            <pc:sldMk cId="0" sldId="266"/>
            <ac:inkMk id="112" creationId="{3707DF8F-1403-6E4A-ADEE-9D7134CACEF4}"/>
          </ac:inkMkLst>
        </pc:inkChg>
        <pc:inkChg chg="del">
          <ac:chgData name="Aggie Menezes" userId="74619c95fa3483c9" providerId="LiveId" clId="{7665E095-77CB-F949-8360-C998FD4F4076}" dt="2021-03-18T11:12:08.657" v="939" actId="478"/>
          <ac:inkMkLst>
            <pc:docMk/>
            <pc:sldMk cId="0" sldId="266"/>
            <ac:inkMk id="113" creationId="{EB7279AF-8EFF-EB41-B305-1D13B8A969F5}"/>
          </ac:inkMkLst>
        </pc:inkChg>
        <pc:inkChg chg="del">
          <ac:chgData name="Aggie Menezes" userId="74619c95fa3483c9" providerId="LiveId" clId="{7665E095-77CB-F949-8360-C998FD4F4076}" dt="2021-03-18T11:12:08.657" v="939" actId="478"/>
          <ac:inkMkLst>
            <pc:docMk/>
            <pc:sldMk cId="0" sldId="266"/>
            <ac:inkMk id="114" creationId="{804672CC-3614-0D40-9EAB-C619580AF148}"/>
          </ac:inkMkLst>
        </pc:inkChg>
        <pc:inkChg chg="del">
          <ac:chgData name="Aggie Menezes" userId="74619c95fa3483c9" providerId="LiveId" clId="{7665E095-77CB-F949-8360-C998FD4F4076}" dt="2021-03-18T11:12:08.657" v="939" actId="478"/>
          <ac:inkMkLst>
            <pc:docMk/>
            <pc:sldMk cId="0" sldId="266"/>
            <ac:inkMk id="115" creationId="{AE5C0CC0-D51B-5D44-89A2-5A63841EFFD5}"/>
          </ac:inkMkLst>
        </pc:inkChg>
        <pc:inkChg chg="del">
          <ac:chgData name="Aggie Menezes" userId="74619c95fa3483c9" providerId="LiveId" clId="{7665E095-77CB-F949-8360-C998FD4F4076}" dt="2021-03-18T11:12:08.657" v="939" actId="478"/>
          <ac:inkMkLst>
            <pc:docMk/>
            <pc:sldMk cId="0" sldId="266"/>
            <ac:inkMk id="116" creationId="{283F6115-57E1-D246-80BA-D9BA8433A987}"/>
          </ac:inkMkLst>
        </pc:inkChg>
        <pc:inkChg chg="del">
          <ac:chgData name="Aggie Menezes" userId="74619c95fa3483c9" providerId="LiveId" clId="{7665E095-77CB-F949-8360-C998FD4F4076}" dt="2021-03-20T09:24:29.085" v="1047" actId="478"/>
          <ac:inkMkLst>
            <pc:docMk/>
            <pc:sldMk cId="0" sldId="266"/>
            <ac:inkMk id="138" creationId="{A888C053-2631-0C49-907C-2A4B0F3E52F2}"/>
          </ac:inkMkLst>
        </pc:inkChg>
        <pc:inkChg chg="del">
          <ac:chgData name="Aggie Menezes" userId="74619c95fa3483c9" providerId="LiveId" clId="{7665E095-77CB-F949-8360-C998FD4F4076}" dt="2021-03-20T09:24:28.051" v="1046" actId="478"/>
          <ac:inkMkLst>
            <pc:docMk/>
            <pc:sldMk cId="0" sldId="266"/>
            <ac:inkMk id="140" creationId="{EB90F60A-DA8B-924A-8520-9B6F492331F5}"/>
          </ac:inkMkLst>
        </pc:inkChg>
        <pc:inkChg chg="del">
          <ac:chgData name="Aggie Menezes" userId="74619c95fa3483c9" providerId="LiveId" clId="{7665E095-77CB-F949-8360-C998FD4F4076}" dt="2021-03-20T09:24:29.983" v="1048" actId="478"/>
          <ac:inkMkLst>
            <pc:docMk/>
            <pc:sldMk cId="0" sldId="266"/>
            <ac:inkMk id="141" creationId="{A14AFEC6-CF51-5344-83CC-A197CB984A6B}"/>
          </ac:inkMkLst>
        </pc:inkChg>
        <pc:inkChg chg="del">
          <ac:chgData name="Aggie Menezes" userId="74619c95fa3483c9" providerId="LiveId" clId="{7665E095-77CB-F949-8360-C998FD4F4076}" dt="2021-03-20T09:24:31.045" v="1049" actId="478"/>
          <ac:inkMkLst>
            <pc:docMk/>
            <pc:sldMk cId="0" sldId="266"/>
            <ac:inkMk id="142" creationId="{7A097E74-E6E9-E242-8976-09DE545430D6}"/>
          </ac:inkMkLst>
        </pc:inkChg>
      </pc:sldChg>
      <pc:sldChg chg="addSp modSp modAnim">
        <pc:chgData name="Aggie Menezes" userId="74619c95fa3483c9" providerId="LiveId" clId="{7665E095-77CB-F949-8360-C998FD4F4076}" dt="2021-02-13T05:16:31.750" v="443"/>
        <pc:sldMkLst>
          <pc:docMk/>
          <pc:sldMk cId="999311211" sldId="281"/>
        </pc:sldMkLst>
        <pc:spChg chg="mod">
          <ac:chgData name="Aggie Menezes" userId="74619c95fa3483c9" providerId="LiveId" clId="{7665E095-77CB-F949-8360-C998FD4F4076}" dt="2021-02-13T05:16:21.632" v="441" actId="164"/>
          <ac:spMkLst>
            <pc:docMk/>
            <pc:sldMk cId="999311211" sldId="281"/>
            <ac:spMk id="9" creationId="{FC5132E5-E574-2B41-AAF0-60F3F0734296}"/>
          </ac:spMkLst>
        </pc:spChg>
        <pc:spChg chg="mod">
          <ac:chgData name="Aggie Menezes" userId="74619c95fa3483c9" providerId="LiveId" clId="{7665E095-77CB-F949-8360-C998FD4F4076}" dt="2021-02-13T05:16:21.632" v="441" actId="164"/>
          <ac:spMkLst>
            <pc:docMk/>
            <pc:sldMk cId="999311211" sldId="281"/>
            <ac:spMk id="10" creationId="{7D399271-D64A-3E45-B4CA-E68F6A15A960}"/>
          </ac:spMkLst>
        </pc:spChg>
        <pc:grpChg chg="add mod">
          <ac:chgData name="Aggie Menezes" userId="74619c95fa3483c9" providerId="LiveId" clId="{7665E095-77CB-F949-8360-C998FD4F4076}" dt="2021-02-13T05:16:21.632" v="441" actId="164"/>
          <ac:grpSpMkLst>
            <pc:docMk/>
            <pc:sldMk cId="999311211" sldId="281"/>
            <ac:grpSpMk id="12" creationId="{EC46E11B-846E-B64E-9D05-65ADF2301A7F}"/>
          </ac:grpSpMkLst>
        </pc:grpChg>
      </pc:sldChg>
      <pc:sldChg chg="delSp modSp mod">
        <pc:chgData name="Aggie Menezes" userId="74619c95fa3483c9" providerId="LiveId" clId="{7665E095-77CB-F949-8360-C998FD4F4076}" dt="2021-03-18T11:11:00.922" v="907" actId="478"/>
        <pc:sldMkLst>
          <pc:docMk/>
          <pc:sldMk cId="2586980047" sldId="290"/>
        </pc:sldMkLst>
        <pc:spChg chg="mod">
          <ac:chgData name="Aggie Menezes" userId="74619c95fa3483c9" providerId="LiveId" clId="{7665E095-77CB-F949-8360-C998FD4F4076}" dt="2021-01-29T15:27:31.405" v="28" actId="1076"/>
          <ac:spMkLst>
            <pc:docMk/>
            <pc:sldMk cId="2586980047" sldId="290"/>
            <ac:spMk id="27" creationId="{C17B7D73-8112-6A44-905D-125E907667DD}"/>
          </ac:spMkLst>
        </pc:spChg>
        <pc:spChg chg="mod">
          <ac:chgData name="Aggie Menezes" userId="74619c95fa3483c9" providerId="LiveId" clId="{7665E095-77CB-F949-8360-C998FD4F4076}" dt="2021-01-29T15:27:36.601" v="29" actId="1076"/>
          <ac:spMkLst>
            <pc:docMk/>
            <pc:sldMk cId="2586980047" sldId="290"/>
            <ac:spMk id="29" creationId="{66F4E49F-1DFE-A24F-9D0D-83E0E1C5DB22}"/>
          </ac:spMkLst>
        </pc:spChg>
        <pc:grpChg chg="del">
          <ac:chgData name="Aggie Menezes" userId="74619c95fa3483c9" providerId="LiveId" clId="{7665E095-77CB-F949-8360-C998FD4F4076}" dt="2021-03-18T11:10:59.920" v="906" actId="478"/>
          <ac:grpSpMkLst>
            <pc:docMk/>
            <pc:sldMk cId="2586980047" sldId="290"/>
            <ac:grpSpMk id="11" creationId="{BF4EE6C9-D0A0-3A40-983B-BCF4E778E713}"/>
          </ac:grpSpMkLst>
        </pc:grpChg>
        <pc:grpChg chg="del">
          <ac:chgData name="Aggie Menezes" userId="74619c95fa3483c9" providerId="LiveId" clId="{7665E095-77CB-F949-8360-C998FD4F4076}" dt="2021-03-18T11:11:00.922" v="907" actId="478"/>
          <ac:grpSpMkLst>
            <pc:docMk/>
            <pc:sldMk cId="2586980047" sldId="290"/>
            <ac:grpSpMk id="43" creationId="{80E699C5-8DE7-C040-87E1-E0E52E510160}"/>
          </ac:grpSpMkLst>
        </pc:grpChg>
      </pc:sldChg>
      <pc:sldChg chg="delSp modSp mod">
        <pc:chgData name="Aggie Menezes" userId="74619c95fa3483c9" providerId="LiveId" clId="{7665E095-77CB-F949-8360-C998FD4F4076}" dt="2021-03-20T09:23:52.670" v="1029" actId="478"/>
        <pc:sldMkLst>
          <pc:docMk/>
          <pc:sldMk cId="1298652483" sldId="292"/>
        </pc:sldMkLst>
        <pc:spChg chg="mod">
          <ac:chgData name="Aggie Menezes" userId="74619c95fa3483c9" providerId="LiveId" clId="{7665E095-77CB-F949-8360-C998FD4F4076}" dt="2021-01-29T15:28:31.440" v="38" actId="207"/>
          <ac:spMkLst>
            <pc:docMk/>
            <pc:sldMk cId="1298652483" sldId="292"/>
            <ac:spMk id="27" creationId="{C17B7D73-8112-6A44-905D-125E907667DD}"/>
          </ac:spMkLst>
        </pc:spChg>
        <pc:spChg chg="mod">
          <ac:chgData name="Aggie Menezes" userId="74619c95fa3483c9" providerId="LiveId" clId="{7665E095-77CB-F949-8360-C998FD4F4076}" dt="2021-01-29T15:28:18.920" v="36" actId="207"/>
          <ac:spMkLst>
            <pc:docMk/>
            <pc:sldMk cId="1298652483" sldId="292"/>
            <ac:spMk id="28" creationId="{180D4ECA-1DB4-D044-9045-F6650B26E379}"/>
          </ac:spMkLst>
        </pc:spChg>
        <pc:spChg chg="mod">
          <ac:chgData name="Aggie Menezes" userId="74619c95fa3483c9" providerId="LiveId" clId="{7665E095-77CB-F949-8360-C998FD4F4076}" dt="2021-01-29T15:28:39.302" v="39" actId="1076"/>
          <ac:spMkLst>
            <pc:docMk/>
            <pc:sldMk cId="1298652483" sldId="292"/>
            <ac:spMk id="29" creationId="{66F4E49F-1DFE-A24F-9D0D-83E0E1C5DB22}"/>
          </ac:spMkLst>
        </pc:spChg>
        <pc:grpChg chg="del">
          <ac:chgData name="Aggie Menezes" userId="74619c95fa3483c9" providerId="LiveId" clId="{7665E095-77CB-F949-8360-C998FD4F4076}" dt="2021-03-20T09:23:45.639" v="1026" actId="478"/>
          <ac:grpSpMkLst>
            <pc:docMk/>
            <pc:sldMk cId="1298652483" sldId="292"/>
            <ac:grpSpMk id="41" creationId="{1F13272E-D069-384A-91B2-A2E77B787994}"/>
          </ac:grpSpMkLst>
        </pc:grpChg>
        <pc:grpChg chg="del">
          <ac:chgData name="Aggie Menezes" userId="74619c95fa3483c9" providerId="LiveId" clId="{7665E095-77CB-F949-8360-C998FD4F4076}" dt="2021-03-20T09:23:36.128" v="1022" actId="478"/>
          <ac:grpSpMkLst>
            <pc:docMk/>
            <pc:sldMk cId="1298652483" sldId="292"/>
            <ac:grpSpMk id="60" creationId="{5311E69C-701C-7645-9907-358FEE9AE647}"/>
          </ac:grpSpMkLst>
        </pc:grpChg>
        <pc:grpChg chg="del">
          <ac:chgData name="Aggie Menezes" userId="74619c95fa3483c9" providerId="LiveId" clId="{7665E095-77CB-F949-8360-C998FD4F4076}" dt="2021-03-20T09:23:25.083" v="1017" actId="478"/>
          <ac:grpSpMkLst>
            <pc:docMk/>
            <pc:sldMk cId="1298652483" sldId="292"/>
            <ac:grpSpMk id="69" creationId="{1A39F544-3E70-4446-8489-C54E76F46B30}"/>
          </ac:grpSpMkLst>
        </pc:grpChg>
        <pc:grpChg chg="del">
          <ac:chgData name="Aggie Menezes" userId="74619c95fa3483c9" providerId="LiveId" clId="{7665E095-77CB-F949-8360-C998FD4F4076}" dt="2021-03-20T09:23:41.341" v="1023" actId="478"/>
          <ac:grpSpMkLst>
            <pc:docMk/>
            <pc:sldMk cId="1298652483" sldId="292"/>
            <ac:grpSpMk id="85" creationId="{E525110F-0DF3-5741-88E9-273A340BE86A}"/>
          </ac:grpSpMkLst>
        </pc:grpChg>
        <pc:grpChg chg="del">
          <ac:chgData name="Aggie Menezes" userId="74619c95fa3483c9" providerId="LiveId" clId="{7665E095-77CB-F949-8360-C998FD4F4076}" dt="2021-03-20T09:23:41.341" v="1023" actId="478"/>
          <ac:grpSpMkLst>
            <pc:docMk/>
            <pc:sldMk cId="1298652483" sldId="292"/>
            <ac:grpSpMk id="87" creationId="{380C681D-8743-2A47-B7A1-98BEFB4A2DD7}"/>
          </ac:grpSpMkLst>
        </pc:grpChg>
        <pc:grpChg chg="del">
          <ac:chgData name="Aggie Menezes" userId="74619c95fa3483c9" providerId="LiveId" clId="{7665E095-77CB-F949-8360-C998FD4F4076}" dt="2021-03-20T09:23:27.044" v="1018" actId="478"/>
          <ac:grpSpMkLst>
            <pc:docMk/>
            <pc:sldMk cId="1298652483" sldId="292"/>
            <ac:grpSpMk id="96" creationId="{845AFBB2-2EB8-D347-9C02-962D94A75978}"/>
          </ac:grpSpMkLst>
        </pc:grpChg>
        <pc:grpChg chg="del">
          <ac:chgData name="Aggie Menezes" userId="74619c95fa3483c9" providerId="LiveId" clId="{7665E095-77CB-F949-8360-C998FD4F4076}" dt="2021-03-20T09:23:29.270" v="1019" actId="478"/>
          <ac:grpSpMkLst>
            <pc:docMk/>
            <pc:sldMk cId="1298652483" sldId="292"/>
            <ac:grpSpMk id="101" creationId="{E6DEE8FB-1EBF-B844-AD3B-1473196A6F80}"/>
          </ac:grpSpMkLst>
        </pc:grpChg>
        <pc:grpChg chg="del">
          <ac:chgData name="Aggie Menezes" userId="74619c95fa3483c9" providerId="LiveId" clId="{7665E095-77CB-F949-8360-C998FD4F4076}" dt="2021-03-20T09:23:33.222" v="1021" actId="478"/>
          <ac:grpSpMkLst>
            <pc:docMk/>
            <pc:sldMk cId="1298652483" sldId="292"/>
            <ac:grpSpMk id="115" creationId="{2361A0CC-066F-9D4D-A9D0-7B67A0AB7D09}"/>
          </ac:grpSpMkLst>
        </pc:grpChg>
        <pc:grpChg chg="del">
          <ac:chgData name="Aggie Menezes" userId="74619c95fa3483c9" providerId="LiveId" clId="{7665E095-77CB-F949-8360-C998FD4F4076}" dt="2021-03-20T09:23:31.640" v="1020" actId="478"/>
          <ac:grpSpMkLst>
            <pc:docMk/>
            <pc:sldMk cId="1298652483" sldId="292"/>
            <ac:grpSpMk id="119" creationId="{D5BC4050-13BE-874B-B52A-7C2742595D1C}"/>
          </ac:grpSpMkLst>
        </pc:grpChg>
        <pc:grpChg chg="del">
          <ac:chgData name="Aggie Menezes" userId="74619c95fa3483c9" providerId="LiveId" clId="{7665E095-77CB-F949-8360-C998FD4F4076}" dt="2021-03-20T09:23:22.941" v="1016" actId="478"/>
          <ac:grpSpMkLst>
            <pc:docMk/>
            <pc:sldMk cId="1298652483" sldId="292"/>
            <ac:grpSpMk id="137" creationId="{D703AFD7-B809-0943-A7D3-A6A3B3E4B42C}"/>
          </ac:grpSpMkLst>
        </pc:grpChg>
        <pc:inkChg chg="del">
          <ac:chgData name="Aggie Menezes" userId="74619c95fa3483c9" providerId="LiveId" clId="{7665E095-77CB-F949-8360-C998FD4F4076}" dt="2021-03-20T09:23:46.876" v="1027" actId="478"/>
          <ac:inkMkLst>
            <pc:docMk/>
            <pc:sldMk cId="1298652483" sldId="292"/>
            <ac:inkMk id="42" creationId="{7419DB26-EF3C-5042-840F-6BBC90445231}"/>
          </ac:inkMkLst>
        </pc:inkChg>
        <pc:inkChg chg="del">
          <ac:chgData name="Aggie Menezes" userId="74619c95fa3483c9" providerId="LiveId" clId="{7665E095-77CB-F949-8360-C998FD4F4076}" dt="2021-03-20T09:23:49.797" v="1028" actId="478"/>
          <ac:inkMkLst>
            <pc:docMk/>
            <pc:sldMk cId="1298652483" sldId="292"/>
            <ac:inkMk id="43" creationId="{74B03987-A8B9-E042-A2F7-F43FF7A480E1}"/>
          </ac:inkMkLst>
        </pc:inkChg>
        <pc:inkChg chg="del">
          <ac:chgData name="Aggie Menezes" userId="74619c95fa3483c9" providerId="LiveId" clId="{7665E095-77CB-F949-8360-C998FD4F4076}" dt="2021-03-20T09:23:43.501" v="1024" actId="478"/>
          <ac:inkMkLst>
            <pc:docMk/>
            <pc:sldMk cId="1298652483" sldId="292"/>
            <ac:inkMk id="70" creationId="{85226DAF-1C2A-7C4F-806F-8C290BAEB9B0}"/>
          </ac:inkMkLst>
        </pc:inkChg>
        <pc:inkChg chg="del">
          <ac:chgData name="Aggie Menezes" userId="74619c95fa3483c9" providerId="LiveId" clId="{7665E095-77CB-F949-8360-C998FD4F4076}" dt="2021-03-20T09:23:52.670" v="1029" actId="478"/>
          <ac:inkMkLst>
            <pc:docMk/>
            <pc:sldMk cId="1298652483" sldId="292"/>
            <ac:inkMk id="71" creationId="{215D1E36-7713-2E42-A45B-465D8DFFC295}"/>
          </ac:inkMkLst>
        </pc:inkChg>
        <pc:inkChg chg="del">
          <ac:chgData name="Aggie Menezes" userId="74619c95fa3483c9" providerId="LiveId" clId="{7665E095-77CB-F949-8360-C998FD4F4076}" dt="2021-03-20T09:23:44.549" v="1025" actId="478"/>
          <ac:inkMkLst>
            <pc:docMk/>
            <pc:sldMk cId="1298652483" sldId="292"/>
            <ac:inkMk id="72" creationId="{426BC269-3410-6C48-932B-40A80889D107}"/>
          </ac:inkMkLst>
        </pc:inkChg>
        <pc:inkChg chg="del">
          <ac:chgData name="Aggie Menezes" userId="74619c95fa3483c9" providerId="LiveId" clId="{7665E095-77CB-F949-8360-C998FD4F4076}" dt="2021-03-20T09:23:41.341" v="1023" actId="478"/>
          <ac:inkMkLst>
            <pc:docMk/>
            <pc:sldMk cId="1298652483" sldId="292"/>
            <ac:inkMk id="77" creationId="{025929E7-098E-2747-B3C0-F77EBD21C518}"/>
          </ac:inkMkLst>
        </pc:inkChg>
        <pc:inkChg chg="del">
          <ac:chgData name="Aggie Menezes" userId="74619c95fa3483c9" providerId="LiveId" clId="{7665E095-77CB-F949-8360-C998FD4F4076}" dt="2021-03-20T09:23:41.341" v="1023" actId="478"/>
          <ac:inkMkLst>
            <pc:docMk/>
            <pc:sldMk cId="1298652483" sldId="292"/>
            <ac:inkMk id="88" creationId="{5FF409E5-39CA-5F47-BAC5-83C3432A78E5}"/>
          </ac:inkMkLst>
        </pc:inkChg>
      </pc:sldChg>
      <pc:sldChg chg="addSp modSp mod">
        <pc:chgData name="Aggie Menezes" userId="74619c95fa3483c9" providerId="LiveId" clId="{7665E095-77CB-F949-8360-C998FD4F4076}" dt="2021-03-31T05:12:50.032" v="1767" actId="1076"/>
        <pc:sldMkLst>
          <pc:docMk/>
          <pc:sldMk cId="6076760" sldId="293"/>
        </pc:sldMkLst>
        <pc:cxnChg chg="add mod">
          <ac:chgData name="Aggie Menezes" userId="74619c95fa3483c9" providerId="LiveId" clId="{7665E095-77CB-F949-8360-C998FD4F4076}" dt="2021-03-31T05:12:41.986" v="1764" actId="14100"/>
          <ac:cxnSpMkLst>
            <pc:docMk/>
            <pc:sldMk cId="6076760" sldId="293"/>
            <ac:cxnSpMk id="5" creationId="{8FEB35A0-4059-CC40-9431-A540B5D66080}"/>
          </ac:cxnSpMkLst>
        </pc:cxnChg>
        <pc:cxnChg chg="add mod">
          <ac:chgData name="Aggie Menezes" userId="74619c95fa3483c9" providerId="LiveId" clId="{7665E095-77CB-F949-8360-C998FD4F4076}" dt="2021-03-31T05:12:50.032" v="1767" actId="1076"/>
          <ac:cxnSpMkLst>
            <pc:docMk/>
            <pc:sldMk cId="6076760" sldId="293"/>
            <ac:cxnSpMk id="30" creationId="{B4E76B88-0084-D044-BFA5-FCC6186DEBBA}"/>
          </ac:cxnSpMkLst>
        </pc:cxnChg>
      </pc:sldChg>
      <pc:sldChg chg="addSp delSp modSp mod">
        <pc:chgData name="Aggie Menezes" userId="74619c95fa3483c9" providerId="LiveId" clId="{7665E095-77CB-F949-8360-C998FD4F4076}" dt="2021-03-31T05:36:32.562" v="1782" actId="478"/>
        <pc:sldMkLst>
          <pc:docMk/>
          <pc:sldMk cId="2661242870" sldId="294"/>
        </pc:sldMkLst>
        <pc:cxnChg chg="add del mod">
          <ac:chgData name="Aggie Menezes" userId="74619c95fa3483c9" providerId="LiveId" clId="{7665E095-77CB-F949-8360-C998FD4F4076}" dt="2021-03-31T05:36:32.562" v="1782" actId="478"/>
          <ac:cxnSpMkLst>
            <pc:docMk/>
            <pc:sldMk cId="2661242870" sldId="294"/>
            <ac:cxnSpMk id="4" creationId="{E70C65BC-394F-6747-875F-5E062BF8F771}"/>
          </ac:cxnSpMkLst>
        </pc:cxnChg>
      </pc:sldChg>
      <pc:sldChg chg="delSp modSp del mod delAnim">
        <pc:chgData name="Aggie Menezes" userId="74619c95fa3483c9" providerId="LiveId" clId="{7665E095-77CB-F949-8360-C998FD4F4076}" dt="2021-03-31T05:40:24.510" v="1794" actId="2696"/>
        <pc:sldMkLst>
          <pc:docMk/>
          <pc:sldMk cId="1400428171" sldId="295"/>
        </pc:sldMkLst>
        <pc:spChg chg="del">
          <ac:chgData name="Aggie Menezes" userId="74619c95fa3483c9" providerId="LiveId" clId="{7665E095-77CB-F949-8360-C998FD4F4076}" dt="2021-03-31T05:39:09.927" v="1788" actId="478"/>
          <ac:spMkLst>
            <pc:docMk/>
            <pc:sldMk cId="1400428171" sldId="295"/>
            <ac:spMk id="43" creationId="{EBC0E7D4-8125-CF44-9EC5-0C65BA87A2DB}"/>
          </ac:spMkLst>
        </pc:spChg>
        <pc:spChg chg="del">
          <ac:chgData name="Aggie Menezes" userId="74619c95fa3483c9" providerId="LiveId" clId="{7665E095-77CB-F949-8360-C998FD4F4076}" dt="2021-03-31T05:39:02.806" v="1786" actId="478"/>
          <ac:spMkLst>
            <pc:docMk/>
            <pc:sldMk cId="1400428171" sldId="295"/>
            <ac:spMk id="50" creationId="{84172810-0761-1F48-933B-E16E6A153122}"/>
          </ac:spMkLst>
        </pc:spChg>
        <pc:spChg chg="del">
          <ac:chgData name="Aggie Menezes" userId="74619c95fa3483c9" providerId="LiveId" clId="{7665E095-77CB-F949-8360-C998FD4F4076}" dt="2021-03-31T05:39:13.150" v="1789" actId="478"/>
          <ac:spMkLst>
            <pc:docMk/>
            <pc:sldMk cId="1400428171" sldId="295"/>
            <ac:spMk id="52" creationId="{A487298E-DFB5-6544-A5A5-E9F260820FCB}"/>
          </ac:spMkLst>
        </pc:spChg>
        <pc:spChg chg="del">
          <ac:chgData name="Aggie Menezes" userId="74619c95fa3483c9" providerId="LiveId" clId="{7665E095-77CB-F949-8360-C998FD4F4076}" dt="2021-03-31T05:39:20.390" v="1791" actId="478"/>
          <ac:spMkLst>
            <pc:docMk/>
            <pc:sldMk cId="1400428171" sldId="295"/>
            <ac:spMk id="55" creationId="{80C34C85-0E1F-E84C-BF83-1BCCC183DD5F}"/>
          </ac:spMkLst>
        </pc:spChg>
        <pc:spChg chg="del">
          <ac:chgData name="Aggie Menezes" userId="74619c95fa3483c9" providerId="LiveId" clId="{7665E095-77CB-F949-8360-C998FD4F4076}" dt="2021-03-31T05:39:16.514" v="1790" actId="478"/>
          <ac:spMkLst>
            <pc:docMk/>
            <pc:sldMk cId="1400428171" sldId="295"/>
            <ac:spMk id="56" creationId="{AC3DCFE8-338F-004E-B54B-348CFDB1F74B}"/>
          </ac:spMkLst>
        </pc:spChg>
        <pc:spChg chg="mod">
          <ac:chgData name="Aggie Menezes" userId="74619c95fa3483c9" providerId="LiveId" clId="{7665E095-77CB-F949-8360-C998FD4F4076}" dt="2021-03-31T05:40:09.940" v="1793" actId="20577"/>
          <ac:spMkLst>
            <pc:docMk/>
            <pc:sldMk cId="1400428171" sldId="295"/>
            <ac:spMk id="59" creationId="{DBF67B7C-FE6C-A44F-8BAE-475124F97B69}"/>
          </ac:spMkLst>
        </pc:spChg>
        <pc:grpChg chg="del">
          <ac:chgData name="Aggie Menezes" userId="74619c95fa3483c9" providerId="LiveId" clId="{7665E095-77CB-F949-8360-C998FD4F4076}" dt="2021-03-31T05:39:05.745" v="1787" actId="478"/>
          <ac:grpSpMkLst>
            <pc:docMk/>
            <pc:sldMk cId="1400428171" sldId="295"/>
            <ac:grpSpMk id="5" creationId="{26DA488C-C894-7441-AE42-0F97B480F910}"/>
          </ac:grpSpMkLst>
        </pc:grpChg>
        <pc:grpChg chg="del">
          <ac:chgData name="Aggie Menezes" userId="74619c95fa3483c9" providerId="LiveId" clId="{7665E095-77CB-F949-8360-C998FD4F4076}" dt="2021-03-31T05:39:09.927" v="1788" actId="478"/>
          <ac:grpSpMkLst>
            <pc:docMk/>
            <pc:sldMk cId="1400428171" sldId="295"/>
            <ac:grpSpMk id="14" creationId="{2D9D7117-93AB-FD42-BB0E-DC79274BA772}"/>
          </ac:grpSpMkLst>
        </pc:grpChg>
        <pc:cxnChg chg="del">
          <ac:chgData name="Aggie Menezes" userId="74619c95fa3483c9" providerId="LiveId" clId="{7665E095-77CB-F949-8360-C998FD4F4076}" dt="2021-03-31T05:38:56.185" v="1785" actId="478"/>
          <ac:cxnSpMkLst>
            <pc:docMk/>
            <pc:sldMk cId="1400428171" sldId="295"/>
            <ac:cxnSpMk id="36" creationId="{AA62A70E-3468-094D-AE6B-FD98B321F206}"/>
          </ac:cxnSpMkLst>
        </pc:cxnChg>
        <pc:cxnChg chg="del">
          <ac:chgData name="Aggie Menezes" userId="74619c95fa3483c9" providerId="LiveId" clId="{7665E095-77CB-F949-8360-C998FD4F4076}" dt="2021-03-31T05:38:52.751" v="1784" actId="478"/>
          <ac:cxnSpMkLst>
            <pc:docMk/>
            <pc:sldMk cId="1400428171" sldId="295"/>
            <ac:cxnSpMk id="40" creationId="{D5620C65-BF43-C746-94AE-5F430C17DA93}"/>
          </ac:cxnSpMkLst>
        </pc:cxnChg>
      </pc:sldChg>
      <pc:sldChg chg="addSp delSp modSp mod">
        <pc:chgData name="Aggie Menezes" userId="74619c95fa3483c9" providerId="LiveId" clId="{7665E095-77CB-F949-8360-C998FD4F4076}" dt="2021-03-31T05:48:23.347" v="1828" actId="478"/>
        <pc:sldMkLst>
          <pc:docMk/>
          <pc:sldMk cId="2649149946" sldId="296"/>
        </pc:sldMkLst>
        <pc:spChg chg="add del mod">
          <ac:chgData name="Aggie Menezes" userId="74619c95fa3483c9" providerId="LiveId" clId="{7665E095-77CB-F949-8360-C998FD4F4076}" dt="2021-03-31T05:44:40.259" v="1821" actId="478"/>
          <ac:spMkLst>
            <pc:docMk/>
            <pc:sldMk cId="2649149946" sldId="296"/>
            <ac:spMk id="21" creationId="{97DF04F7-5367-6040-9D57-1D18156E0C40}"/>
          </ac:spMkLst>
        </pc:spChg>
        <pc:spChg chg="add del mod">
          <ac:chgData name="Aggie Menezes" userId="74619c95fa3483c9" providerId="LiveId" clId="{7665E095-77CB-F949-8360-C998FD4F4076}" dt="2021-03-31T05:44:34.675" v="1820" actId="478"/>
          <ac:spMkLst>
            <pc:docMk/>
            <pc:sldMk cId="2649149946" sldId="296"/>
            <ac:spMk id="22" creationId="{20246C1E-4CB7-FA48-8B38-08C191B6D053}"/>
          </ac:spMkLst>
        </pc:spChg>
        <pc:grpChg chg="del">
          <ac:chgData name="Aggie Menezes" userId="74619c95fa3483c9" providerId="LiveId" clId="{7665E095-77CB-F949-8360-C998FD4F4076}" dt="2021-02-13T04:27:38.308" v="40" actId="478"/>
          <ac:grpSpMkLst>
            <pc:docMk/>
            <pc:sldMk cId="2649149946" sldId="296"/>
            <ac:grpSpMk id="29" creationId="{66887D2C-7CB0-604E-A843-686A6E417CB6}"/>
          </ac:grpSpMkLst>
        </pc:grpChg>
        <pc:cxnChg chg="add del mod">
          <ac:chgData name="Aggie Menezes" userId="74619c95fa3483c9" providerId="LiveId" clId="{7665E095-77CB-F949-8360-C998FD4F4076}" dt="2021-03-31T05:44:48.130" v="1824" actId="478"/>
          <ac:cxnSpMkLst>
            <pc:docMk/>
            <pc:sldMk cId="2649149946" sldId="296"/>
            <ac:cxnSpMk id="8" creationId="{A708E9ED-3806-E841-B52B-770333C2A4DA}"/>
          </ac:cxnSpMkLst>
        </pc:cxnChg>
        <pc:cxnChg chg="add del mod">
          <ac:chgData name="Aggie Menezes" userId="74619c95fa3483c9" providerId="LiveId" clId="{7665E095-77CB-F949-8360-C998FD4F4076}" dt="2021-03-31T05:48:23.347" v="1828" actId="478"/>
          <ac:cxnSpMkLst>
            <pc:docMk/>
            <pc:sldMk cId="2649149946" sldId="296"/>
            <ac:cxnSpMk id="16" creationId="{C24FC573-A109-9844-9B8C-33F2AE60D73E}"/>
          </ac:cxnSpMkLst>
        </pc:cxnChg>
        <pc:cxnChg chg="add del mod">
          <ac:chgData name="Aggie Menezes" userId="74619c95fa3483c9" providerId="LiveId" clId="{7665E095-77CB-F949-8360-C998FD4F4076}" dt="2021-03-31T05:44:43.344" v="1822" actId="478"/>
          <ac:cxnSpMkLst>
            <pc:docMk/>
            <pc:sldMk cId="2649149946" sldId="296"/>
            <ac:cxnSpMk id="17" creationId="{B610174E-698D-644C-B6F7-F3355B046790}"/>
          </ac:cxnSpMkLst>
        </pc:cxnChg>
        <pc:cxnChg chg="add del mod">
          <ac:chgData name="Aggie Menezes" userId="74619c95fa3483c9" providerId="LiveId" clId="{7665E095-77CB-F949-8360-C998FD4F4076}" dt="2021-03-31T05:44:46.078" v="1823" actId="478"/>
          <ac:cxnSpMkLst>
            <pc:docMk/>
            <pc:sldMk cId="2649149946" sldId="296"/>
            <ac:cxnSpMk id="20" creationId="{18969C79-F577-4244-85DE-EE1E96A7560F}"/>
          </ac:cxnSpMkLst>
        </pc:cxnChg>
      </pc:sldChg>
      <pc:sldChg chg="addSp delSp modSp mod modAnim">
        <pc:chgData name="Aggie Menezes" userId="74619c95fa3483c9" providerId="LiveId" clId="{7665E095-77CB-F949-8360-C998FD4F4076}" dt="2021-03-20T09:59:06.460" v="1277" actId="14100"/>
        <pc:sldMkLst>
          <pc:docMk/>
          <pc:sldMk cId="486284706" sldId="297"/>
        </pc:sldMkLst>
        <pc:spChg chg="mod">
          <ac:chgData name="Aggie Menezes" userId="74619c95fa3483c9" providerId="LiveId" clId="{7665E095-77CB-F949-8360-C998FD4F4076}" dt="2021-03-20T09:41:19.585" v="1209" actId="164"/>
          <ac:spMkLst>
            <pc:docMk/>
            <pc:sldMk cId="486284706" sldId="297"/>
            <ac:spMk id="6" creationId="{5CAEA21E-A56A-4543-9D96-F3B00D780B67}"/>
          </ac:spMkLst>
        </pc:spChg>
        <pc:spChg chg="mod">
          <ac:chgData name="Aggie Menezes" userId="74619c95fa3483c9" providerId="LiveId" clId="{7665E095-77CB-F949-8360-C998FD4F4076}" dt="2021-03-20T09:37:00.788" v="1190" actId="1076"/>
          <ac:spMkLst>
            <pc:docMk/>
            <pc:sldMk cId="486284706" sldId="297"/>
            <ac:spMk id="9" creationId="{C06483F0-DF87-D240-B726-AAB7FC5E43AA}"/>
          </ac:spMkLst>
        </pc:spChg>
        <pc:spChg chg="mod">
          <ac:chgData name="Aggie Menezes" userId="74619c95fa3483c9" providerId="LiveId" clId="{7665E095-77CB-F949-8360-C998FD4F4076}" dt="2021-03-20T09:41:19.585" v="1209" actId="164"/>
          <ac:spMkLst>
            <pc:docMk/>
            <pc:sldMk cId="486284706" sldId="297"/>
            <ac:spMk id="11" creationId="{5769A5B4-362E-654B-8195-BCFF38690E1C}"/>
          </ac:spMkLst>
        </pc:spChg>
        <pc:spChg chg="add del mod">
          <ac:chgData name="Aggie Menezes" userId="74619c95fa3483c9" providerId="LiveId" clId="{7665E095-77CB-F949-8360-C998FD4F4076}" dt="2021-02-13T04:45:40.131" v="183" actId="478"/>
          <ac:spMkLst>
            <pc:docMk/>
            <pc:sldMk cId="486284706" sldId="297"/>
            <ac:spMk id="15" creationId="{65646E69-F920-3448-9C12-D39B47C44C04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6" creationId="{B3EDECB4-52E6-5549-AF0D-89D4F109C503}"/>
          </ac:spMkLst>
        </pc:spChg>
        <pc:spChg chg="mod">
          <ac:chgData name="Aggie Menezes" userId="74619c95fa3483c9" providerId="LiveId" clId="{7665E095-77CB-F949-8360-C998FD4F4076}" dt="2021-03-20T09:41:19.585" v="1209" actId="164"/>
          <ac:spMkLst>
            <pc:docMk/>
            <pc:sldMk cId="486284706" sldId="297"/>
            <ac:spMk id="27" creationId="{6C861A6D-AE73-624A-95F2-9A3108103A98}"/>
          </ac:spMkLst>
        </pc:spChg>
        <pc:spChg chg="mod">
          <ac:chgData name="Aggie Menezes" userId="74619c95fa3483c9" providerId="LiveId" clId="{7665E095-77CB-F949-8360-C998FD4F4076}" dt="2021-03-20T09:41:19.585" v="1209" actId="164"/>
          <ac:spMkLst>
            <pc:docMk/>
            <pc:sldMk cId="486284706" sldId="297"/>
            <ac:spMk id="28" creationId="{BBA1023E-15AF-204B-971A-328F1807400D}"/>
          </ac:spMkLst>
        </pc:spChg>
        <pc:spChg chg="mod">
          <ac:chgData name="Aggie Menezes" userId="74619c95fa3483c9" providerId="LiveId" clId="{7665E095-77CB-F949-8360-C998FD4F4076}" dt="2021-03-20T09:41:19.585" v="1209" actId="164"/>
          <ac:spMkLst>
            <pc:docMk/>
            <pc:sldMk cId="486284706" sldId="297"/>
            <ac:spMk id="32" creationId="{E0EEA106-C7F5-7F4C-BCA7-F576A0293CA0}"/>
          </ac:spMkLst>
        </pc:spChg>
        <pc:spChg chg="mod">
          <ac:chgData name="Aggie Menezes" userId="74619c95fa3483c9" providerId="LiveId" clId="{7665E095-77CB-F949-8360-C998FD4F4076}" dt="2021-03-20T09:41:19.585" v="1209" actId="164"/>
          <ac:spMkLst>
            <pc:docMk/>
            <pc:sldMk cId="486284706" sldId="297"/>
            <ac:spMk id="35" creationId="{68A41D2E-84A4-7348-80B8-F5CF74B368CB}"/>
          </ac:spMkLst>
        </pc:spChg>
        <pc:spChg chg="mod">
          <ac:chgData name="Aggie Menezes" userId="74619c95fa3483c9" providerId="LiveId" clId="{7665E095-77CB-F949-8360-C998FD4F4076}" dt="2021-03-20T09:37:22.628" v="1193" actId="255"/>
          <ac:spMkLst>
            <pc:docMk/>
            <pc:sldMk cId="486284706" sldId="297"/>
            <ac:spMk id="63" creationId="{00000000-0000-0000-0000-000000000000}"/>
          </ac:spMkLst>
        </pc:spChg>
        <pc:spChg chg="mod topLvl">
          <ac:chgData name="Aggie Menezes" userId="74619c95fa3483c9" providerId="LiveId" clId="{7665E095-77CB-F949-8360-C998FD4F4076}" dt="2021-03-20T09:47:03.116" v="1230" actId="164"/>
          <ac:spMkLst>
            <pc:docMk/>
            <pc:sldMk cId="486284706" sldId="297"/>
            <ac:spMk id="70" creationId="{3C3FFD70-ED32-7C4F-B956-829AAFF7D22D}"/>
          </ac:spMkLst>
        </pc:spChg>
        <pc:spChg chg="mod topLvl">
          <ac:chgData name="Aggie Menezes" userId="74619c95fa3483c9" providerId="LiveId" clId="{7665E095-77CB-F949-8360-C998FD4F4076}" dt="2021-03-20T09:47:03.116" v="1230" actId="164"/>
          <ac:spMkLst>
            <pc:docMk/>
            <pc:sldMk cId="486284706" sldId="297"/>
            <ac:spMk id="71" creationId="{39D60314-EB30-A242-ACAA-6909B145B177}"/>
          </ac:spMkLst>
        </pc:spChg>
        <pc:spChg chg="mod topLvl">
          <ac:chgData name="Aggie Menezes" userId="74619c95fa3483c9" providerId="LiveId" clId="{7665E095-77CB-F949-8360-C998FD4F4076}" dt="2021-03-20T09:47:03.116" v="1230" actId="164"/>
          <ac:spMkLst>
            <pc:docMk/>
            <pc:sldMk cId="486284706" sldId="297"/>
            <ac:spMk id="72" creationId="{C1525C7C-33DC-E54C-850D-1C68EAA4B915}"/>
          </ac:spMkLst>
        </pc:spChg>
        <pc:spChg chg="mod topLvl">
          <ac:chgData name="Aggie Menezes" userId="74619c95fa3483c9" providerId="LiveId" clId="{7665E095-77CB-F949-8360-C998FD4F4076}" dt="2021-03-20T09:47:03.116" v="1230" actId="164"/>
          <ac:spMkLst>
            <pc:docMk/>
            <pc:sldMk cId="486284706" sldId="297"/>
            <ac:spMk id="73" creationId="{D644D558-8651-A340-829E-7C140BC7C5E2}"/>
          </ac:spMkLst>
        </pc:spChg>
        <pc:spChg chg="mod topLvl">
          <ac:chgData name="Aggie Menezes" userId="74619c95fa3483c9" providerId="LiveId" clId="{7665E095-77CB-F949-8360-C998FD4F4076}" dt="2021-03-20T09:47:03.116" v="1230" actId="164"/>
          <ac:spMkLst>
            <pc:docMk/>
            <pc:sldMk cId="486284706" sldId="297"/>
            <ac:spMk id="74" creationId="{C02023FF-925D-2846-ACDE-58BA86EA023D}"/>
          </ac:spMkLst>
        </pc:spChg>
        <pc:spChg chg="mod">
          <ac:chgData name="Aggie Menezes" userId="74619c95fa3483c9" providerId="LiveId" clId="{7665E095-77CB-F949-8360-C998FD4F4076}" dt="2021-02-13T04:52:38.499" v="224" actId="1076"/>
          <ac:spMkLst>
            <pc:docMk/>
            <pc:sldMk cId="486284706" sldId="297"/>
            <ac:spMk id="75" creationId="{46AB3859-BC48-E34E-8FBB-81C06C9ED864}"/>
          </ac:spMkLst>
        </pc:spChg>
        <pc:spChg chg="mod topLvl">
          <ac:chgData name="Aggie Menezes" userId="74619c95fa3483c9" providerId="LiveId" clId="{7665E095-77CB-F949-8360-C998FD4F4076}" dt="2021-03-20T09:48:03.189" v="1233" actId="164"/>
          <ac:spMkLst>
            <pc:docMk/>
            <pc:sldMk cId="486284706" sldId="297"/>
            <ac:spMk id="76" creationId="{4D9E56AB-95C9-E14F-BD55-3A876D15A250}"/>
          </ac:spMkLst>
        </pc:spChg>
        <pc:spChg chg="mod topLvl">
          <ac:chgData name="Aggie Menezes" userId="74619c95fa3483c9" providerId="LiveId" clId="{7665E095-77CB-F949-8360-C998FD4F4076}" dt="2021-03-20T09:48:03.189" v="1233" actId="164"/>
          <ac:spMkLst>
            <pc:docMk/>
            <pc:sldMk cId="486284706" sldId="297"/>
            <ac:spMk id="77" creationId="{62B94A86-C2F8-124E-9C05-3AE7E9183532}"/>
          </ac:spMkLst>
        </pc:spChg>
        <pc:spChg chg="mod topLvl">
          <ac:chgData name="Aggie Menezes" userId="74619c95fa3483c9" providerId="LiveId" clId="{7665E095-77CB-F949-8360-C998FD4F4076}" dt="2021-03-20T09:48:03.189" v="1233" actId="164"/>
          <ac:spMkLst>
            <pc:docMk/>
            <pc:sldMk cId="486284706" sldId="297"/>
            <ac:spMk id="78" creationId="{F3795358-403B-CD49-9501-D4387A39DAB6}"/>
          </ac:spMkLst>
        </pc:spChg>
        <pc:spChg chg="mod topLvl">
          <ac:chgData name="Aggie Menezes" userId="74619c95fa3483c9" providerId="LiveId" clId="{7665E095-77CB-F949-8360-C998FD4F4076}" dt="2021-03-20T09:48:03.189" v="1233" actId="164"/>
          <ac:spMkLst>
            <pc:docMk/>
            <pc:sldMk cId="486284706" sldId="297"/>
            <ac:spMk id="79" creationId="{50CB3069-FA71-7341-BD48-7B6B248B118D}"/>
          </ac:spMkLst>
        </pc:spChg>
        <pc:spChg chg="mod topLvl">
          <ac:chgData name="Aggie Menezes" userId="74619c95fa3483c9" providerId="LiveId" clId="{7665E095-77CB-F949-8360-C998FD4F4076}" dt="2021-03-20T09:48:03.189" v="1233" actId="164"/>
          <ac:spMkLst>
            <pc:docMk/>
            <pc:sldMk cId="486284706" sldId="297"/>
            <ac:spMk id="80" creationId="{0C3C2E26-C63F-DA4F-B1CC-0256DD19291D}"/>
          </ac:spMkLst>
        </pc:spChg>
        <pc:spChg chg="mod">
          <ac:chgData name="Aggie Menezes" userId="74619c95fa3483c9" providerId="LiveId" clId="{7665E095-77CB-F949-8360-C998FD4F4076}" dt="2021-03-20T09:55:31.980" v="1262" actId="164"/>
          <ac:spMkLst>
            <pc:docMk/>
            <pc:sldMk cId="486284706" sldId="297"/>
            <ac:spMk id="81" creationId="{5A9C7FDA-B4E9-C848-8626-1A8A9480F661}"/>
          </ac:spMkLst>
        </pc:spChg>
        <pc:spChg chg="mod topLvl">
          <ac:chgData name="Aggie Menezes" userId="74619c95fa3483c9" providerId="LiveId" clId="{7665E095-77CB-F949-8360-C998FD4F4076}" dt="2021-03-20T09:48:45.713" v="1236" actId="164"/>
          <ac:spMkLst>
            <pc:docMk/>
            <pc:sldMk cId="486284706" sldId="297"/>
            <ac:spMk id="82" creationId="{B3F42AF2-CD7F-E547-98C1-AA270471212A}"/>
          </ac:spMkLst>
        </pc:spChg>
        <pc:spChg chg="mod topLvl">
          <ac:chgData name="Aggie Menezes" userId="74619c95fa3483c9" providerId="LiveId" clId="{7665E095-77CB-F949-8360-C998FD4F4076}" dt="2021-03-20T09:48:45.713" v="1236" actId="164"/>
          <ac:spMkLst>
            <pc:docMk/>
            <pc:sldMk cId="486284706" sldId="297"/>
            <ac:spMk id="83" creationId="{596CE2F4-902E-7348-B6DA-0DA8E767B705}"/>
          </ac:spMkLst>
        </pc:spChg>
        <pc:spChg chg="mod topLvl">
          <ac:chgData name="Aggie Menezes" userId="74619c95fa3483c9" providerId="LiveId" clId="{7665E095-77CB-F949-8360-C998FD4F4076}" dt="2021-03-20T09:48:45.713" v="1236" actId="164"/>
          <ac:spMkLst>
            <pc:docMk/>
            <pc:sldMk cId="486284706" sldId="297"/>
            <ac:spMk id="84" creationId="{B959F10D-7827-1646-A490-5133153D8E48}"/>
          </ac:spMkLst>
        </pc:spChg>
        <pc:spChg chg="mod topLvl">
          <ac:chgData name="Aggie Menezes" userId="74619c95fa3483c9" providerId="LiveId" clId="{7665E095-77CB-F949-8360-C998FD4F4076}" dt="2021-03-20T09:48:45.713" v="1236" actId="164"/>
          <ac:spMkLst>
            <pc:docMk/>
            <pc:sldMk cId="486284706" sldId="297"/>
            <ac:spMk id="85" creationId="{BC8343AE-DC6B-924E-BA11-F9B972579F26}"/>
          </ac:spMkLst>
        </pc:spChg>
        <pc:spChg chg="mod topLvl">
          <ac:chgData name="Aggie Menezes" userId="74619c95fa3483c9" providerId="LiveId" clId="{7665E095-77CB-F949-8360-C998FD4F4076}" dt="2021-03-20T09:48:45.713" v="1236" actId="164"/>
          <ac:spMkLst>
            <pc:docMk/>
            <pc:sldMk cId="486284706" sldId="297"/>
            <ac:spMk id="86" creationId="{F15117F6-9F33-8E4E-A6F4-4F725697952F}"/>
          </ac:spMkLst>
        </pc:spChg>
        <pc:spChg chg="mod">
          <ac:chgData name="Aggie Menezes" userId="74619c95fa3483c9" providerId="LiveId" clId="{7665E095-77CB-F949-8360-C998FD4F4076}" dt="2021-03-20T09:38:09.376" v="1199" actId="164"/>
          <ac:spMkLst>
            <pc:docMk/>
            <pc:sldMk cId="486284706" sldId="297"/>
            <ac:spMk id="87" creationId="{6D0C52F3-4D0A-1946-853D-7A1D269CAF37}"/>
          </ac:spMkLst>
        </pc:spChg>
        <pc:spChg chg="mod">
          <ac:chgData name="Aggie Menezes" userId="74619c95fa3483c9" providerId="LiveId" clId="{7665E095-77CB-F949-8360-C998FD4F4076}" dt="2021-02-13T04:52:28.289" v="222" actId="1076"/>
          <ac:spMkLst>
            <pc:docMk/>
            <pc:sldMk cId="486284706" sldId="297"/>
            <ac:spMk id="88" creationId="{538F291B-1A76-754D-8128-417595DC11BD}"/>
          </ac:spMkLst>
        </pc:spChg>
        <pc:spChg chg="mod">
          <ac:chgData name="Aggie Menezes" userId="74619c95fa3483c9" providerId="LiveId" clId="{7665E095-77CB-F949-8360-C998FD4F4076}" dt="2021-03-20T09:55:31.980" v="1262" actId="164"/>
          <ac:spMkLst>
            <pc:docMk/>
            <pc:sldMk cId="486284706" sldId="297"/>
            <ac:spMk id="90" creationId="{A89A8A3F-9446-A74E-8814-EE786B6EBE69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43" creationId="{68D5AA18-C3BF-034F-A64A-B660C380A9B8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44" creationId="{C75101D1-F3AA-D244-8B4E-C22677B8F500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45" creationId="{4CFBEDA8-56DA-8F4E-BD79-37990380BEDB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46" creationId="{9A3C3295-625F-B545-AA84-66EF27E82CDA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47" creationId="{82085B8C-A148-2C43-BD32-7C68FE400DE0}"/>
          </ac:spMkLst>
        </pc:spChg>
        <pc:spChg chg="add del mod">
          <ac:chgData name="Aggie Menezes" userId="74619c95fa3483c9" providerId="LiveId" clId="{7665E095-77CB-F949-8360-C998FD4F4076}" dt="2021-02-13T04:37:14.333" v="129" actId="478"/>
          <ac:spMkLst>
            <pc:docMk/>
            <pc:sldMk cId="486284706" sldId="297"/>
            <ac:spMk id="148" creationId="{23D6CE45-E672-9746-A1C3-E32AF667AA30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49" creationId="{AFFE4FB1-24DD-A644-9F05-27A795EBAE22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50" creationId="{24079DC1-62D1-484B-8FFF-060AB0074773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51" creationId="{3FB6FBF9-BB5E-8445-83B4-22E687D6F557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52" creationId="{4A9BD959-FA0E-F549-AE5D-6F232E9D43FF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53" creationId="{1DED0976-26FF-C547-B28A-E249AC04E20E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54" creationId="{B7D89AF1-524B-3F4E-8D14-D4EAFB74C3B7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55" creationId="{C5970EBE-CD10-464C-81E3-906F6CD6B085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56" creationId="{32853FA7-224B-E94E-AE39-C8C3D247C839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57" creationId="{8C1BF55D-4F89-894D-B806-AA338389B819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58" creationId="{04846EB5-FCB2-2540-997C-8BA9D60EA9DB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59" creationId="{D014B27E-68E0-8640-8905-45621B3BF46A}"/>
          </ac:spMkLst>
        </pc:spChg>
        <pc:spChg chg="add mod">
          <ac:chgData name="Aggie Menezes" userId="74619c95fa3483c9" providerId="LiveId" clId="{7665E095-77CB-F949-8360-C998FD4F4076}" dt="2021-03-20T09:39:46.828" v="1202" actId="165"/>
          <ac:spMkLst>
            <pc:docMk/>
            <pc:sldMk cId="486284706" sldId="297"/>
            <ac:spMk id="160" creationId="{F4EB592C-1AF3-4D4C-A9FC-AF09C93BDE0E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62" creationId="{587485E5-C0A0-C946-8CCA-C42D87FEF126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64" creationId="{C6BE5B56-6CBF-A24E-9620-B3A714E41F0E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65" creationId="{FCB07FF2-C8B8-184E-BCAF-9A5EC00BC350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66" creationId="{3C6C395D-60A7-9F4C-9B94-FA353AF7B17D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67" creationId="{B96461F1-9218-4343-9766-5F95F116DB07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68" creationId="{21D6365C-5863-8F49-B380-5E504953C808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69" creationId="{084429B9-1AE4-C542-9A0B-F0767BFEEEAE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70" creationId="{32C064F9-4FC1-B343-A721-0B0534A31768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71" creationId="{5FA86C52-35F2-554F-8675-1F3E19FF7B7B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73" creationId="{C7DE4527-306F-4143-9961-2AF2EB7F1BA8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74" creationId="{964919F6-74DC-8E49-940F-DD79F5AE02F4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75" creationId="{E65CF6A6-0B86-A341-95AB-088FF5DFB3CB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76" creationId="{47A1F633-D80F-FA4C-A455-DA28C23185A5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77" creationId="{1F2E9400-8496-D04A-A269-FE88BBF8E64B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78" creationId="{6803C4AB-BCB6-BA44-9AFF-837AE10188C0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79" creationId="{CABF6AF6-8866-E444-857D-9B1C2923953E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80" creationId="{C2D69936-E829-744D-B814-654250578BDE}"/>
          </ac:spMkLst>
        </pc:spChg>
        <pc:spChg chg="mod">
          <ac:chgData name="Aggie Menezes" userId="74619c95fa3483c9" providerId="LiveId" clId="{7665E095-77CB-F949-8360-C998FD4F4076}" dt="2021-03-20T09:45:05.296" v="1224" actId="165"/>
          <ac:spMkLst>
            <pc:docMk/>
            <pc:sldMk cId="486284706" sldId="297"/>
            <ac:spMk id="181" creationId="{BCC00609-2D29-E348-AEBF-085E7A94A7B6}"/>
          </ac:spMkLst>
        </pc:spChg>
        <pc:spChg chg="mod">
          <ac:chgData name="Aggie Menezes" userId="74619c95fa3483c9" providerId="LiveId" clId="{7665E095-77CB-F949-8360-C998FD4F4076}" dt="2021-02-13T04:59:11.888" v="249" actId="207"/>
          <ac:spMkLst>
            <pc:docMk/>
            <pc:sldMk cId="486284706" sldId="297"/>
            <ac:spMk id="183" creationId="{B2B32984-56BD-7C4E-920C-1D2956F9E818}"/>
          </ac:spMkLst>
        </pc:spChg>
        <pc:spChg chg="mod">
          <ac:chgData name="Aggie Menezes" userId="74619c95fa3483c9" providerId="LiveId" clId="{7665E095-77CB-F949-8360-C998FD4F4076}" dt="2021-03-20T09:49:57.430" v="1245" actId="14100"/>
          <ac:spMkLst>
            <pc:docMk/>
            <pc:sldMk cId="486284706" sldId="297"/>
            <ac:spMk id="185" creationId="{E3F0BDD1-BF5F-1148-9AE1-8A78BC4A5ED8}"/>
          </ac:spMkLst>
        </pc:spChg>
        <pc:spChg chg="mod">
          <ac:chgData name="Aggie Menezes" userId="74619c95fa3483c9" providerId="LiveId" clId="{7665E095-77CB-F949-8360-C998FD4F4076}" dt="2021-03-20T09:49:53.999" v="1244" actId="14100"/>
          <ac:spMkLst>
            <pc:docMk/>
            <pc:sldMk cId="486284706" sldId="297"/>
            <ac:spMk id="186" creationId="{14D3F040-591A-EE48-89D0-0BA8F17A4B0E}"/>
          </ac:spMkLst>
        </pc:spChg>
        <pc:spChg chg="mod">
          <ac:chgData name="Aggie Menezes" userId="74619c95fa3483c9" providerId="LiveId" clId="{7665E095-77CB-F949-8360-C998FD4F4076}" dt="2021-03-20T09:49:49.377" v="1243" actId="14100"/>
          <ac:spMkLst>
            <pc:docMk/>
            <pc:sldMk cId="486284706" sldId="297"/>
            <ac:spMk id="187" creationId="{FD0B4FDC-4111-824F-A218-1ED44C286497}"/>
          </ac:spMkLst>
        </pc:spChg>
        <pc:spChg chg="mod">
          <ac:chgData name="Aggie Menezes" userId="74619c95fa3483c9" providerId="LiveId" clId="{7665E095-77CB-F949-8360-C998FD4F4076}" dt="2021-03-20T09:49:46.632" v="1242" actId="14100"/>
          <ac:spMkLst>
            <pc:docMk/>
            <pc:sldMk cId="486284706" sldId="297"/>
            <ac:spMk id="188" creationId="{9AD9557B-9E5F-7C4B-9047-3DC5E1BAD2D5}"/>
          </ac:spMkLst>
        </pc:spChg>
        <pc:spChg chg="mod">
          <ac:chgData name="Aggie Menezes" userId="74619c95fa3483c9" providerId="LiveId" clId="{7665E095-77CB-F949-8360-C998FD4F4076}" dt="2021-03-20T09:49:43.945" v="1241" actId="14100"/>
          <ac:spMkLst>
            <pc:docMk/>
            <pc:sldMk cId="486284706" sldId="297"/>
            <ac:spMk id="189" creationId="{A615B958-E456-CA4C-BEA5-7198E6095470}"/>
          </ac:spMkLst>
        </pc:spChg>
        <pc:spChg chg="mod">
          <ac:chgData name="Aggie Menezes" userId="74619c95fa3483c9" providerId="LiveId" clId="{7665E095-77CB-F949-8360-C998FD4F4076}" dt="2021-02-13T04:59:11.888" v="249" actId="207"/>
          <ac:spMkLst>
            <pc:docMk/>
            <pc:sldMk cId="486284706" sldId="297"/>
            <ac:spMk id="190" creationId="{DCF35D28-88F3-E740-A610-CF419F96C8E6}"/>
          </ac:spMkLst>
        </pc:spChg>
        <pc:spChg chg="mod">
          <ac:chgData name="Aggie Menezes" userId="74619c95fa3483c9" providerId="LiveId" clId="{7665E095-77CB-F949-8360-C998FD4F4076}" dt="2021-02-13T04:59:11.888" v="249" actId="207"/>
          <ac:spMkLst>
            <pc:docMk/>
            <pc:sldMk cId="486284706" sldId="297"/>
            <ac:spMk id="191" creationId="{D9944EF3-EE1A-264A-A986-8B6301D9E94D}"/>
          </ac:spMkLst>
        </pc:spChg>
        <pc:spChg chg="mod">
          <ac:chgData name="Aggie Menezes" userId="74619c95fa3483c9" providerId="LiveId" clId="{7665E095-77CB-F949-8360-C998FD4F4076}" dt="2021-02-13T04:59:17.313" v="250" actId="207"/>
          <ac:spMkLst>
            <pc:docMk/>
            <pc:sldMk cId="486284706" sldId="297"/>
            <ac:spMk id="192" creationId="{71C9B1F1-D956-A546-980C-8ACEB0EEFA9B}"/>
          </ac:spMkLst>
        </pc:spChg>
        <pc:spChg chg="mod">
          <ac:chgData name="Aggie Menezes" userId="74619c95fa3483c9" providerId="LiveId" clId="{7665E095-77CB-F949-8360-C998FD4F4076}" dt="2021-02-13T04:58:40.967" v="247" actId="58"/>
          <ac:spMkLst>
            <pc:docMk/>
            <pc:sldMk cId="486284706" sldId="297"/>
            <ac:spMk id="194" creationId="{77934EF2-3ADA-0940-B27F-3D2C97B70276}"/>
          </ac:spMkLst>
        </pc:spChg>
        <pc:spChg chg="mod">
          <ac:chgData name="Aggie Menezes" userId="74619c95fa3483c9" providerId="LiveId" clId="{7665E095-77CB-F949-8360-C998FD4F4076}" dt="2021-02-13T04:58:40.967" v="247" actId="58"/>
          <ac:spMkLst>
            <pc:docMk/>
            <pc:sldMk cId="486284706" sldId="297"/>
            <ac:spMk id="195" creationId="{392BDB59-0BBC-C74B-89BC-D2A9CF164040}"/>
          </ac:spMkLst>
        </pc:spChg>
        <pc:spChg chg="mod">
          <ac:chgData name="Aggie Menezes" userId="74619c95fa3483c9" providerId="LiveId" clId="{7665E095-77CB-F949-8360-C998FD4F4076}" dt="2021-02-13T04:58:40.967" v="247" actId="58"/>
          <ac:spMkLst>
            <pc:docMk/>
            <pc:sldMk cId="486284706" sldId="297"/>
            <ac:spMk id="196" creationId="{D4479480-BC9E-E348-904B-3C8CC6F19BD5}"/>
          </ac:spMkLst>
        </pc:spChg>
        <pc:spChg chg="mod">
          <ac:chgData name="Aggie Menezes" userId="74619c95fa3483c9" providerId="LiveId" clId="{7665E095-77CB-F949-8360-C998FD4F4076}" dt="2021-02-13T04:58:40.967" v="247" actId="58"/>
          <ac:spMkLst>
            <pc:docMk/>
            <pc:sldMk cId="486284706" sldId="297"/>
            <ac:spMk id="197" creationId="{A2F7BEE7-E87C-6749-94B7-2A5C00ED84F1}"/>
          </ac:spMkLst>
        </pc:spChg>
        <pc:spChg chg="mod">
          <ac:chgData name="Aggie Menezes" userId="74619c95fa3483c9" providerId="LiveId" clId="{7665E095-77CB-F949-8360-C998FD4F4076}" dt="2021-02-13T04:58:40.967" v="247" actId="58"/>
          <ac:spMkLst>
            <pc:docMk/>
            <pc:sldMk cId="486284706" sldId="297"/>
            <ac:spMk id="198" creationId="{30F40909-2E6A-2243-885C-94F23F0C543E}"/>
          </ac:spMkLst>
        </pc:spChg>
        <pc:spChg chg="mod">
          <ac:chgData name="Aggie Menezes" userId="74619c95fa3483c9" providerId="LiveId" clId="{7665E095-77CB-F949-8360-C998FD4F4076}" dt="2021-02-13T04:58:52.998" v="248" actId="207"/>
          <ac:spMkLst>
            <pc:docMk/>
            <pc:sldMk cId="486284706" sldId="297"/>
            <ac:spMk id="199" creationId="{DB38F26E-763D-6446-9B6E-71409B5F07A6}"/>
          </ac:spMkLst>
        </pc:spChg>
        <pc:spChg chg="mod">
          <ac:chgData name="Aggie Menezes" userId="74619c95fa3483c9" providerId="LiveId" clId="{7665E095-77CB-F949-8360-C998FD4F4076}" dt="2021-02-13T04:58:52.998" v="248" actId="207"/>
          <ac:spMkLst>
            <pc:docMk/>
            <pc:sldMk cId="486284706" sldId="297"/>
            <ac:spMk id="200" creationId="{6EB4FAD7-B344-B747-8A1F-219202600E72}"/>
          </ac:spMkLst>
        </pc:spChg>
        <pc:spChg chg="mod">
          <ac:chgData name="Aggie Menezes" userId="74619c95fa3483c9" providerId="LiveId" clId="{7665E095-77CB-F949-8360-C998FD4F4076}" dt="2021-02-13T04:58:52.998" v="248" actId="207"/>
          <ac:spMkLst>
            <pc:docMk/>
            <pc:sldMk cId="486284706" sldId="297"/>
            <ac:spMk id="201" creationId="{2CB793C7-158A-DC40-BA6B-D5F3761B320F}"/>
          </ac:spMkLst>
        </pc:spChg>
        <pc:spChg chg="mod">
          <ac:chgData name="Aggie Menezes" userId="74619c95fa3483c9" providerId="LiveId" clId="{7665E095-77CB-F949-8360-C998FD4F4076}" dt="2021-02-13T04:58:52.998" v="248" actId="207"/>
          <ac:spMkLst>
            <pc:docMk/>
            <pc:sldMk cId="486284706" sldId="297"/>
            <ac:spMk id="202" creationId="{5EEB2815-CBF7-8845-AC09-52E58282AE08}"/>
          </ac:spMkLst>
        </pc:spChg>
        <pc:grpChg chg="mod">
          <ac:chgData name="Aggie Menezes" userId="74619c95fa3483c9" providerId="LiveId" clId="{7665E095-77CB-F949-8360-C998FD4F4076}" dt="2021-03-20T09:41:19.585" v="1209" actId="164"/>
          <ac:grpSpMkLst>
            <pc:docMk/>
            <pc:sldMk cId="486284706" sldId="297"/>
            <ac:grpSpMk id="2" creationId="{FE1F70EE-7CA7-D646-9F03-3394A79DDB00}"/>
          </ac:grpSpMkLst>
        </pc:grpChg>
        <pc:grpChg chg="del mod topLvl">
          <ac:chgData name="Aggie Menezes" userId="74619c95fa3483c9" providerId="LiveId" clId="{7665E095-77CB-F949-8360-C998FD4F4076}" dt="2021-03-20T09:48:28.480" v="1235" actId="165"/>
          <ac:grpSpMkLst>
            <pc:docMk/>
            <pc:sldMk cId="486284706" sldId="297"/>
            <ac:grpSpMk id="4" creationId="{CE48EE8E-2439-1241-9BE8-9067545E1E89}"/>
          </ac:grpSpMkLst>
        </pc:grpChg>
        <pc:grpChg chg="add del mod topLvl">
          <ac:chgData name="Aggie Menezes" userId="74619c95fa3483c9" providerId="LiveId" clId="{7665E095-77CB-F949-8360-C998FD4F4076}" dt="2021-03-20T09:43:15.332" v="1219" actId="165"/>
          <ac:grpSpMkLst>
            <pc:docMk/>
            <pc:sldMk cId="486284706" sldId="297"/>
            <ac:grpSpMk id="5" creationId="{8C384C3E-886C-2F49-A582-170E1D45D3B9}"/>
          </ac:grpSpMkLst>
        </pc:grpChg>
        <pc:grpChg chg="del mod topLvl">
          <ac:chgData name="Aggie Menezes" userId="74619c95fa3483c9" providerId="LiveId" clId="{7665E095-77CB-F949-8360-C998FD4F4076}" dt="2021-03-20T09:47:32.092" v="1232" actId="165"/>
          <ac:grpSpMkLst>
            <pc:docMk/>
            <pc:sldMk cId="486284706" sldId="297"/>
            <ac:grpSpMk id="8" creationId="{7466509F-64BD-D543-B388-4BF9CD7D3EE4}"/>
          </ac:grpSpMkLst>
        </pc:grpChg>
        <pc:grpChg chg="add del mod">
          <ac:chgData name="Aggie Menezes" userId="74619c95fa3483c9" providerId="LiveId" clId="{7665E095-77CB-F949-8360-C998FD4F4076}" dt="2021-03-20T09:48:20.933" v="1234" actId="165"/>
          <ac:grpSpMkLst>
            <pc:docMk/>
            <pc:sldMk cId="486284706" sldId="297"/>
            <ac:grpSpMk id="12" creationId="{C4E62167-F57D-F14E-AD18-DD799A03B4CD}"/>
          </ac:grpSpMkLst>
        </pc:grpChg>
        <pc:grpChg chg="add mod">
          <ac:chgData name="Aggie Menezes" userId="74619c95fa3483c9" providerId="LiveId" clId="{7665E095-77CB-F949-8360-C998FD4F4076}" dt="2021-03-20T09:38:09.376" v="1199" actId="164"/>
          <ac:grpSpMkLst>
            <pc:docMk/>
            <pc:sldMk cId="486284706" sldId="297"/>
            <ac:grpSpMk id="15" creationId="{BFE4670E-6948-3945-BE91-957866FAAF2F}"/>
          </ac:grpSpMkLst>
        </pc:grpChg>
        <pc:grpChg chg="add mod">
          <ac:chgData name="Aggie Menezes" userId="74619c95fa3483c9" providerId="LiveId" clId="{7665E095-77CB-F949-8360-C998FD4F4076}" dt="2021-03-20T09:39:46.828" v="1202" actId="165"/>
          <ac:grpSpMkLst>
            <pc:docMk/>
            <pc:sldMk cId="486284706" sldId="297"/>
            <ac:grpSpMk id="18" creationId="{D738838F-0D2B-B645-A01F-3E768BEBDE09}"/>
          </ac:grpSpMkLst>
        </pc:grpChg>
        <pc:grpChg chg="add mod">
          <ac:chgData name="Aggie Menezes" userId="74619c95fa3483c9" providerId="LiveId" clId="{7665E095-77CB-F949-8360-C998FD4F4076}" dt="2021-03-20T09:39:46.828" v="1202" actId="165"/>
          <ac:grpSpMkLst>
            <pc:docMk/>
            <pc:sldMk cId="486284706" sldId="297"/>
            <ac:grpSpMk id="19" creationId="{C7A4B6AB-413B-BA46-8AC9-17DE146460D5}"/>
          </ac:grpSpMkLst>
        </pc:grpChg>
        <pc:grpChg chg="add mod">
          <ac:chgData name="Aggie Menezes" userId="74619c95fa3483c9" providerId="LiveId" clId="{7665E095-77CB-F949-8360-C998FD4F4076}" dt="2021-03-20T09:39:46.828" v="1202" actId="165"/>
          <ac:grpSpMkLst>
            <pc:docMk/>
            <pc:sldMk cId="486284706" sldId="297"/>
            <ac:grpSpMk id="20" creationId="{20EC7640-3F44-C042-A9EB-A5619624CE05}"/>
          </ac:grpSpMkLst>
        </pc:grpChg>
        <pc:grpChg chg="add mod topLvl">
          <ac:chgData name="Aggie Menezes" userId="74619c95fa3483c9" providerId="LiveId" clId="{7665E095-77CB-F949-8360-C998FD4F4076}" dt="2021-03-20T09:49:14.640" v="1238" actId="1076"/>
          <ac:grpSpMkLst>
            <pc:docMk/>
            <pc:sldMk cId="486284706" sldId="297"/>
            <ac:grpSpMk id="21" creationId="{59465633-AF9C-F448-AF07-B1EDC73D6BEF}"/>
          </ac:grpSpMkLst>
        </pc:grpChg>
        <pc:grpChg chg="mod">
          <ac:chgData name="Aggie Menezes" userId="74619c95fa3483c9" providerId="LiveId" clId="{7665E095-77CB-F949-8360-C998FD4F4076}" dt="2021-03-20T09:41:19.585" v="1209" actId="164"/>
          <ac:grpSpMkLst>
            <pc:docMk/>
            <pc:sldMk cId="486284706" sldId="297"/>
            <ac:grpSpMk id="24" creationId="{20B8DE4E-59CA-DA46-BC4A-C91584DEF48B}"/>
          </ac:grpSpMkLst>
        </pc:grpChg>
        <pc:grpChg chg="mod">
          <ac:chgData name="Aggie Menezes" userId="74619c95fa3483c9" providerId="LiveId" clId="{7665E095-77CB-F949-8360-C998FD4F4076}" dt="2021-03-20T09:41:19.585" v="1209" actId="164"/>
          <ac:grpSpMkLst>
            <pc:docMk/>
            <pc:sldMk cId="486284706" sldId="297"/>
            <ac:grpSpMk id="29" creationId="{74AD4A8B-41D1-3243-821C-E67C9851D882}"/>
          </ac:grpSpMkLst>
        </pc:grpChg>
        <pc:grpChg chg="mod">
          <ac:chgData name="Aggie Menezes" userId="74619c95fa3483c9" providerId="LiveId" clId="{7665E095-77CB-F949-8360-C998FD4F4076}" dt="2021-03-20T09:37:00.788" v="1190" actId="1076"/>
          <ac:grpSpMkLst>
            <pc:docMk/>
            <pc:sldMk cId="486284706" sldId="297"/>
            <ac:grpSpMk id="33" creationId="{C3E8A7C4-375D-A94E-BB8C-25427F94C660}"/>
          </ac:grpSpMkLst>
        </pc:grpChg>
        <pc:grpChg chg="mod">
          <ac:chgData name="Aggie Menezes" userId="74619c95fa3483c9" providerId="LiveId" clId="{7665E095-77CB-F949-8360-C998FD4F4076}" dt="2021-03-20T09:37:00.788" v="1190" actId="1076"/>
          <ac:grpSpMkLst>
            <pc:docMk/>
            <pc:sldMk cId="486284706" sldId="297"/>
            <ac:grpSpMk id="34" creationId="{9E282A7B-3299-5843-8428-4A143049F07A}"/>
          </ac:grpSpMkLst>
        </pc:grpChg>
        <pc:grpChg chg="add del mod">
          <ac:chgData name="Aggie Menezes" userId="74619c95fa3483c9" providerId="LiveId" clId="{7665E095-77CB-F949-8360-C998FD4F4076}" dt="2021-03-20T09:42:47.446" v="1216" actId="165"/>
          <ac:grpSpMkLst>
            <pc:docMk/>
            <pc:sldMk cId="486284706" sldId="297"/>
            <ac:grpSpMk id="36" creationId="{1CA43752-C3AF-0045-A5F5-FF324770C156}"/>
          </ac:grpSpMkLst>
        </pc:grpChg>
        <pc:grpChg chg="add del mod topLvl">
          <ac:chgData name="Aggie Menezes" userId="74619c95fa3483c9" providerId="LiveId" clId="{7665E095-77CB-F949-8360-C998FD4F4076}" dt="2021-03-20T09:45:05.296" v="1224" actId="165"/>
          <ac:grpSpMkLst>
            <pc:docMk/>
            <pc:sldMk cId="486284706" sldId="297"/>
            <ac:grpSpMk id="37" creationId="{C0C1D858-379A-1C40-8FD3-E54C88506E98}"/>
          </ac:grpSpMkLst>
        </pc:grpChg>
        <pc:grpChg chg="add del mod">
          <ac:chgData name="Aggie Menezes" userId="74619c95fa3483c9" providerId="LiveId" clId="{7665E095-77CB-F949-8360-C998FD4F4076}" dt="2021-03-20T09:47:25.834" v="1231" actId="165"/>
          <ac:grpSpMkLst>
            <pc:docMk/>
            <pc:sldMk cId="486284706" sldId="297"/>
            <ac:grpSpMk id="40" creationId="{249B5E53-EC85-A641-8F9D-F30F7DAF192A}"/>
          </ac:grpSpMkLst>
        </pc:grpChg>
        <pc:grpChg chg="add mod">
          <ac:chgData name="Aggie Menezes" userId="74619c95fa3483c9" providerId="LiveId" clId="{7665E095-77CB-F949-8360-C998FD4F4076}" dt="2021-03-20T09:55:10.004" v="1260" actId="164"/>
          <ac:grpSpMkLst>
            <pc:docMk/>
            <pc:sldMk cId="486284706" sldId="297"/>
            <ac:grpSpMk id="41" creationId="{E95FAC15-C0FC-224D-8DE0-72AD4A766BF4}"/>
          </ac:grpSpMkLst>
        </pc:grpChg>
        <pc:grpChg chg="add del mod topLvl">
          <ac:chgData name="Aggie Menezes" userId="74619c95fa3483c9" providerId="LiveId" clId="{7665E095-77CB-F949-8360-C998FD4F4076}" dt="2021-03-20T09:41:55.848" v="1211" actId="165"/>
          <ac:grpSpMkLst>
            <pc:docMk/>
            <pc:sldMk cId="486284706" sldId="297"/>
            <ac:grpSpMk id="42" creationId="{65EA27E5-94FE-7B4B-A146-675B59C33816}"/>
          </ac:grpSpMkLst>
        </pc:grpChg>
        <pc:grpChg chg="add del mod">
          <ac:chgData name="Aggie Menezes" userId="74619c95fa3483c9" providerId="LiveId" clId="{7665E095-77CB-F949-8360-C998FD4F4076}" dt="2021-03-20T09:39:46.828" v="1202" actId="165"/>
          <ac:grpSpMkLst>
            <pc:docMk/>
            <pc:sldMk cId="486284706" sldId="297"/>
            <ac:grpSpMk id="43" creationId="{7BCA2574-6DCE-C74C-AB0E-00629D3510E7}"/>
          </ac:grpSpMkLst>
        </pc:grpChg>
        <pc:grpChg chg="del mod topLvl">
          <ac:chgData name="Aggie Menezes" userId="74619c95fa3483c9" providerId="LiveId" clId="{7665E095-77CB-F949-8360-C998FD4F4076}" dt="2021-03-20T09:45:39.337" v="1226" actId="165"/>
          <ac:grpSpMkLst>
            <pc:docMk/>
            <pc:sldMk cId="486284706" sldId="297"/>
            <ac:grpSpMk id="44" creationId="{5B62E9CC-9D18-1840-9604-04D087B12A5F}"/>
          </ac:grpSpMkLst>
        </pc:grpChg>
        <pc:grpChg chg="add mod">
          <ac:chgData name="Aggie Menezes" userId="74619c95fa3483c9" providerId="LiveId" clId="{7665E095-77CB-F949-8360-C998FD4F4076}" dt="2021-03-20T09:41:19.585" v="1209" actId="164"/>
          <ac:grpSpMkLst>
            <pc:docMk/>
            <pc:sldMk cId="486284706" sldId="297"/>
            <ac:grpSpMk id="45" creationId="{E4885907-040E-3F4B-B732-A61424947F0F}"/>
          </ac:grpSpMkLst>
        </pc:grpChg>
        <pc:grpChg chg="add del mod">
          <ac:chgData name="Aggie Menezes" userId="74619c95fa3483c9" providerId="LiveId" clId="{7665E095-77CB-F949-8360-C998FD4F4076}" dt="2021-03-20T09:42:47.446" v="1216" actId="165"/>
          <ac:grpSpMkLst>
            <pc:docMk/>
            <pc:sldMk cId="486284706" sldId="297"/>
            <ac:grpSpMk id="46" creationId="{26DA91B3-8CD4-5F4F-8181-D52C89CF405D}"/>
          </ac:grpSpMkLst>
        </pc:grpChg>
        <pc:grpChg chg="add del mod">
          <ac:chgData name="Aggie Menezes" userId="74619c95fa3483c9" providerId="LiveId" clId="{7665E095-77CB-F949-8360-C998FD4F4076}" dt="2021-03-20T09:44:44.977" v="1223" actId="165"/>
          <ac:grpSpMkLst>
            <pc:docMk/>
            <pc:sldMk cId="486284706" sldId="297"/>
            <ac:grpSpMk id="47" creationId="{2EF672DD-6C7F-B84A-92C0-D3D978557D95}"/>
          </ac:grpSpMkLst>
        </pc:grpChg>
        <pc:grpChg chg="add del mod">
          <ac:chgData name="Aggie Menezes" userId="74619c95fa3483c9" providerId="LiveId" clId="{7665E095-77CB-F949-8360-C998FD4F4076}" dt="2021-03-20T09:46:48.604" v="1229" actId="165"/>
          <ac:grpSpMkLst>
            <pc:docMk/>
            <pc:sldMk cId="486284706" sldId="297"/>
            <ac:grpSpMk id="48" creationId="{6BDC9387-896B-EC48-9596-5D15FB393BE5}"/>
          </ac:grpSpMkLst>
        </pc:grpChg>
        <pc:grpChg chg="add mod">
          <ac:chgData name="Aggie Menezes" userId="74619c95fa3483c9" providerId="LiveId" clId="{7665E095-77CB-F949-8360-C998FD4F4076}" dt="2021-03-20T09:52:12.099" v="1249" actId="164"/>
          <ac:grpSpMkLst>
            <pc:docMk/>
            <pc:sldMk cId="486284706" sldId="297"/>
            <ac:grpSpMk id="49" creationId="{FFC4BA34-875C-CD41-B58E-89209E3C4B58}"/>
          </ac:grpSpMkLst>
        </pc:grpChg>
        <pc:grpChg chg="add mod">
          <ac:chgData name="Aggie Menezes" userId="74619c95fa3483c9" providerId="LiveId" clId="{7665E095-77CB-F949-8360-C998FD4F4076}" dt="2021-03-20T09:52:12.099" v="1249" actId="164"/>
          <ac:grpSpMkLst>
            <pc:docMk/>
            <pc:sldMk cId="486284706" sldId="297"/>
            <ac:grpSpMk id="50" creationId="{3DA5498B-E5F6-E04A-AE54-34B132C04F42}"/>
          </ac:grpSpMkLst>
        </pc:grpChg>
        <pc:grpChg chg="add mod">
          <ac:chgData name="Aggie Menezes" userId="74619c95fa3483c9" providerId="LiveId" clId="{7665E095-77CB-F949-8360-C998FD4F4076}" dt="2021-03-20T09:48:45.713" v="1236" actId="164"/>
          <ac:grpSpMkLst>
            <pc:docMk/>
            <pc:sldMk cId="486284706" sldId="297"/>
            <ac:grpSpMk id="51" creationId="{3C4E5197-9A90-9542-817B-16F41258EB04}"/>
          </ac:grpSpMkLst>
        </pc:grpChg>
        <pc:grpChg chg="add mod">
          <ac:chgData name="Aggie Menezes" userId="74619c95fa3483c9" providerId="LiveId" clId="{7665E095-77CB-F949-8360-C998FD4F4076}" dt="2021-03-20T09:52:12.099" v="1249" actId="164"/>
          <ac:grpSpMkLst>
            <pc:docMk/>
            <pc:sldMk cId="486284706" sldId="297"/>
            <ac:grpSpMk id="54" creationId="{8F4D90A1-2886-CD44-815F-7F4E7366F278}"/>
          </ac:grpSpMkLst>
        </pc:grpChg>
        <pc:grpChg chg="add mod">
          <ac:chgData name="Aggie Menezes" userId="74619c95fa3483c9" providerId="LiveId" clId="{7665E095-77CB-F949-8360-C998FD4F4076}" dt="2021-03-20T09:53:02.412" v="1252" actId="164"/>
          <ac:grpSpMkLst>
            <pc:docMk/>
            <pc:sldMk cId="486284706" sldId="297"/>
            <ac:grpSpMk id="55" creationId="{DB83BC6B-8B93-8A4E-B454-ED942A0E0738}"/>
          </ac:grpSpMkLst>
        </pc:grpChg>
        <pc:grpChg chg="add mod">
          <ac:chgData name="Aggie Menezes" userId="74619c95fa3483c9" providerId="LiveId" clId="{7665E095-77CB-F949-8360-C998FD4F4076}" dt="2021-03-20T09:55:10.004" v="1260" actId="164"/>
          <ac:grpSpMkLst>
            <pc:docMk/>
            <pc:sldMk cId="486284706" sldId="297"/>
            <ac:grpSpMk id="56" creationId="{FA9EDC8A-9337-6042-9654-B4371D1004F4}"/>
          </ac:grpSpMkLst>
        </pc:grpChg>
        <pc:grpChg chg="add mod">
          <ac:chgData name="Aggie Menezes" userId="74619c95fa3483c9" providerId="LiveId" clId="{7665E095-77CB-F949-8360-C998FD4F4076}" dt="2021-03-20T09:55:10.004" v="1260" actId="164"/>
          <ac:grpSpMkLst>
            <pc:docMk/>
            <pc:sldMk cId="486284706" sldId="297"/>
            <ac:grpSpMk id="57" creationId="{62A6EB49-80D3-EF44-BA79-8DB109EB79DC}"/>
          </ac:grpSpMkLst>
        </pc:grpChg>
        <pc:grpChg chg="add mod">
          <ac:chgData name="Aggie Menezes" userId="74619c95fa3483c9" providerId="LiveId" clId="{7665E095-77CB-F949-8360-C998FD4F4076}" dt="2021-03-20T09:55:31.980" v="1262" actId="164"/>
          <ac:grpSpMkLst>
            <pc:docMk/>
            <pc:sldMk cId="486284706" sldId="297"/>
            <ac:grpSpMk id="58" creationId="{9BD0493F-3ADF-7E43-B930-6890A74653FC}"/>
          </ac:grpSpMkLst>
        </pc:grpChg>
        <pc:grpChg chg="mod">
          <ac:chgData name="Aggie Menezes" userId="74619c95fa3483c9" providerId="LiveId" clId="{7665E095-77CB-F949-8360-C998FD4F4076}" dt="2021-03-20T09:39:46.828" v="1202" actId="165"/>
          <ac:grpSpMkLst>
            <pc:docMk/>
            <pc:sldMk cId="486284706" sldId="297"/>
            <ac:grpSpMk id="136" creationId="{4365AF4E-F2D9-5B4B-A3E0-5FBDA36D5D8E}"/>
          </ac:grpSpMkLst>
        </pc:grpChg>
        <pc:grpChg chg="mod">
          <ac:chgData name="Aggie Menezes" userId="74619c95fa3483c9" providerId="LiveId" clId="{7665E095-77CB-F949-8360-C998FD4F4076}" dt="2021-02-13T04:58:40.967" v="247" actId="58"/>
          <ac:grpSpMkLst>
            <pc:docMk/>
            <pc:sldMk cId="486284706" sldId="297"/>
            <ac:grpSpMk id="137" creationId="{A94B156F-D410-6F45-9BB9-E4BD1FD623ED}"/>
          </ac:grpSpMkLst>
        </pc:grpChg>
        <pc:grpChg chg="add mod topLvl">
          <ac:chgData name="Aggie Menezes" userId="74619c95fa3483c9" providerId="LiveId" clId="{7665E095-77CB-F949-8360-C998FD4F4076}" dt="2021-03-20T09:53:02.412" v="1252" actId="164"/>
          <ac:grpSpMkLst>
            <pc:docMk/>
            <pc:sldMk cId="486284706" sldId="297"/>
            <ac:grpSpMk id="161" creationId="{722646B6-E875-8745-A19B-C353A5DA72A4}"/>
          </ac:grpSpMkLst>
        </pc:grpChg>
        <pc:grpChg chg="mod">
          <ac:chgData name="Aggie Menezes" userId="74619c95fa3483c9" providerId="LiveId" clId="{7665E095-77CB-F949-8360-C998FD4F4076}" dt="2021-03-20T09:45:05.296" v="1224" actId="165"/>
          <ac:grpSpMkLst>
            <pc:docMk/>
            <pc:sldMk cId="486284706" sldId="297"/>
            <ac:grpSpMk id="163" creationId="{34E93C7A-B0DE-2D4C-A300-EC0CC455354C}"/>
          </ac:grpSpMkLst>
        </pc:grpChg>
        <pc:grpChg chg="add mod topLvl">
          <ac:chgData name="Aggie Menezes" userId="74619c95fa3483c9" providerId="LiveId" clId="{7665E095-77CB-F949-8360-C998FD4F4076}" dt="2021-03-20T09:53:02.412" v="1252" actId="164"/>
          <ac:grpSpMkLst>
            <pc:docMk/>
            <pc:sldMk cId="486284706" sldId="297"/>
            <ac:grpSpMk id="172" creationId="{35B44B44-5C89-2443-BB76-7CF1B9D46D20}"/>
          </ac:grpSpMkLst>
        </pc:grpChg>
        <pc:grpChg chg="add mod">
          <ac:chgData name="Aggie Menezes" userId="74619c95fa3483c9" providerId="LiveId" clId="{7665E095-77CB-F949-8360-C998FD4F4076}" dt="2021-02-13T04:58:40.967" v="247" actId="58"/>
          <ac:grpSpMkLst>
            <pc:docMk/>
            <pc:sldMk cId="486284706" sldId="297"/>
            <ac:grpSpMk id="182" creationId="{61264562-8914-574B-BA70-E7DDE2BD8923}"/>
          </ac:grpSpMkLst>
        </pc:grpChg>
        <pc:grpChg chg="mod">
          <ac:chgData name="Aggie Menezes" userId="74619c95fa3483c9" providerId="LiveId" clId="{7665E095-77CB-F949-8360-C998FD4F4076}" dt="2021-02-13T04:58:40.967" v="247" actId="58"/>
          <ac:grpSpMkLst>
            <pc:docMk/>
            <pc:sldMk cId="486284706" sldId="297"/>
            <ac:grpSpMk id="184" creationId="{C3F7B3D0-F2EB-D942-B372-2B99B7FD3C25}"/>
          </ac:grpSpMkLst>
        </pc:grpChg>
        <pc:grpChg chg="add mod">
          <ac:chgData name="Aggie Menezes" userId="74619c95fa3483c9" providerId="LiveId" clId="{7665E095-77CB-F949-8360-C998FD4F4076}" dt="2021-02-13T04:58:40.967" v="247" actId="58"/>
          <ac:grpSpMkLst>
            <pc:docMk/>
            <pc:sldMk cId="486284706" sldId="297"/>
            <ac:grpSpMk id="193" creationId="{0F380FBA-5DB7-F347-BBC2-B742B0D57316}"/>
          </ac:grpSpMkLst>
        </pc:grpChg>
        <pc:inkChg chg="del">
          <ac:chgData name="Aggie Menezes" userId="74619c95fa3483c9" providerId="LiveId" clId="{7665E095-77CB-F949-8360-C998FD4F4076}" dt="2021-03-18T11:12:28.066" v="941" actId="478"/>
          <ac:inkMkLst>
            <pc:docMk/>
            <pc:sldMk cId="486284706" sldId="297"/>
            <ac:inkMk id="15" creationId="{C37C7F0E-B95C-B548-88A5-AD6C77D9EABC}"/>
          </ac:inkMkLst>
        </pc:inkChg>
        <pc:cxnChg chg="mod">
          <ac:chgData name="Aggie Menezes" userId="74619c95fa3483c9" providerId="LiveId" clId="{7665E095-77CB-F949-8360-C998FD4F4076}" dt="2021-03-20T09:41:19.585" v="1209" actId="164"/>
          <ac:cxnSpMkLst>
            <pc:docMk/>
            <pc:sldMk cId="486284706" sldId="297"/>
            <ac:cxnSpMk id="3" creationId="{2BB78341-9308-0149-A44F-4B323911BC52}"/>
          </ac:cxnSpMkLst>
        </pc:cxnChg>
        <pc:cxnChg chg="mod">
          <ac:chgData name="Aggie Menezes" userId="74619c95fa3483c9" providerId="LiveId" clId="{7665E095-77CB-F949-8360-C998FD4F4076}" dt="2021-03-20T09:41:19.585" v="1209" actId="164"/>
          <ac:cxnSpMkLst>
            <pc:docMk/>
            <pc:sldMk cId="486284706" sldId="297"/>
            <ac:cxnSpMk id="7" creationId="{331085A8-565D-3941-9FA1-7BD2746DA365}"/>
          </ac:cxnSpMkLst>
        </pc:cxnChg>
        <pc:cxnChg chg="mod topLvl">
          <ac:chgData name="Aggie Menezes" userId="74619c95fa3483c9" providerId="LiveId" clId="{7665E095-77CB-F949-8360-C998FD4F4076}" dt="2021-03-20T09:52:48.772" v="1251" actId="164"/>
          <ac:cxnSpMkLst>
            <pc:docMk/>
            <pc:sldMk cId="486284706" sldId="297"/>
            <ac:cxnSpMk id="10" creationId="{5F1B0A74-3856-7D49-940D-A5F40BE6C4CA}"/>
          </ac:cxnSpMkLst>
        </pc:cxnChg>
        <pc:cxnChg chg="mod topLvl">
          <ac:chgData name="Aggie Menezes" userId="74619c95fa3483c9" providerId="LiveId" clId="{7665E095-77CB-F949-8360-C998FD4F4076}" dt="2021-03-20T09:46:48.604" v="1229" actId="165"/>
          <ac:cxnSpMkLst>
            <pc:docMk/>
            <pc:sldMk cId="486284706" sldId="297"/>
            <ac:cxnSpMk id="13" creationId="{5387E6A6-6299-8B41-8D2F-59C458277FEE}"/>
          </ac:cxnSpMkLst>
        </pc:cxnChg>
        <pc:cxnChg chg="mod">
          <ac:chgData name="Aggie Menezes" userId="74619c95fa3483c9" providerId="LiveId" clId="{7665E095-77CB-F949-8360-C998FD4F4076}" dt="2021-03-20T09:41:19.585" v="1209" actId="164"/>
          <ac:cxnSpMkLst>
            <pc:docMk/>
            <pc:sldMk cId="486284706" sldId="297"/>
            <ac:cxnSpMk id="25" creationId="{151E8B9A-7D47-AE4F-B44E-1532FBCDBCB7}"/>
          </ac:cxnSpMkLst>
        </pc:cxnChg>
        <pc:cxnChg chg="mod">
          <ac:chgData name="Aggie Menezes" userId="74619c95fa3483c9" providerId="LiveId" clId="{7665E095-77CB-F949-8360-C998FD4F4076}" dt="2021-03-20T09:41:19.585" v="1209" actId="164"/>
          <ac:cxnSpMkLst>
            <pc:docMk/>
            <pc:sldMk cId="486284706" sldId="297"/>
            <ac:cxnSpMk id="26" creationId="{A30EE383-EBA2-CD4A-BBD1-8053D4580ACF}"/>
          </ac:cxnSpMkLst>
        </pc:cxnChg>
        <pc:cxnChg chg="mod">
          <ac:chgData name="Aggie Menezes" userId="74619c95fa3483c9" providerId="LiveId" clId="{7665E095-77CB-F949-8360-C998FD4F4076}" dt="2021-03-20T09:41:19.585" v="1209" actId="164"/>
          <ac:cxnSpMkLst>
            <pc:docMk/>
            <pc:sldMk cId="486284706" sldId="297"/>
            <ac:cxnSpMk id="30" creationId="{8F42BD2D-CFB3-0F40-9DEB-EE66C19190AA}"/>
          </ac:cxnSpMkLst>
        </pc:cxnChg>
        <pc:cxnChg chg="mod">
          <ac:chgData name="Aggie Menezes" userId="74619c95fa3483c9" providerId="LiveId" clId="{7665E095-77CB-F949-8360-C998FD4F4076}" dt="2021-03-20T09:41:19.585" v="1209" actId="164"/>
          <ac:cxnSpMkLst>
            <pc:docMk/>
            <pc:sldMk cId="486284706" sldId="297"/>
            <ac:cxnSpMk id="31" creationId="{47E6FEE9-8534-0E46-93E6-00B286D93B00}"/>
          </ac:cxnSpMkLst>
        </pc:cxnChg>
        <pc:cxnChg chg="mod topLvl">
          <ac:chgData name="Aggie Menezes" userId="74619c95fa3483c9" providerId="LiveId" clId="{7665E095-77CB-F949-8360-C998FD4F4076}" dt="2021-03-20T09:41:55.848" v="1211" actId="165"/>
          <ac:cxnSpMkLst>
            <pc:docMk/>
            <pc:sldMk cId="486284706" sldId="297"/>
            <ac:cxnSpMk id="38" creationId="{DD661F1E-4CF5-464C-83E1-E6E71215CFAC}"/>
          </ac:cxnSpMkLst>
        </pc:cxnChg>
        <pc:cxnChg chg="mod topLvl">
          <ac:chgData name="Aggie Menezes" userId="74619c95fa3483c9" providerId="LiveId" clId="{7665E095-77CB-F949-8360-C998FD4F4076}" dt="2021-03-20T09:41:55.848" v="1211" actId="165"/>
          <ac:cxnSpMkLst>
            <pc:docMk/>
            <pc:sldMk cId="486284706" sldId="297"/>
            <ac:cxnSpMk id="39" creationId="{7AF331EA-618D-1E47-A245-C881477FCCA1}"/>
          </ac:cxnSpMkLst>
        </pc:cxnChg>
        <pc:cxnChg chg="mod topLvl">
          <ac:chgData name="Aggie Menezes" userId="74619c95fa3483c9" providerId="LiveId" clId="{7665E095-77CB-F949-8360-C998FD4F4076}" dt="2021-03-20T09:52:48.772" v="1251" actId="164"/>
          <ac:cxnSpMkLst>
            <pc:docMk/>
            <pc:sldMk cId="486284706" sldId="297"/>
            <ac:cxnSpMk id="91" creationId="{4D2B8CCC-C57B-F746-8FF5-7F533E693270}"/>
          </ac:cxnSpMkLst>
        </pc:cxnChg>
        <pc:cxnChg chg="mod topLvl">
          <ac:chgData name="Aggie Menezes" userId="74619c95fa3483c9" providerId="LiveId" clId="{7665E095-77CB-F949-8360-C998FD4F4076}" dt="2021-03-20T09:52:48.772" v="1251" actId="164"/>
          <ac:cxnSpMkLst>
            <pc:docMk/>
            <pc:sldMk cId="486284706" sldId="297"/>
            <ac:cxnSpMk id="92" creationId="{7740E8B4-2323-964D-8380-07CC53207114}"/>
          </ac:cxnSpMkLst>
        </pc:cxnChg>
        <pc:cxnChg chg="mod topLvl">
          <ac:chgData name="Aggie Menezes" userId="74619c95fa3483c9" providerId="LiveId" clId="{7665E095-77CB-F949-8360-C998FD4F4076}" dt="2021-03-20T09:59:06.460" v="1277" actId="14100"/>
          <ac:cxnSpMkLst>
            <pc:docMk/>
            <pc:sldMk cId="486284706" sldId="297"/>
            <ac:cxnSpMk id="93" creationId="{A764505C-1618-A549-8FD7-9802BAA8D6A0}"/>
          </ac:cxnSpMkLst>
        </pc:cxnChg>
        <pc:cxnChg chg="mod topLvl">
          <ac:chgData name="Aggie Menezes" userId="74619c95fa3483c9" providerId="LiveId" clId="{7665E095-77CB-F949-8360-C998FD4F4076}" dt="2021-03-20T09:58:32.311" v="1272" actId="14100"/>
          <ac:cxnSpMkLst>
            <pc:docMk/>
            <pc:sldMk cId="486284706" sldId="297"/>
            <ac:cxnSpMk id="94" creationId="{49F8EAAE-BE2E-A947-9357-47000FC45185}"/>
          </ac:cxnSpMkLst>
        </pc:cxnChg>
        <pc:cxnChg chg="mod topLvl">
          <ac:chgData name="Aggie Menezes" userId="74619c95fa3483c9" providerId="LiveId" clId="{7665E095-77CB-F949-8360-C998FD4F4076}" dt="2021-03-20T09:52:48.772" v="1251" actId="164"/>
          <ac:cxnSpMkLst>
            <pc:docMk/>
            <pc:sldMk cId="486284706" sldId="297"/>
            <ac:cxnSpMk id="95" creationId="{D1CB1226-A834-4E4F-BA78-9C415BF012DE}"/>
          </ac:cxnSpMkLst>
        </pc:cxnChg>
        <pc:cxnChg chg="mod topLvl">
          <ac:chgData name="Aggie Menezes" userId="74619c95fa3483c9" providerId="LiveId" clId="{7665E095-77CB-F949-8360-C998FD4F4076}" dt="2021-03-20T09:52:48.772" v="1251" actId="164"/>
          <ac:cxnSpMkLst>
            <pc:docMk/>
            <pc:sldMk cId="486284706" sldId="297"/>
            <ac:cxnSpMk id="96" creationId="{25674C6A-3A02-394B-8F43-F7EEAEFBAB83}"/>
          </ac:cxnSpMkLst>
        </pc:cxnChg>
        <pc:cxnChg chg="mod topLvl">
          <ac:chgData name="Aggie Menezes" userId="74619c95fa3483c9" providerId="LiveId" clId="{7665E095-77CB-F949-8360-C998FD4F4076}" dt="2021-03-20T09:52:48.772" v="1251" actId="164"/>
          <ac:cxnSpMkLst>
            <pc:docMk/>
            <pc:sldMk cId="486284706" sldId="297"/>
            <ac:cxnSpMk id="97" creationId="{2D5659F3-93F2-B24E-9AEF-63BD886E5B28}"/>
          </ac:cxnSpMkLst>
        </pc:cxnChg>
        <pc:cxnChg chg="mod topLvl">
          <ac:chgData name="Aggie Menezes" userId="74619c95fa3483c9" providerId="LiveId" clId="{7665E095-77CB-F949-8360-C998FD4F4076}" dt="2021-03-20T09:52:48.772" v="1251" actId="164"/>
          <ac:cxnSpMkLst>
            <pc:docMk/>
            <pc:sldMk cId="486284706" sldId="297"/>
            <ac:cxnSpMk id="98" creationId="{FD40AB39-791C-CF4B-A013-5713F9B65AF6}"/>
          </ac:cxnSpMkLst>
        </pc:cxnChg>
        <pc:cxnChg chg="mod topLvl">
          <ac:chgData name="Aggie Menezes" userId="74619c95fa3483c9" providerId="LiveId" clId="{7665E095-77CB-F949-8360-C998FD4F4076}" dt="2021-03-20T09:52:48.772" v="1251" actId="164"/>
          <ac:cxnSpMkLst>
            <pc:docMk/>
            <pc:sldMk cId="486284706" sldId="297"/>
            <ac:cxnSpMk id="99" creationId="{8BC5A520-8C8F-F447-A5C7-0B4723132BB9}"/>
          </ac:cxnSpMkLst>
        </pc:cxnChg>
        <pc:cxnChg chg="mod">
          <ac:chgData name="Aggie Menezes" userId="74619c95fa3483c9" providerId="LiveId" clId="{7665E095-77CB-F949-8360-C998FD4F4076}" dt="2021-02-13T04:58:40.967" v="247" actId="58"/>
          <ac:cxnSpMkLst>
            <pc:docMk/>
            <pc:sldMk cId="486284706" sldId="297"/>
            <ac:cxnSpMk id="101" creationId="{8B2FAC4E-8787-5643-9F6D-FF38A8091E07}"/>
          </ac:cxnSpMkLst>
        </pc:cxnChg>
        <pc:cxnChg chg="mod">
          <ac:chgData name="Aggie Menezes" userId="74619c95fa3483c9" providerId="LiveId" clId="{7665E095-77CB-F949-8360-C998FD4F4076}" dt="2021-02-13T04:58:40.967" v="247" actId="58"/>
          <ac:cxnSpMkLst>
            <pc:docMk/>
            <pc:sldMk cId="486284706" sldId="297"/>
            <ac:cxnSpMk id="102" creationId="{68F463CF-9A42-1649-A51E-B038322A9C84}"/>
          </ac:cxnSpMkLst>
        </pc:cxnChg>
        <pc:cxnChg chg="mod">
          <ac:chgData name="Aggie Menezes" userId="74619c95fa3483c9" providerId="LiveId" clId="{7665E095-77CB-F949-8360-C998FD4F4076}" dt="2021-02-13T04:58:40.967" v="247" actId="58"/>
          <ac:cxnSpMkLst>
            <pc:docMk/>
            <pc:sldMk cId="486284706" sldId="297"/>
            <ac:cxnSpMk id="103" creationId="{E3D3AFE0-67FA-A745-B31E-0EE366BDBAC4}"/>
          </ac:cxnSpMkLst>
        </pc:cxnChg>
        <pc:cxnChg chg="mod">
          <ac:chgData name="Aggie Menezes" userId="74619c95fa3483c9" providerId="LiveId" clId="{7665E095-77CB-F949-8360-C998FD4F4076}" dt="2021-02-13T05:05:08.293" v="299" actId="14100"/>
          <ac:cxnSpMkLst>
            <pc:docMk/>
            <pc:sldMk cId="486284706" sldId="297"/>
            <ac:cxnSpMk id="104" creationId="{79E642FD-4FA2-884D-8793-D8D9652953E4}"/>
          </ac:cxnSpMkLst>
        </pc:cxnChg>
        <pc:cxnChg chg="mod">
          <ac:chgData name="Aggie Menezes" userId="74619c95fa3483c9" providerId="LiveId" clId="{7665E095-77CB-F949-8360-C998FD4F4076}" dt="2021-02-13T05:05:13.765" v="300" actId="14100"/>
          <ac:cxnSpMkLst>
            <pc:docMk/>
            <pc:sldMk cId="486284706" sldId="297"/>
            <ac:cxnSpMk id="105" creationId="{DA2B42E0-1BB6-A246-B876-1B9737E4E35C}"/>
          </ac:cxnSpMkLst>
        </pc:cxnChg>
        <pc:cxnChg chg="mod">
          <ac:chgData name="Aggie Menezes" userId="74619c95fa3483c9" providerId="LiveId" clId="{7665E095-77CB-F949-8360-C998FD4F4076}" dt="2021-02-13T04:58:40.967" v="247" actId="58"/>
          <ac:cxnSpMkLst>
            <pc:docMk/>
            <pc:sldMk cId="486284706" sldId="297"/>
            <ac:cxnSpMk id="106" creationId="{87641CF5-DCF7-0F46-94CD-2837849A3661}"/>
          </ac:cxnSpMkLst>
        </pc:cxnChg>
        <pc:cxnChg chg="mod">
          <ac:chgData name="Aggie Menezes" userId="74619c95fa3483c9" providerId="LiveId" clId="{7665E095-77CB-F949-8360-C998FD4F4076}" dt="2021-02-13T05:04:49.524" v="297" actId="14100"/>
          <ac:cxnSpMkLst>
            <pc:docMk/>
            <pc:sldMk cId="486284706" sldId="297"/>
            <ac:cxnSpMk id="107" creationId="{4D435746-5B25-EE46-BE0D-11FF2C8971EA}"/>
          </ac:cxnSpMkLst>
        </pc:cxnChg>
        <pc:cxnChg chg="mod">
          <ac:chgData name="Aggie Menezes" userId="74619c95fa3483c9" providerId="LiveId" clId="{7665E095-77CB-F949-8360-C998FD4F4076}" dt="2021-02-13T05:04:41.905" v="296" actId="14100"/>
          <ac:cxnSpMkLst>
            <pc:docMk/>
            <pc:sldMk cId="486284706" sldId="297"/>
            <ac:cxnSpMk id="108" creationId="{A41A6337-0E13-C64F-9E3E-FD4CA3BB55F1}"/>
          </ac:cxnSpMkLst>
        </pc:cxnChg>
        <pc:cxnChg chg="mod">
          <ac:chgData name="Aggie Menezes" userId="74619c95fa3483c9" providerId="LiveId" clId="{7665E095-77CB-F949-8360-C998FD4F4076}" dt="2021-02-13T05:04:55.504" v="298" actId="14100"/>
          <ac:cxnSpMkLst>
            <pc:docMk/>
            <pc:sldMk cId="486284706" sldId="297"/>
            <ac:cxnSpMk id="109" creationId="{DB2E2F3B-903B-B34E-9B95-161DE9C7C9DD}"/>
          </ac:cxnSpMkLst>
        </pc:cxnChg>
        <pc:cxnChg chg="mod">
          <ac:chgData name="Aggie Menezes" userId="74619c95fa3483c9" providerId="LiveId" clId="{7665E095-77CB-F949-8360-C998FD4F4076}" dt="2021-02-13T04:58:40.967" v="247" actId="58"/>
          <ac:cxnSpMkLst>
            <pc:docMk/>
            <pc:sldMk cId="486284706" sldId="297"/>
            <ac:cxnSpMk id="110" creationId="{DA14422C-4776-6F4C-AC66-102E87358B0C}"/>
          </ac:cxnSpMkLst>
        </pc:cxnChg>
        <pc:cxnChg chg="mod topLvl">
          <ac:chgData name="Aggie Menezes" userId="74619c95fa3483c9" providerId="LiveId" clId="{7665E095-77CB-F949-8360-C998FD4F4076}" dt="2021-03-20T09:47:03.116" v="1230" actId="164"/>
          <ac:cxnSpMkLst>
            <pc:docMk/>
            <pc:sldMk cId="486284706" sldId="297"/>
            <ac:cxnSpMk id="116" creationId="{B23BED89-9169-684C-937D-D28BB101C740}"/>
          </ac:cxnSpMkLst>
        </pc:cxnChg>
        <pc:cxnChg chg="mod">
          <ac:chgData name="Aggie Menezes" userId="74619c95fa3483c9" providerId="LiveId" clId="{7665E095-77CB-F949-8360-C998FD4F4076}" dt="2021-03-20T09:49:30.113" v="1240" actId="14100"/>
          <ac:cxnSpMkLst>
            <pc:docMk/>
            <pc:sldMk cId="486284706" sldId="297"/>
            <ac:cxnSpMk id="117" creationId="{DC10F24A-CB18-0844-B5F0-8FD24BB85E5C}"/>
          </ac:cxnSpMkLst>
        </pc:cxnChg>
        <pc:cxnChg chg="mod">
          <ac:chgData name="Aggie Menezes" userId="74619c95fa3483c9" providerId="LiveId" clId="{7665E095-77CB-F949-8360-C998FD4F4076}" dt="2021-03-20T09:39:46.828" v="1202" actId="165"/>
          <ac:cxnSpMkLst>
            <pc:docMk/>
            <pc:sldMk cId="486284706" sldId="297"/>
            <ac:cxnSpMk id="118" creationId="{3D025310-D50F-214B-B027-098D82F9F957}"/>
          </ac:cxnSpMkLst>
        </pc:cxnChg>
        <pc:cxnChg chg="mod">
          <ac:chgData name="Aggie Menezes" userId="74619c95fa3483c9" providerId="LiveId" clId="{7665E095-77CB-F949-8360-C998FD4F4076}" dt="2021-03-20T09:39:46.828" v="1202" actId="165"/>
          <ac:cxnSpMkLst>
            <pc:docMk/>
            <pc:sldMk cId="486284706" sldId="297"/>
            <ac:cxnSpMk id="119" creationId="{130C33C5-8147-564C-B692-60D3A1BB52C8}"/>
          </ac:cxnSpMkLst>
        </pc:cxnChg>
        <pc:cxnChg chg="mod">
          <ac:chgData name="Aggie Menezes" userId="74619c95fa3483c9" providerId="LiveId" clId="{7665E095-77CB-F949-8360-C998FD4F4076}" dt="2021-03-20T09:39:46.828" v="1202" actId="165"/>
          <ac:cxnSpMkLst>
            <pc:docMk/>
            <pc:sldMk cId="486284706" sldId="297"/>
            <ac:cxnSpMk id="120" creationId="{92B90235-D44C-4241-9F3B-5ED9826F1A78}"/>
          </ac:cxnSpMkLst>
        </pc:cxnChg>
        <pc:cxnChg chg="mod">
          <ac:chgData name="Aggie Menezes" userId="74619c95fa3483c9" providerId="LiveId" clId="{7665E095-77CB-F949-8360-C998FD4F4076}" dt="2021-03-20T09:39:46.828" v="1202" actId="165"/>
          <ac:cxnSpMkLst>
            <pc:docMk/>
            <pc:sldMk cId="486284706" sldId="297"/>
            <ac:cxnSpMk id="121" creationId="{EF379131-0B5D-7E42-81E8-8B7F8C441585}"/>
          </ac:cxnSpMkLst>
        </pc:cxnChg>
        <pc:cxnChg chg="mod">
          <ac:chgData name="Aggie Menezes" userId="74619c95fa3483c9" providerId="LiveId" clId="{7665E095-77CB-F949-8360-C998FD4F4076}" dt="2021-03-20T09:39:46.828" v="1202" actId="165"/>
          <ac:cxnSpMkLst>
            <pc:docMk/>
            <pc:sldMk cId="486284706" sldId="297"/>
            <ac:cxnSpMk id="122" creationId="{011CDCCC-9406-524F-A70C-88756D79FEF3}"/>
          </ac:cxnSpMkLst>
        </pc:cxnChg>
        <pc:cxnChg chg="mod">
          <ac:chgData name="Aggie Menezes" userId="74619c95fa3483c9" providerId="LiveId" clId="{7665E095-77CB-F949-8360-C998FD4F4076}" dt="2021-03-20T09:39:46.828" v="1202" actId="165"/>
          <ac:cxnSpMkLst>
            <pc:docMk/>
            <pc:sldMk cId="486284706" sldId="297"/>
            <ac:cxnSpMk id="123" creationId="{564F9D90-539A-B447-97AE-C12FF034F00D}"/>
          </ac:cxnSpMkLst>
        </pc:cxnChg>
        <pc:cxnChg chg="mod">
          <ac:chgData name="Aggie Menezes" userId="74619c95fa3483c9" providerId="LiveId" clId="{7665E095-77CB-F949-8360-C998FD4F4076}" dt="2021-03-20T09:39:46.828" v="1202" actId="165"/>
          <ac:cxnSpMkLst>
            <pc:docMk/>
            <pc:sldMk cId="486284706" sldId="297"/>
            <ac:cxnSpMk id="124" creationId="{EFCD34F8-0F70-2142-8F87-C32616257A0C}"/>
          </ac:cxnSpMkLst>
        </pc:cxnChg>
        <pc:cxnChg chg="mod">
          <ac:chgData name="Aggie Menezes" userId="74619c95fa3483c9" providerId="LiveId" clId="{7665E095-77CB-F949-8360-C998FD4F4076}" dt="2021-03-20T09:39:46.828" v="1202" actId="165"/>
          <ac:cxnSpMkLst>
            <pc:docMk/>
            <pc:sldMk cId="486284706" sldId="297"/>
            <ac:cxnSpMk id="125" creationId="{D7318162-6303-1149-8543-3ABAA805343C}"/>
          </ac:cxnSpMkLst>
        </pc:cxnChg>
        <pc:cxnChg chg="mod">
          <ac:chgData name="Aggie Menezes" userId="74619c95fa3483c9" providerId="LiveId" clId="{7665E095-77CB-F949-8360-C998FD4F4076}" dt="2021-03-20T09:39:46.828" v="1202" actId="165"/>
          <ac:cxnSpMkLst>
            <pc:docMk/>
            <pc:sldMk cId="486284706" sldId="297"/>
            <ac:cxnSpMk id="126" creationId="{66501083-1C7F-A648-A4AE-7E4F41F89E22}"/>
          </ac:cxnSpMkLst>
        </pc:cxnChg>
        <pc:cxnChg chg="mod topLvl">
          <ac:chgData name="Aggie Menezes" userId="74619c95fa3483c9" providerId="LiveId" clId="{7665E095-77CB-F949-8360-C998FD4F4076}" dt="2021-03-20T09:47:03.116" v="1230" actId="164"/>
          <ac:cxnSpMkLst>
            <pc:docMk/>
            <pc:sldMk cId="486284706" sldId="297"/>
            <ac:cxnSpMk id="127" creationId="{58390297-F2F6-2F43-AEC9-91E26C53E9EB}"/>
          </ac:cxnSpMkLst>
        </pc:cxnChg>
        <pc:cxnChg chg="mod topLvl">
          <ac:chgData name="Aggie Menezes" userId="74619c95fa3483c9" providerId="LiveId" clId="{7665E095-77CB-F949-8360-C998FD4F4076}" dt="2021-03-20T09:47:03.116" v="1230" actId="164"/>
          <ac:cxnSpMkLst>
            <pc:docMk/>
            <pc:sldMk cId="486284706" sldId="297"/>
            <ac:cxnSpMk id="128" creationId="{F606A737-787C-764F-99A5-72B03D8779B0}"/>
          </ac:cxnSpMkLst>
        </pc:cxnChg>
        <pc:cxnChg chg="mod topLvl">
          <ac:chgData name="Aggie Menezes" userId="74619c95fa3483c9" providerId="LiveId" clId="{7665E095-77CB-F949-8360-C998FD4F4076}" dt="2021-03-20T09:47:03.116" v="1230" actId="164"/>
          <ac:cxnSpMkLst>
            <pc:docMk/>
            <pc:sldMk cId="486284706" sldId="297"/>
            <ac:cxnSpMk id="129" creationId="{50C8EB47-F526-504C-B0A6-20069C1E2E3A}"/>
          </ac:cxnSpMkLst>
        </pc:cxnChg>
        <pc:cxnChg chg="mod topLvl">
          <ac:chgData name="Aggie Menezes" userId="74619c95fa3483c9" providerId="LiveId" clId="{7665E095-77CB-F949-8360-C998FD4F4076}" dt="2021-03-20T09:47:03.116" v="1230" actId="164"/>
          <ac:cxnSpMkLst>
            <pc:docMk/>
            <pc:sldMk cId="486284706" sldId="297"/>
            <ac:cxnSpMk id="130" creationId="{6D09E45F-DDAC-9E47-B0BF-5097FF03F426}"/>
          </ac:cxnSpMkLst>
        </pc:cxnChg>
        <pc:cxnChg chg="mod topLvl">
          <ac:chgData name="Aggie Menezes" userId="74619c95fa3483c9" providerId="LiveId" clId="{7665E095-77CB-F949-8360-C998FD4F4076}" dt="2021-03-20T09:48:03.189" v="1233" actId="164"/>
          <ac:cxnSpMkLst>
            <pc:docMk/>
            <pc:sldMk cId="486284706" sldId="297"/>
            <ac:cxnSpMk id="131" creationId="{62AEC29C-EE3A-B34D-91C4-CC0FA17995E0}"/>
          </ac:cxnSpMkLst>
        </pc:cxnChg>
        <pc:cxnChg chg="mod topLvl">
          <ac:chgData name="Aggie Menezes" userId="74619c95fa3483c9" providerId="LiveId" clId="{7665E095-77CB-F949-8360-C998FD4F4076}" dt="2021-03-20T09:48:03.189" v="1233" actId="164"/>
          <ac:cxnSpMkLst>
            <pc:docMk/>
            <pc:sldMk cId="486284706" sldId="297"/>
            <ac:cxnSpMk id="132" creationId="{0C558A70-CE0A-2A45-BC9E-FECE7D429084}"/>
          </ac:cxnSpMkLst>
        </pc:cxnChg>
        <pc:cxnChg chg="mod topLvl">
          <ac:chgData name="Aggie Menezes" userId="74619c95fa3483c9" providerId="LiveId" clId="{7665E095-77CB-F949-8360-C998FD4F4076}" dt="2021-03-20T09:48:03.189" v="1233" actId="164"/>
          <ac:cxnSpMkLst>
            <pc:docMk/>
            <pc:sldMk cId="486284706" sldId="297"/>
            <ac:cxnSpMk id="133" creationId="{EFE177F8-2E1E-C94E-8D82-F2A0E35C4580}"/>
          </ac:cxnSpMkLst>
        </pc:cxnChg>
        <pc:cxnChg chg="mod topLvl">
          <ac:chgData name="Aggie Menezes" userId="74619c95fa3483c9" providerId="LiveId" clId="{7665E095-77CB-F949-8360-C998FD4F4076}" dt="2021-03-20T09:48:03.189" v="1233" actId="164"/>
          <ac:cxnSpMkLst>
            <pc:docMk/>
            <pc:sldMk cId="486284706" sldId="297"/>
            <ac:cxnSpMk id="134" creationId="{4E4C9686-427B-0B43-9CC9-4FD305F6BE7C}"/>
          </ac:cxnSpMkLst>
        </pc:cxnChg>
        <pc:cxnChg chg="mod topLvl">
          <ac:chgData name="Aggie Menezes" userId="74619c95fa3483c9" providerId="LiveId" clId="{7665E095-77CB-F949-8360-C998FD4F4076}" dt="2021-03-20T09:48:03.189" v="1233" actId="164"/>
          <ac:cxnSpMkLst>
            <pc:docMk/>
            <pc:sldMk cId="486284706" sldId="297"/>
            <ac:cxnSpMk id="135" creationId="{C21079F2-3733-BB45-939A-693EB21A1406}"/>
          </ac:cxnSpMkLst>
        </pc:cxnChg>
        <pc:cxnChg chg="mod topLvl">
          <ac:chgData name="Aggie Menezes" userId="74619c95fa3483c9" providerId="LiveId" clId="{7665E095-77CB-F949-8360-C998FD4F4076}" dt="2021-03-20T09:48:45.713" v="1236" actId="164"/>
          <ac:cxnSpMkLst>
            <pc:docMk/>
            <pc:sldMk cId="486284706" sldId="297"/>
            <ac:cxnSpMk id="138" creationId="{10C3F158-32C4-6B48-9ED7-FA5D05554721}"/>
          </ac:cxnSpMkLst>
        </pc:cxnChg>
        <pc:cxnChg chg="mod topLvl">
          <ac:chgData name="Aggie Menezes" userId="74619c95fa3483c9" providerId="LiveId" clId="{7665E095-77CB-F949-8360-C998FD4F4076}" dt="2021-03-20T09:48:45.713" v="1236" actId="164"/>
          <ac:cxnSpMkLst>
            <pc:docMk/>
            <pc:sldMk cId="486284706" sldId="297"/>
            <ac:cxnSpMk id="139" creationId="{B3774652-0D0E-E748-9976-C13B13CABF44}"/>
          </ac:cxnSpMkLst>
        </pc:cxnChg>
        <pc:cxnChg chg="mod topLvl">
          <ac:chgData name="Aggie Menezes" userId="74619c95fa3483c9" providerId="LiveId" clId="{7665E095-77CB-F949-8360-C998FD4F4076}" dt="2021-03-20T09:48:45.713" v="1236" actId="164"/>
          <ac:cxnSpMkLst>
            <pc:docMk/>
            <pc:sldMk cId="486284706" sldId="297"/>
            <ac:cxnSpMk id="140" creationId="{FFC4B65A-DB09-CE47-B37E-FEAD3A99B917}"/>
          </ac:cxnSpMkLst>
        </pc:cxnChg>
        <pc:cxnChg chg="mod topLvl">
          <ac:chgData name="Aggie Menezes" userId="74619c95fa3483c9" providerId="LiveId" clId="{7665E095-77CB-F949-8360-C998FD4F4076}" dt="2021-03-20T09:48:45.713" v="1236" actId="164"/>
          <ac:cxnSpMkLst>
            <pc:docMk/>
            <pc:sldMk cId="486284706" sldId="297"/>
            <ac:cxnSpMk id="141" creationId="{A7C69BC0-0A71-CC4C-9C2E-DA2593978148}"/>
          </ac:cxnSpMkLst>
        </pc:cxnChg>
        <pc:cxnChg chg="mod topLvl">
          <ac:chgData name="Aggie Menezes" userId="74619c95fa3483c9" providerId="LiveId" clId="{7665E095-77CB-F949-8360-C998FD4F4076}" dt="2021-03-20T09:48:45.713" v="1236" actId="164"/>
          <ac:cxnSpMkLst>
            <pc:docMk/>
            <pc:sldMk cId="486284706" sldId="297"/>
            <ac:cxnSpMk id="142" creationId="{CFD6DDFF-B3CA-D941-B62B-21B6295F4F23}"/>
          </ac:cxnSpMkLst>
        </pc:cxnChg>
      </pc:sldChg>
      <pc:sldChg chg="addSp delSp modSp mod modAnim">
        <pc:chgData name="Aggie Menezes" userId="74619c95fa3483c9" providerId="LiveId" clId="{7665E095-77CB-F949-8360-C998FD4F4076}" dt="2021-03-20T10:03:35.779" v="1288"/>
        <pc:sldMkLst>
          <pc:docMk/>
          <pc:sldMk cId="2456304509" sldId="298"/>
        </pc:sldMkLst>
        <pc:spChg chg="mod">
          <ac:chgData name="Aggie Menezes" userId="74619c95fa3483c9" providerId="LiveId" clId="{7665E095-77CB-F949-8360-C998FD4F4076}" dt="2021-03-20T09:36:34.034" v="1189" actId="255"/>
          <ac:spMkLst>
            <pc:docMk/>
            <pc:sldMk cId="2456304509" sldId="298"/>
            <ac:spMk id="63" creationId="{00000000-0000-0000-0000-000000000000}"/>
          </ac:spMkLst>
        </pc:spChg>
        <pc:spChg chg="mod topLvl">
          <ac:chgData name="Aggie Menezes" userId="74619c95fa3483c9" providerId="LiveId" clId="{7665E095-77CB-F949-8360-C998FD4F4076}" dt="2021-03-20T10:02:59.374" v="1284" actId="165"/>
          <ac:spMkLst>
            <pc:docMk/>
            <pc:sldMk cId="2456304509" sldId="298"/>
            <ac:spMk id="88" creationId="{538F291B-1A76-754D-8128-417595DC11BD}"/>
          </ac:spMkLst>
        </pc:spChg>
        <pc:spChg chg="mod topLvl">
          <ac:chgData name="Aggie Menezes" userId="74619c95fa3483c9" providerId="LiveId" clId="{7665E095-77CB-F949-8360-C998FD4F4076}" dt="2021-03-20T10:02:59.374" v="1284" actId="165"/>
          <ac:spMkLst>
            <pc:docMk/>
            <pc:sldMk cId="2456304509" sldId="298"/>
            <ac:spMk id="96" creationId="{3FEFC23D-B611-FE44-A544-6FFF2B8F487C}"/>
          </ac:spMkLst>
        </pc:spChg>
        <pc:grpChg chg="add mod">
          <ac:chgData name="Aggie Menezes" userId="74619c95fa3483c9" providerId="LiveId" clId="{7665E095-77CB-F949-8360-C998FD4F4076}" dt="2021-02-13T05:06:41.898" v="302" actId="164"/>
          <ac:grpSpMkLst>
            <pc:docMk/>
            <pc:sldMk cId="2456304509" sldId="298"/>
            <ac:grpSpMk id="5" creationId="{B795A367-E5CF-3E4E-930D-A107C10DF3E7}"/>
          </ac:grpSpMkLst>
        </pc:grpChg>
        <pc:grpChg chg="add del mod">
          <ac:chgData name="Aggie Menezes" userId="74619c95fa3483c9" providerId="LiveId" clId="{7665E095-77CB-F949-8360-C998FD4F4076}" dt="2021-03-20T10:02:59.374" v="1284" actId="165"/>
          <ac:grpSpMkLst>
            <pc:docMk/>
            <pc:sldMk cId="2456304509" sldId="298"/>
            <ac:grpSpMk id="8" creationId="{3231E5B8-AB51-3348-A06D-DC6D1E43F512}"/>
          </ac:grpSpMkLst>
        </pc:grpChg>
        <pc:grpChg chg="mod">
          <ac:chgData name="Aggie Menezes" userId="74619c95fa3483c9" providerId="LiveId" clId="{7665E095-77CB-F949-8360-C998FD4F4076}" dt="2021-02-13T05:06:41.898" v="302" actId="164"/>
          <ac:grpSpMkLst>
            <pc:docMk/>
            <pc:sldMk cId="2456304509" sldId="298"/>
            <ac:grpSpMk id="17" creationId="{C512458A-74EE-FC4C-81AF-E132F2E1F14A}"/>
          </ac:grpSpMkLst>
        </pc:grpChg>
        <pc:cxnChg chg="mod">
          <ac:chgData name="Aggie Menezes" userId="74619c95fa3483c9" providerId="LiveId" clId="{7665E095-77CB-F949-8360-C998FD4F4076}" dt="2021-02-13T05:06:41.898" v="302" actId="164"/>
          <ac:cxnSpMkLst>
            <pc:docMk/>
            <pc:sldMk cId="2456304509" sldId="298"/>
            <ac:cxnSpMk id="33" creationId="{C3073312-152B-DF49-A375-E323083D93BA}"/>
          </ac:cxnSpMkLst>
        </pc:cxnChg>
        <pc:cxnChg chg="mod">
          <ac:chgData name="Aggie Menezes" userId="74619c95fa3483c9" providerId="LiveId" clId="{7665E095-77CB-F949-8360-C998FD4F4076}" dt="2021-02-13T05:06:41.898" v="302" actId="164"/>
          <ac:cxnSpMkLst>
            <pc:docMk/>
            <pc:sldMk cId="2456304509" sldId="298"/>
            <ac:cxnSpMk id="34" creationId="{BFF30E23-279B-3C44-98F1-F766806564DB}"/>
          </ac:cxnSpMkLst>
        </pc:cxnChg>
        <pc:cxnChg chg="mod">
          <ac:chgData name="Aggie Menezes" userId="74619c95fa3483c9" providerId="LiveId" clId="{7665E095-77CB-F949-8360-C998FD4F4076}" dt="2021-02-13T05:06:41.898" v="302" actId="164"/>
          <ac:cxnSpMkLst>
            <pc:docMk/>
            <pc:sldMk cId="2456304509" sldId="298"/>
            <ac:cxnSpMk id="35" creationId="{80BD69AA-9E1D-F14D-B311-7A139356459E}"/>
          </ac:cxnSpMkLst>
        </pc:cxnChg>
        <pc:cxnChg chg="mod">
          <ac:chgData name="Aggie Menezes" userId="74619c95fa3483c9" providerId="LiveId" clId="{7665E095-77CB-F949-8360-C998FD4F4076}" dt="2021-02-13T05:06:41.898" v="302" actId="164"/>
          <ac:cxnSpMkLst>
            <pc:docMk/>
            <pc:sldMk cId="2456304509" sldId="298"/>
            <ac:cxnSpMk id="36" creationId="{D2FDF048-A0E1-814E-AEC9-C192A2741D46}"/>
          </ac:cxnSpMkLst>
        </pc:cxnChg>
        <pc:cxnChg chg="mod">
          <ac:chgData name="Aggie Menezes" userId="74619c95fa3483c9" providerId="LiveId" clId="{7665E095-77CB-F949-8360-C998FD4F4076}" dt="2021-02-13T05:06:41.898" v="302" actId="164"/>
          <ac:cxnSpMkLst>
            <pc:docMk/>
            <pc:sldMk cId="2456304509" sldId="298"/>
            <ac:cxnSpMk id="37" creationId="{72C8E4FB-EAB4-D846-AD35-2544D552DD99}"/>
          </ac:cxnSpMkLst>
        </pc:cxnChg>
        <pc:cxnChg chg="mod">
          <ac:chgData name="Aggie Menezes" userId="74619c95fa3483c9" providerId="LiveId" clId="{7665E095-77CB-F949-8360-C998FD4F4076}" dt="2021-02-13T05:06:41.898" v="302" actId="164"/>
          <ac:cxnSpMkLst>
            <pc:docMk/>
            <pc:sldMk cId="2456304509" sldId="298"/>
            <ac:cxnSpMk id="38" creationId="{6FED9EAF-7108-3D4D-8D74-300063E5B7B9}"/>
          </ac:cxnSpMkLst>
        </pc:cxnChg>
        <pc:cxnChg chg="mod">
          <ac:chgData name="Aggie Menezes" userId="74619c95fa3483c9" providerId="LiveId" clId="{7665E095-77CB-F949-8360-C998FD4F4076}" dt="2021-02-13T05:06:41.898" v="302" actId="164"/>
          <ac:cxnSpMkLst>
            <pc:docMk/>
            <pc:sldMk cId="2456304509" sldId="298"/>
            <ac:cxnSpMk id="39" creationId="{7F464870-A416-F942-BF7E-C0A83C6B48DD}"/>
          </ac:cxnSpMkLst>
        </pc:cxnChg>
        <pc:cxnChg chg="mod">
          <ac:chgData name="Aggie Menezes" userId="74619c95fa3483c9" providerId="LiveId" clId="{7665E095-77CB-F949-8360-C998FD4F4076}" dt="2021-02-13T05:06:41.898" v="302" actId="164"/>
          <ac:cxnSpMkLst>
            <pc:docMk/>
            <pc:sldMk cId="2456304509" sldId="298"/>
            <ac:cxnSpMk id="40" creationId="{E040F828-7A05-CF44-91AB-858508B81876}"/>
          </ac:cxnSpMkLst>
        </pc:cxnChg>
      </pc:sldChg>
      <pc:sldChg chg="addSp delSp modSp mod">
        <pc:chgData name="Aggie Menezes" userId="74619c95fa3483c9" providerId="LiveId" clId="{7665E095-77CB-F949-8360-C998FD4F4076}" dt="2021-03-23T09:36:47.295" v="1752" actId="208"/>
        <pc:sldMkLst>
          <pc:docMk/>
          <pc:sldMk cId="1189028938" sldId="299"/>
        </pc:sldMkLst>
        <pc:spChg chg="add mod">
          <ac:chgData name="Aggie Menezes" userId="74619c95fa3483c9" providerId="LiveId" clId="{7665E095-77CB-F949-8360-C998FD4F4076}" dt="2021-03-20T09:29:10.656" v="1100" actId="1076"/>
          <ac:spMkLst>
            <pc:docMk/>
            <pc:sldMk cId="1189028938" sldId="299"/>
            <ac:spMk id="21" creationId="{7D0FA6A4-B203-6047-96D9-B5B580F860C9}"/>
          </ac:spMkLst>
        </pc:spChg>
        <pc:spChg chg="add mod">
          <ac:chgData name="Aggie Menezes" userId="74619c95fa3483c9" providerId="LiveId" clId="{7665E095-77CB-F949-8360-C998FD4F4076}" dt="2021-03-20T09:29:10.656" v="1100" actId="1076"/>
          <ac:spMkLst>
            <pc:docMk/>
            <pc:sldMk cId="1189028938" sldId="299"/>
            <ac:spMk id="22" creationId="{80795790-61C9-A948-92F5-AF2E85942B86}"/>
          </ac:spMkLst>
        </pc:spChg>
        <pc:spChg chg="add mod">
          <ac:chgData name="Aggie Menezes" userId="74619c95fa3483c9" providerId="LiveId" clId="{7665E095-77CB-F949-8360-C998FD4F4076}" dt="2021-03-20T09:30:23.878" v="1112" actId="688"/>
          <ac:spMkLst>
            <pc:docMk/>
            <pc:sldMk cId="1189028938" sldId="299"/>
            <ac:spMk id="23" creationId="{6DE2A057-5C71-0B4F-8D50-56EE3DDFD1FD}"/>
          </ac:spMkLst>
        </pc:spChg>
        <pc:spChg chg="add mod">
          <ac:chgData name="Aggie Menezes" userId="74619c95fa3483c9" providerId="LiveId" clId="{7665E095-77CB-F949-8360-C998FD4F4076}" dt="2021-03-20T09:30:17.140" v="1111" actId="688"/>
          <ac:spMkLst>
            <pc:docMk/>
            <pc:sldMk cId="1189028938" sldId="299"/>
            <ac:spMk id="24" creationId="{DF3A0174-65D4-0447-B3A3-FF23C48DE8D4}"/>
          </ac:spMkLst>
        </pc:spChg>
        <pc:spChg chg="add mod">
          <ac:chgData name="Aggie Menezes" userId="74619c95fa3483c9" providerId="LiveId" clId="{7665E095-77CB-F949-8360-C998FD4F4076}" dt="2021-03-20T09:35:39.004" v="1183"/>
          <ac:spMkLst>
            <pc:docMk/>
            <pc:sldMk cId="1189028938" sldId="299"/>
            <ac:spMk id="25" creationId="{ED0977F8-1D8F-6D49-B094-E998D4769C35}"/>
          </ac:spMkLst>
        </pc:spChg>
        <pc:spChg chg="mod">
          <ac:chgData name="Aggie Menezes" userId="74619c95fa3483c9" providerId="LiveId" clId="{7665E095-77CB-F949-8360-C998FD4F4076}" dt="2021-03-23T09:36:46.537" v="1751" actId="208"/>
          <ac:spMkLst>
            <pc:docMk/>
            <pc:sldMk cId="1189028938" sldId="299"/>
            <ac:spMk id="47" creationId="{99E71CEA-3B9E-F145-9EE1-30C17B7A9BA1}"/>
          </ac:spMkLst>
        </pc:spChg>
        <pc:spChg chg="del mod">
          <ac:chgData name="Aggie Menezes" userId="74619c95fa3483c9" providerId="LiveId" clId="{7665E095-77CB-F949-8360-C998FD4F4076}" dt="2021-03-20T09:35:36.826" v="1182" actId="478"/>
          <ac:spMkLst>
            <pc:docMk/>
            <pc:sldMk cId="1189028938" sldId="299"/>
            <ac:spMk id="63" creationId="{00000000-0000-0000-0000-000000000000}"/>
          </ac:spMkLst>
        </pc:spChg>
        <pc:grpChg chg="mod">
          <ac:chgData name="Aggie Menezes" userId="74619c95fa3483c9" providerId="LiveId" clId="{7665E095-77CB-F949-8360-C998FD4F4076}" dt="2021-03-23T09:36:10.980" v="1746" actId="1076"/>
          <ac:grpSpMkLst>
            <pc:docMk/>
            <pc:sldMk cId="1189028938" sldId="299"/>
            <ac:grpSpMk id="18" creationId="{974E8ACF-A216-6F42-AD14-1028E592DC37}"/>
          </ac:grpSpMkLst>
        </pc:grpChg>
        <pc:cxnChg chg="mod">
          <ac:chgData name="Aggie Menezes" userId="74619c95fa3483c9" providerId="LiveId" clId="{7665E095-77CB-F949-8360-C998FD4F4076}" dt="2021-03-23T09:36:47.295" v="1752" actId="208"/>
          <ac:cxnSpMkLst>
            <pc:docMk/>
            <pc:sldMk cId="1189028938" sldId="299"/>
            <ac:cxnSpMk id="33" creationId="{18D8566D-D393-E74D-B312-79025CBD0ABA}"/>
          </ac:cxnSpMkLst>
        </pc:cxnChg>
        <pc:cxnChg chg="mod">
          <ac:chgData name="Aggie Menezes" userId="74619c95fa3483c9" providerId="LiveId" clId="{7665E095-77CB-F949-8360-C998FD4F4076}" dt="2021-03-23T09:36:45.762" v="1750" actId="208"/>
          <ac:cxnSpMkLst>
            <pc:docMk/>
            <pc:sldMk cId="1189028938" sldId="299"/>
            <ac:cxnSpMk id="40" creationId="{C95B6812-F66E-5743-B8C4-57DE03E8F4D8}"/>
          </ac:cxnSpMkLst>
        </pc:cxnChg>
      </pc:sldChg>
      <pc:sldChg chg="addSp delSp modSp mod">
        <pc:chgData name="Aggie Menezes" userId="74619c95fa3483c9" providerId="LiveId" clId="{7665E095-77CB-F949-8360-C998FD4F4076}" dt="2021-03-20T09:35:24.089" v="1179" actId="255"/>
        <pc:sldMkLst>
          <pc:docMk/>
          <pc:sldMk cId="292849481" sldId="300"/>
        </pc:sldMkLst>
        <pc:spChg chg="add mod">
          <ac:chgData name="Aggie Menezes" userId="74619c95fa3483c9" providerId="LiveId" clId="{7665E095-77CB-F949-8360-C998FD4F4076}" dt="2021-03-20T09:29:30.062" v="1103" actId="1076"/>
          <ac:spMkLst>
            <pc:docMk/>
            <pc:sldMk cId="292849481" sldId="300"/>
            <ac:spMk id="26" creationId="{228CF2A9-4D8D-6F41-BFB9-0D4D37E9F6B3}"/>
          </ac:spMkLst>
        </pc:spChg>
        <pc:spChg chg="add mod">
          <ac:chgData name="Aggie Menezes" userId="74619c95fa3483c9" providerId="LiveId" clId="{7665E095-77CB-F949-8360-C998FD4F4076}" dt="2021-03-20T09:29:38.893" v="1105" actId="1076"/>
          <ac:spMkLst>
            <pc:docMk/>
            <pc:sldMk cId="292849481" sldId="300"/>
            <ac:spMk id="27" creationId="{ECC5D96A-88A2-6A40-A374-A4AB4B3F8560}"/>
          </ac:spMkLst>
        </pc:spChg>
        <pc:spChg chg="add mod">
          <ac:chgData name="Aggie Menezes" userId="74619c95fa3483c9" providerId="LiveId" clId="{7665E095-77CB-F949-8360-C998FD4F4076}" dt="2021-03-20T09:29:57.849" v="1110" actId="1076"/>
          <ac:spMkLst>
            <pc:docMk/>
            <pc:sldMk cId="292849481" sldId="300"/>
            <ac:spMk id="28" creationId="{A43056E7-6335-6349-81B0-1C49A77D9264}"/>
          </ac:spMkLst>
        </pc:spChg>
        <pc:spChg chg="add mod">
          <ac:chgData name="Aggie Menezes" userId="74619c95fa3483c9" providerId="LiveId" clId="{7665E095-77CB-F949-8360-C998FD4F4076}" dt="2021-03-20T09:29:53.709" v="1109" actId="1076"/>
          <ac:spMkLst>
            <pc:docMk/>
            <pc:sldMk cId="292849481" sldId="300"/>
            <ac:spMk id="29" creationId="{5D1D3D68-AA03-944D-B634-A533B4C14EAE}"/>
          </ac:spMkLst>
        </pc:spChg>
        <pc:spChg chg="add mod">
          <ac:chgData name="Aggie Menezes" userId="74619c95fa3483c9" providerId="LiveId" clId="{7665E095-77CB-F949-8360-C998FD4F4076}" dt="2021-03-20T09:35:24.089" v="1179" actId="255"/>
          <ac:spMkLst>
            <pc:docMk/>
            <pc:sldMk cId="292849481" sldId="300"/>
            <ac:spMk id="30" creationId="{EFA71C1E-D400-524B-B8EE-0136CB62F9BE}"/>
          </ac:spMkLst>
        </pc:spChg>
        <pc:spChg chg="del">
          <ac:chgData name="Aggie Menezes" userId="74619c95fa3483c9" providerId="LiveId" clId="{7665E095-77CB-F949-8360-C998FD4F4076}" dt="2021-03-20T09:35:18.469" v="1177" actId="478"/>
          <ac:spMkLst>
            <pc:docMk/>
            <pc:sldMk cId="292849481" sldId="300"/>
            <ac:spMk id="63" creationId="{00000000-0000-0000-0000-000000000000}"/>
          </ac:spMkLst>
        </pc:spChg>
        <pc:grpChg chg="del">
          <ac:chgData name="Aggie Menezes" userId="74619c95fa3483c9" providerId="LiveId" clId="{7665E095-77CB-F949-8360-C998FD4F4076}" dt="2021-03-20T09:25:06.977" v="1054" actId="478"/>
          <ac:grpSpMkLst>
            <pc:docMk/>
            <pc:sldMk cId="292849481" sldId="300"/>
            <ac:grpSpMk id="81" creationId="{B9BE6CE9-8AB2-9749-B1D0-897E1C7E96CB}"/>
          </ac:grpSpMkLst>
        </pc:grpChg>
        <pc:grpChg chg="del">
          <ac:chgData name="Aggie Menezes" userId="74619c95fa3483c9" providerId="LiveId" clId="{7665E095-77CB-F949-8360-C998FD4F4076}" dt="2021-03-20T09:25:06.116" v="1053" actId="478"/>
          <ac:grpSpMkLst>
            <pc:docMk/>
            <pc:sldMk cId="292849481" sldId="300"/>
            <ac:grpSpMk id="82" creationId="{0CE1C979-9B44-D74D-9FCE-7A653CC5CA9A}"/>
          </ac:grpSpMkLst>
        </pc:grpChg>
        <pc:grpChg chg="del">
          <ac:chgData name="Aggie Menezes" userId="74619c95fa3483c9" providerId="LiveId" clId="{7665E095-77CB-F949-8360-C998FD4F4076}" dt="2021-03-20T09:25:08.139" v="1055" actId="478"/>
          <ac:grpSpMkLst>
            <pc:docMk/>
            <pc:sldMk cId="292849481" sldId="300"/>
            <ac:grpSpMk id="86" creationId="{A2C2F39E-0698-C44B-965C-F201CA961687}"/>
          </ac:grpSpMkLst>
        </pc:grpChg>
      </pc:sldChg>
      <pc:sldChg chg="addSp delSp modSp mod modAnim">
        <pc:chgData name="Aggie Menezes" userId="74619c95fa3483c9" providerId="LiveId" clId="{7665E095-77CB-F949-8360-C998FD4F4076}" dt="2021-03-31T06:55:00.692" v="1861" actId="478"/>
        <pc:sldMkLst>
          <pc:docMk/>
          <pc:sldMk cId="824117372" sldId="301"/>
        </pc:sldMkLst>
        <pc:spChg chg="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6" creationId="{5CAEA21E-A56A-4543-9D96-F3B00D780B67}"/>
          </ac:spMkLst>
        </pc:spChg>
        <pc:spChg chg="del mod">
          <ac:chgData name="Aggie Menezes" userId="74619c95fa3483c9" providerId="LiveId" clId="{7665E095-77CB-F949-8360-C998FD4F4076}" dt="2021-03-20T09:35:29.855" v="1180" actId="478"/>
          <ac:spMkLst>
            <pc:docMk/>
            <pc:sldMk cId="824117372" sldId="301"/>
            <ac:spMk id="9" creationId="{13C828F8-B3F9-1A4E-A395-0D725282FDF4}"/>
          </ac:spMkLst>
        </pc:spChg>
        <pc:spChg chg="add del mod">
          <ac:chgData name="Aggie Menezes" userId="74619c95fa3483c9" providerId="LiveId" clId="{7665E095-77CB-F949-8360-C998FD4F4076}" dt="2021-03-31T06:55:00.692" v="1861" actId="478"/>
          <ac:spMkLst>
            <pc:docMk/>
            <pc:sldMk cId="824117372" sldId="301"/>
            <ac:spMk id="9" creationId="{A6A122D9-47DA-DA46-A767-A2D50C966B57}"/>
          </ac:spMkLst>
        </pc:spChg>
        <pc:spChg chg="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11" creationId="{5769A5B4-362E-654B-8195-BCFF38690E1C}"/>
          </ac:spMkLst>
        </pc:spChg>
        <pc:spChg chg="add del mod">
          <ac:chgData name="Aggie Menezes" userId="74619c95fa3483c9" providerId="LiveId" clId="{7665E095-77CB-F949-8360-C998FD4F4076}" dt="2021-03-31T06:55:00.692" v="1861" actId="478"/>
          <ac:spMkLst>
            <pc:docMk/>
            <pc:sldMk cId="824117372" sldId="301"/>
            <ac:spMk id="14" creationId="{3C209A90-62EC-E440-A8E2-4180162C79D0}"/>
          </ac:spMkLst>
        </pc:spChg>
        <pc:spChg chg="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25" creationId="{8E91756A-1E35-AC4B-AF7D-C6B93702B8F8}"/>
          </ac:spMkLst>
        </pc:spChg>
        <pc:spChg chg="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26" creationId="{B169684C-CA30-9649-AA6B-5A4D8A9DF4A0}"/>
          </ac:spMkLst>
        </pc:spChg>
        <pc:spChg chg="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27" creationId="{CA43F3E0-5C46-E24D-9CBB-85B7272F2B13}"/>
          </ac:spMkLst>
        </pc:spChg>
        <pc:spChg chg="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28" creationId="{2999203E-9114-A34B-A127-35A8519E0395}"/>
          </ac:spMkLst>
        </pc:spChg>
        <pc:spChg chg="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29" creationId="{03E4E34F-4243-E74A-B847-BFFBC2A8B8D4}"/>
          </ac:spMkLst>
        </pc:spChg>
        <pc:spChg chg="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38" creationId="{8227858F-2DB3-B64C-91D3-4D04E57071DC}"/>
          </ac:spMkLst>
        </pc:spChg>
        <pc:spChg chg="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41" creationId="{E8B9F6E2-CF64-2F44-972C-408FF9705946}"/>
          </ac:spMkLst>
        </pc:spChg>
        <pc:spChg chg="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42" creationId="{597EE57E-FEA6-B04C-8E85-5DDB96B9ACA5}"/>
          </ac:spMkLst>
        </pc:spChg>
        <pc:spChg chg="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43" creationId="{3C267C39-CA21-9144-A957-0671B656D89A}"/>
          </ac:spMkLst>
        </pc:spChg>
        <pc:spChg chg="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46" creationId="{3E28C600-5729-CA48-B66F-5CD4ADEA0FC1}"/>
          </ac:spMkLst>
        </pc:spChg>
        <pc:spChg chg="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47" creationId="{E6418B84-0622-2841-88F2-17B177B6C5AC}"/>
          </ac:spMkLst>
        </pc:spChg>
        <pc:spChg chg="add mod">
          <ac:chgData name="Aggie Menezes" userId="74619c95fa3483c9" providerId="LiveId" clId="{7665E095-77CB-F949-8360-C998FD4F4076}" dt="2021-03-20T09:34:56.207" v="1167" actId="255"/>
          <ac:spMkLst>
            <pc:docMk/>
            <pc:sldMk cId="824117372" sldId="301"/>
            <ac:spMk id="58" creationId="{CD8C749A-4C90-B441-A65C-B277827095A6}"/>
          </ac:spMkLst>
        </pc:spChg>
        <pc:spChg chg="add mod">
          <ac:chgData name="Aggie Menezes" userId="74619c95fa3483c9" providerId="LiveId" clId="{7665E095-77CB-F949-8360-C998FD4F4076}" dt="2021-03-20T09:35:30.544" v="1181"/>
          <ac:spMkLst>
            <pc:docMk/>
            <pc:sldMk cId="824117372" sldId="301"/>
            <ac:spMk id="59" creationId="{FAF5F261-F50A-E04D-B86B-11CD0D099A1F}"/>
          </ac:spMkLst>
        </pc:spChg>
        <pc:grpChg chg="mod">
          <ac:chgData name="Aggie Menezes" userId="74619c95fa3483c9" providerId="LiveId" clId="{7665E095-77CB-F949-8360-C998FD4F4076}" dt="2021-03-20T09:31:58.993" v="1116" actId="165"/>
          <ac:grpSpMkLst>
            <pc:docMk/>
            <pc:sldMk cId="824117372" sldId="301"/>
            <ac:grpSpMk id="2" creationId="{FE1F70EE-7CA7-D646-9F03-3394A79DDB00}"/>
          </ac:grpSpMkLst>
        </pc:grpChg>
        <pc:grpChg chg="mod topLvl">
          <ac:chgData name="Aggie Menezes" userId="74619c95fa3483c9" providerId="LiveId" clId="{7665E095-77CB-F949-8360-C998FD4F4076}" dt="2021-03-20T09:31:58.993" v="1116" actId="165"/>
          <ac:grpSpMkLst>
            <pc:docMk/>
            <pc:sldMk cId="824117372" sldId="301"/>
            <ac:grpSpMk id="4" creationId="{8ADD33D7-E705-F44D-9052-AAF9AF3F78FD}"/>
          </ac:grpSpMkLst>
        </pc:grpChg>
        <pc:grpChg chg="add mod">
          <ac:chgData name="Aggie Menezes" userId="74619c95fa3483c9" providerId="LiveId" clId="{7665E095-77CB-F949-8360-C998FD4F4076}" dt="2021-03-20T09:32:30.545" v="1120" actId="164"/>
          <ac:grpSpMkLst>
            <pc:docMk/>
            <pc:sldMk cId="824117372" sldId="301"/>
            <ac:grpSpMk id="5" creationId="{10FA2E8E-39B1-B946-AAE3-772B6B95517C}"/>
          </ac:grpSpMkLst>
        </pc:grpChg>
        <pc:grpChg chg="add mod">
          <ac:chgData name="Aggie Menezes" userId="74619c95fa3483c9" providerId="LiveId" clId="{7665E095-77CB-F949-8360-C998FD4F4076}" dt="2021-03-20T09:34:06.723" v="1161" actId="164"/>
          <ac:grpSpMkLst>
            <pc:docMk/>
            <pc:sldMk cId="824117372" sldId="301"/>
            <ac:grpSpMk id="10" creationId="{FCD46B7C-F215-334F-8118-33CCEE272590}"/>
          </ac:grpSpMkLst>
        </pc:grpChg>
        <pc:grpChg chg="add mod">
          <ac:chgData name="Aggie Menezes" userId="74619c95fa3483c9" providerId="LiveId" clId="{7665E095-77CB-F949-8360-C998FD4F4076}" dt="2021-03-20T09:34:06.723" v="1161" actId="164"/>
          <ac:grpSpMkLst>
            <pc:docMk/>
            <pc:sldMk cId="824117372" sldId="301"/>
            <ac:grpSpMk id="12" creationId="{DB0F3E62-CF8A-694D-A389-347AE44A689A}"/>
          </ac:grpSpMkLst>
        </pc:grpChg>
        <pc:grpChg chg="del">
          <ac:chgData name="Aggie Menezes" userId="74619c95fa3483c9" providerId="LiveId" clId="{7665E095-77CB-F949-8360-C998FD4F4076}" dt="2021-03-20T09:31:58.993" v="1116" actId="165"/>
          <ac:grpSpMkLst>
            <pc:docMk/>
            <pc:sldMk cId="824117372" sldId="301"/>
            <ac:grpSpMk id="16" creationId="{5F9FC268-E089-354C-9FA5-ED5165C38B30}"/>
          </ac:grpSpMkLst>
        </pc:grpChg>
        <pc:grpChg chg="mod">
          <ac:chgData name="Aggie Menezes" userId="74619c95fa3483c9" providerId="LiveId" clId="{7665E095-77CB-F949-8360-C998FD4F4076}" dt="2021-03-20T09:31:22.122" v="1114" actId="164"/>
          <ac:grpSpMkLst>
            <pc:docMk/>
            <pc:sldMk cId="824117372" sldId="301"/>
            <ac:grpSpMk id="17" creationId="{A5C51F0A-7782-8A4F-A24E-98F39A96FBB9}"/>
          </ac:grpSpMkLst>
        </pc:grpChg>
        <pc:grpChg chg="del">
          <ac:chgData name="Aggie Menezes" userId="74619c95fa3483c9" providerId="LiveId" clId="{7665E095-77CB-F949-8360-C998FD4F4076}" dt="2021-03-18T11:12:51.746" v="944" actId="478"/>
          <ac:grpSpMkLst>
            <pc:docMk/>
            <pc:sldMk cId="824117372" sldId="301"/>
            <ac:grpSpMk id="66" creationId="{D25B065A-0751-FA42-A509-D3E383B21B22}"/>
          </ac:grpSpMkLst>
        </pc:grpChg>
        <pc:cxnChg chg="mod">
          <ac:chgData name="Aggie Menezes" userId="74619c95fa3483c9" providerId="LiveId" clId="{7665E095-77CB-F949-8360-C998FD4F4076}" dt="2021-03-20T09:31:58.993" v="1116" actId="165"/>
          <ac:cxnSpMkLst>
            <pc:docMk/>
            <pc:sldMk cId="824117372" sldId="301"/>
            <ac:cxnSpMk id="3" creationId="{2BB78341-9308-0149-A44F-4B323911BC52}"/>
          </ac:cxnSpMkLst>
        </pc:cxnChg>
        <pc:cxnChg chg="mod">
          <ac:chgData name="Aggie Menezes" userId="74619c95fa3483c9" providerId="LiveId" clId="{7665E095-77CB-F949-8360-C998FD4F4076}" dt="2021-03-20T09:31:58.993" v="1116" actId="165"/>
          <ac:cxnSpMkLst>
            <pc:docMk/>
            <pc:sldMk cId="824117372" sldId="301"/>
            <ac:cxnSpMk id="7" creationId="{331085A8-565D-3941-9FA1-7BD2746DA365}"/>
          </ac:cxnSpMkLst>
        </pc:cxnChg>
        <pc:cxnChg chg="mod topLvl">
          <ac:chgData name="Aggie Menezes" userId="74619c95fa3483c9" providerId="LiveId" clId="{7665E095-77CB-F949-8360-C998FD4F4076}" dt="2021-03-20T09:32:30.545" v="1120" actId="164"/>
          <ac:cxnSpMkLst>
            <pc:docMk/>
            <pc:sldMk cId="824117372" sldId="301"/>
            <ac:cxnSpMk id="8" creationId="{A5E9C54D-C0B9-9846-8457-DEB74D7F4CC9}"/>
          </ac:cxnSpMkLst>
        </pc:cxnChg>
        <pc:cxnChg chg="mod">
          <ac:chgData name="Aggie Menezes" userId="74619c95fa3483c9" providerId="LiveId" clId="{7665E095-77CB-F949-8360-C998FD4F4076}" dt="2021-03-20T09:31:58.993" v="1116" actId="165"/>
          <ac:cxnSpMkLst>
            <pc:docMk/>
            <pc:sldMk cId="824117372" sldId="301"/>
            <ac:cxnSpMk id="13" creationId="{5387E6A6-6299-8B41-8D2F-59C458277FEE}"/>
          </ac:cxnSpMkLst>
        </pc:cxnChg>
        <pc:cxnChg chg="mod">
          <ac:chgData name="Aggie Menezes" userId="74619c95fa3483c9" providerId="LiveId" clId="{7665E095-77CB-F949-8360-C998FD4F4076}" dt="2021-03-20T09:31:58.993" v="1116" actId="165"/>
          <ac:cxnSpMkLst>
            <pc:docMk/>
            <pc:sldMk cId="824117372" sldId="301"/>
            <ac:cxnSpMk id="31" creationId="{D0598E83-2BC4-BC43-8CA7-ABAF62565D61}"/>
          </ac:cxnSpMkLst>
        </pc:cxnChg>
        <pc:cxnChg chg="mod">
          <ac:chgData name="Aggie Menezes" userId="74619c95fa3483c9" providerId="LiveId" clId="{7665E095-77CB-F949-8360-C998FD4F4076}" dt="2021-03-20T09:31:58.993" v="1116" actId="165"/>
          <ac:cxnSpMkLst>
            <pc:docMk/>
            <pc:sldMk cId="824117372" sldId="301"/>
            <ac:cxnSpMk id="32" creationId="{D6A7B250-8E79-E140-B69E-E8F02B6E24F4}"/>
          </ac:cxnSpMkLst>
        </pc:cxnChg>
        <pc:cxnChg chg="mod">
          <ac:chgData name="Aggie Menezes" userId="74619c95fa3483c9" providerId="LiveId" clId="{7665E095-77CB-F949-8360-C998FD4F4076}" dt="2021-03-20T09:31:58.993" v="1116" actId="165"/>
          <ac:cxnSpMkLst>
            <pc:docMk/>
            <pc:sldMk cId="824117372" sldId="301"/>
            <ac:cxnSpMk id="33" creationId="{18D8566D-D393-E74D-B312-79025CBD0ABA}"/>
          </ac:cxnSpMkLst>
        </pc:cxnChg>
        <pc:cxnChg chg="mod">
          <ac:chgData name="Aggie Menezes" userId="74619c95fa3483c9" providerId="LiveId" clId="{7665E095-77CB-F949-8360-C998FD4F4076}" dt="2021-03-20T09:31:58.993" v="1116" actId="165"/>
          <ac:cxnSpMkLst>
            <pc:docMk/>
            <pc:sldMk cId="824117372" sldId="301"/>
            <ac:cxnSpMk id="34" creationId="{F43BFF0A-7157-734E-9240-4B95261E08DD}"/>
          </ac:cxnSpMkLst>
        </pc:cxnChg>
        <pc:cxnChg chg="mod">
          <ac:chgData name="Aggie Menezes" userId="74619c95fa3483c9" providerId="LiveId" clId="{7665E095-77CB-F949-8360-C998FD4F4076}" dt="2021-03-20T09:31:58.993" v="1116" actId="165"/>
          <ac:cxnSpMkLst>
            <pc:docMk/>
            <pc:sldMk cId="824117372" sldId="301"/>
            <ac:cxnSpMk id="39" creationId="{0F0872CF-6A53-814B-9114-A0D829AD5343}"/>
          </ac:cxnSpMkLst>
        </pc:cxnChg>
        <pc:cxnChg chg="mod">
          <ac:chgData name="Aggie Menezes" userId="74619c95fa3483c9" providerId="LiveId" clId="{7665E095-77CB-F949-8360-C998FD4F4076}" dt="2021-03-20T09:31:58.993" v="1116" actId="165"/>
          <ac:cxnSpMkLst>
            <pc:docMk/>
            <pc:sldMk cId="824117372" sldId="301"/>
            <ac:cxnSpMk id="40" creationId="{C95B6812-F66E-5743-B8C4-57DE03E8F4D8}"/>
          </ac:cxnSpMkLst>
        </pc:cxnChg>
        <pc:cxnChg chg="mod topLvl">
          <ac:chgData name="Aggie Menezes" userId="74619c95fa3483c9" providerId="LiveId" clId="{7665E095-77CB-F949-8360-C998FD4F4076}" dt="2021-03-20T09:32:30.545" v="1120" actId="164"/>
          <ac:cxnSpMkLst>
            <pc:docMk/>
            <pc:sldMk cId="824117372" sldId="301"/>
            <ac:cxnSpMk id="48" creationId="{69CF7DF7-49B8-2449-8C13-641D298383FF}"/>
          </ac:cxnSpMkLst>
        </pc:cxnChg>
        <pc:cxnChg chg="mod">
          <ac:chgData name="Aggie Menezes" userId="74619c95fa3483c9" providerId="LiveId" clId="{7665E095-77CB-F949-8360-C998FD4F4076}" dt="2021-03-20T09:31:22.122" v="1114" actId="164"/>
          <ac:cxnSpMkLst>
            <pc:docMk/>
            <pc:sldMk cId="824117372" sldId="301"/>
            <ac:cxnSpMk id="49" creationId="{D1AA5DDF-91D8-3A45-BFA9-9A7E4CD2AA87}"/>
          </ac:cxnSpMkLst>
        </pc:cxnChg>
        <pc:cxnChg chg="mod">
          <ac:chgData name="Aggie Menezes" userId="74619c95fa3483c9" providerId="LiveId" clId="{7665E095-77CB-F949-8360-C998FD4F4076}" dt="2021-03-20T09:31:22.122" v="1114" actId="164"/>
          <ac:cxnSpMkLst>
            <pc:docMk/>
            <pc:sldMk cId="824117372" sldId="301"/>
            <ac:cxnSpMk id="50" creationId="{9CEE8936-FDBD-FD43-873D-71E856B0AC79}"/>
          </ac:cxnSpMkLst>
        </pc:cxnChg>
        <pc:cxnChg chg="mod">
          <ac:chgData name="Aggie Menezes" userId="74619c95fa3483c9" providerId="LiveId" clId="{7665E095-77CB-F949-8360-C998FD4F4076}" dt="2021-03-20T09:31:22.122" v="1114" actId="164"/>
          <ac:cxnSpMkLst>
            <pc:docMk/>
            <pc:sldMk cId="824117372" sldId="301"/>
            <ac:cxnSpMk id="51" creationId="{3157E133-C7B1-E04A-A290-1380CA8A3155}"/>
          </ac:cxnSpMkLst>
        </pc:cxnChg>
        <pc:cxnChg chg="mod">
          <ac:chgData name="Aggie Menezes" userId="74619c95fa3483c9" providerId="LiveId" clId="{7665E095-77CB-F949-8360-C998FD4F4076}" dt="2021-03-20T09:31:22.122" v="1114" actId="164"/>
          <ac:cxnSpMkLst>
            <pc:docMk/>
            <pc:sldMk cId="824117372" sldId="301"/>
            <ac:cxnSpMk id="52" creationId="{8633E9DF-DE4C-1D48-B3FB-C187ADBBD7BF}"/>
          </ac:cxnSpMkLst>
        </pc:cxnChg>
        <pc:cxnChg chg="mod">
          <ac:chgData name="Aggie Menezes" userId="74619c95fa3483c9" providerId="LiveId" clId="{7665E095-77CB-F949-8360-C998FD4F4076}" dt="2021-03-20T09:31:22.122" v="1114" actId="164"/>
          <ac:cxnSpMkLst>
            <pc:docMk/>
            <pc:sldMk cId="824117372" sldId="301"/>
            <ac:cxnSpMk id="53" creationId="{38E5546D-02C6-3547-9AF1-A366EF652E80}"/>
          </ac:cxnSpMkLst>
        </pc:cxnChg>
        <pc:cxnChg chg="mod">
          <ac:chgData name="Aggie Menezes" userId="74619c95fa3483c9" providerId="LiveId" clId="{7665E095-77CB-F949-8360-C998FD4F4076}" dt="2021-03-20T09:31:22.122" v="1114" actId="164"/>
          <ac:cxnSpMkLst>
            <pc:docMk/>
            <pc:sldMk cId="824117372" sldId="301"/>
            <ac:cxnSpMk id="54" creationId="{0F878979-D2B4-5442-9E52-256B776B250A}"/>
          </ac:cxnSpMkLst>
        </pc:cxnChg>
        <pc:cxnChg chg="mod">
          <ac:chgData name="Aggie Menezes" userId="74619c95fa3483c9" providerId="LiveId" clId="{7665E095-77CB-F949-8360-C998FD4F4076}" dt="2021-03-20T09:31:22.122" v="1114" actId="164"/>
          <ac:cxnSpMkLst>
            <pc:docMk/>
            <pc:sldMk cId="824117372" sldId="301"/>
            <ac:cxnSpMk id="55" creationId="{0860EE7A-B583-524B-9CC4-25B1905042AD}"/>
          </ac:cxnSpMkLst>
        </pc:cxnChg>
        <pc:cxnChg chg="mod">
          <ac:chgData name="Aggie Menezes" userId="74619c95fa3483c9" providerId="LiveId" clId="{7665E095-77CB-F949-8360-C998FD4F4076}" dt="2021-03-20T09:31:22.122" v="1114" actId="164"/>
          <ac:cxnSpMkLst>
            <pc:docMk/>
            <pc:sldMk cId="824117372" sldId="301"/>
            <ac:cxnSpMk id="56" creationId="{B30DC27B-A75A-D54A-A0EE-D26D1E0C6E38}"/>
          </ac:cxnSpMkLst>
        </pc:cxnChg>
        <pc:cxnChg chg="mod">
          <ac:chgData name="Aggie Menezes" userId="74619c95fa3483c9" providerId="LiveId" clId="{7665E095-77CB-F949-8360-C998FD4F4076}" dt="2021-03-20T09:31:22.122" v="1114" actId="164"/>
          <ac:cxnSpMkLst>
            <pc:docMk/>
            <pc:sldMk cId="824117372" sldId="301"/>
            <ac:cxnSpMk id="57" creationId="{E9D6A97E-A9A1-0E48-BAE6-CF693803F5BE}"/>
          </ac:cxnSpMkLst>
        </pc:cxnChg>
      </pc:sldChg>
      <pc:sldChg chg="addSp delSp modSp mod">
        <pc:chgData name="Aggie Menezes" userId="74619c95fa3483c9" providerId="LiveId" clId="{7665E095-77CB-F949-8360-C998FD4F4076}" dt="2021-03-20T09:36:02.644" v="1185"/>
        <pc:sldMkLst>
          <pc:docMk/>
          <pc:sldMk cId="62947172" sldId="302"/>
        </pc:sldMkLst>
        <pc:spChg chg="add del mod">
          <ac:chgData name="Aggie Menezes" userId="74619c95fa3483c9" providerId="LiveId" clId="{7665E095-77CB-F949-8360-C998FD4F4076}" dt="2021-03-01T07:06:28.370" v="446"/>
          <ac:spMkLst>
            <pc:docMk/>
            <pc:sldMk cId="62947172" sldId="302"/>
            <ac:spMk id="2" creationId="{5B8D9F0C-8756-B643-9C0E-C52DDCF37E07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3" creationId="{49528BFD-9C03-5D42-A07E-A46A919DBE34}"/>
          </ac:spMkLst>
        </pc:spChg>
        <pc:spChg chg="add del mod">
          <ac:chgData name="Aggie Menezes" userId="74619c95fa3483c9" providerId="LiveId" clId="{7665E095-77CB-F949-8360-C998FD4F4076}" dt="2021-03-01T07:08:42.662" v="573"/>
          <ac:spMkLst>
            <pc:docMk/>
            <pc:sldMk cId="62947172" sldId="302"/>
            <ac:spMk id="4" creationId="{8C8DF558-6E3E-3442-A5C9-22629D4417DB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5" creationId="{3DD17A24-54F0-2849-B795-375A2E4C7DA8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6" creationId="{2AE59B5B-67F3-7D40-891A-8739A933F41C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7" creationId="{AB65E920-E723-F14C-99E5-5F0C449CC6D7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8" creationId="{ED19F02A-CA6A-534F-BB8D-583E17650FBF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9" creationId="{3988D85D-BBB7-DD4D-B921-79C86B4B2F98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0" creationId="{8EABBB77-8ABC-7940-AD05-6326416B88F4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1" creationId="{53C1AE82-C00D-F540-8DAF-AAA0C5D540AD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2" creationId="{61707F72-2F4B-154E-85B9-5EE3C5988527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3" creationId="{C767DAAF-D482-C843-B52F-8F4E5A519D44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4" creationId="{5822809F-B11D-4E40-8561-4C3F839F0E4C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5" creationId="{B476D275-9955-8349-AB45-FB1193B1A2F7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6" creationId="{8E86BBFD-875F-E04F-9DEF-945CC5A4B93D}"/>
          </ac:spMkLst>
        </pc:spChg>
        <pc:spChg chg="add del mod">
          <ac:chgData name="Aggie Menezes" userId="74619c95fa3483c9" providerId="LiveId" clId="{7665E095-77CB-F949-8360-C998FD4F4076}" dt="2021-02-13T05:12:48.045" v="376"/>
          <ac:spMkLst>
            <pc:docMk/>
            <pc:sldMk cId="62947172" sldId="302"/>
            <ac:spMk id="24" creationId="{48865E11-4174-E149-931F-D341FA72A46F}"/>
          </ac:spMkLst>
        </pc:spChg>
        <pc:spChg chg="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31" creationId="{78B2C20F-C16F-EA41-836A-5DB957FA2F40}"/>
          </ac:spMkLst>
        </pc:spChg>
        <pc:spChg chg="del">
          <ac:chgData name="Aggie Menezes" userId="74619c95fa3483c9" providerId="LiveId" clId="{7665E095-77CB-F949-8360-C998FD4F4076}" dt="2021-02-13T05:08:40.721" v="307" actId="478"/>
          <ac:spMkLst>
            <pc:docMk/>
            <pc:sldMk cId="62947172" sldId="302"/>
            <ac:spMk id="32" creationId="{72F61A96-A042-DA47-9DF2-EAACDE290CC0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34" creationId="{D4A6202C-308C-EA42-AA83-7A46EC33934E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35" creationId="{0E82D8EC-608F-2640-B7C6-C6F144F6728B}"/>
          </ac:spMkLst>
        </pc:spChg>
        <pc:spChg chg="add mod">
          <ac:chgData name="Aggie Menezes" userId="74619c95fa3483c9" providerId="LiveId" clId="{7665E095-77CB-F949-8360-C998FD4F4076}" dt="2021-03-20T09:36:02.644" v="1185"/>
          <ac:spMkLst>
            <pc:docMk/>
            <pc:sldMk cId="62947172" sldId="302"/>
            <ac:spMk id="36" creationId="{202E47EC-F59D-304C-9C86-4E673F1003CF}"/>
          </ac:spMkLst>
        </pc:spChg>
        <pc:spChg chg="add del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41" creationId="{638C3A28-001D-7640-B5A6-55E2488BCB2E}"/>
          </ac:spMkLst>
        </pc:spChg>
        <pc:spChg chg="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42" creationId="{DD63C158-FA11-5F4B-B4FB-F977F2939EC2}"/>
          </ac:spMkLst>
        </pc:spChg>
        <pc:spChg chg="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43" creationId="{9EC00AC6-2F3F-DC45-9849-5F3CFC69E815}"/>
          </ac:spMkLst>
        </pc:spChg>
        <pc:spChg chg="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44" creationId="{EF096ACF-3D5F-FD45-A460-1F66375DCC04}"/>
          </ac:spMkLst>
        </pc:spChg>
        <pc:spChg chg="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45" creationId="{AE1E84B4-1F31-444B-9BD0-B3845092803C}"/>
          </ac:spMkLst>
        </pc:spChg>
        <pc:spChg chg="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46" creationId="{2173B1E7-1CDD-CC41-9DF1-51D13C1671D9}"/>
          </ac:spMkLst>
        </pc:spChg>
        <pc:spChg chg="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47" creationId="{A6C54017-997A-064E-A9E1-103C3BC78139}"/>
          </ac:spMkLst>
        </pc:spChg>
        <pc:spChg chg="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48" creationId="{64289443-4898-2846-BAFA-F9CC972448CE}"/>
          </ac:spMkLst>
        </pc:spChg>
        <pc:spChg chg="del">
          <ac:chgData name="Aggie Menezes" userId="74619c95fa3483c9" providerId="LiveId" clId="{7665E095-77CB-F949-8360-C998FD4F4076}" dt="2021-02-13T05:08:40.721" v="307" actId="478"/>
          <ac:spMkLst>
            <pc:docMk/>
            <pc:sldMk cId="62947172" sldId="302"/>
            <ac:spMk id="49" creationId="{E95CCD38-4186-864F-8052-C5284FB335DF}"/>
          </ac:spMkLst>
        </pc:spChg>
        <pc:spChg chg="del">
          <ac:chgData name="Aggie Menezes" userId="74619c95fa3483c9" providerId="LiveId" clId="{7665E095-77CB-F949-8360-C998FD4F4076}" dt="2021-02-13T05:08:40.721" v="307" actId="478"/>
          <ac:spMkLst>
            <pc:docMk/>
            <pc:sldMk cId="62947172" sldId="302"/>
            <ac:spMk id="50" creationId="{D0B94F0F-0858-4441-B8DA-F665D0C64E0D}"/>
          </ac:spMkLst>
        </pc:spChg>
        <pc:spChg chg="del">
          <ac:chgData name="Aggie Menezes" userId="74619c95fa3483c9" providerId="LiveId" clId="{7665E095-77CB-F949-8360-C998FD4F4076}" dt="2021-02-13T05:08:40.721" v="307" actId="478"/>
          <ac:spMkLst>
            <pc:docMk/>
            <pc:sldMk cId="62947172" sldId="302"/>
            <ac:spMk id="51" creationId="{8547C901-A829-D347-91FF-AEFDBFE872FF}"/>
          </ac:spMkLst>
        </pc:spChg>
        <pc:spChg chg="del">
          <ac:chgData name="Aggie Menezes" userId="74619c95fa3483c9" providerId="LiveId" clId="{7665E095-77CB-F949-8360-C998FD4F4076}" dt="2021-02-13T05:08:40.721" v="307" actId="478"/>
          <ac:spMkLst>
            <pc:docMk/>
            <pc:sldMk cId="62947172" sldId="302"/>
            <ac:spMk id="52" creationId="{BB9C12CB-97CC-714C-9FE5-0AADCAB55ACB}"/>
          </ac:spMkLst>
        </pc:spChg>
        <pc:spChg chg="del">
          <ac:chgData name="Aggie Menezes" userId="74619c95fa3483c9" providerId="LiveId" clId="{7665E095-77CB-F949-8360-C998FD4F4076}" dt="2021-02-13T05:08:40.721" v="307" actId="478"/>
          <ac:spMkLst>
            <pc:docMk/>
            <pc:sldMk cId="62947172" sldId="302"/>
            <ac:spMk id="53" creationId="{B1297AAC-979B-4048-9226-D59FA11BEED6}"/>
          </ac:spMkLst>
        </pc:spChg>
        <pc:spChg chg="del">
          <ac:chgData name="Aggie Menezes" userId="74619c95fa3483c9" providerId="LiveId" clId="{7665E095-77CB-F949-8360-C998FD4F4076}" dt="2021-02-13T05:08:40.721" v="307" actId="478"/>
          <ac:spMkLst>
            <pc:docMk/>
            <pc:sldMk cId="62947172" sldId="302"/>
            <ac:spMk id="54" creationId="{B7975218-9355-1648-A958-D0276D0D6AA2}"/>
          </ac:spMkLst>
        </pc:spChg>
        <pc:spChg chg="del">
          <ac:chgData name="Aggie Menezes" userId="74619c95fa3483c9" providerId="LiveId" clId="{7665E095-77CB-F949-8360-C998FD4F4076}" dt="2021-02-13T05:08:40.721" v="307" actId="478"/>
          <ac:spMkLst>
            <pc:docMk/>
            <pc:sldMk cId="62947172" sldId="302"/>
            <ac:spMk id="55" creationId="{0AB410FB-BEEC-BB4D-9C04-F2A8B7F06F52}"/>
          </ac:spMkLst>
        </pc:spChg>
        <pc:spChg chg="del">
          <ac:chgData name="Aggie Menezes" userId="74619c95fa3483c9" providerId="LiveId" clId="{7665E095-77CB-F949-8360-C998FD4F4076}" dt="2021-02-13T05:08:40.721" v="307" actId="478"/>
          <ac:spMkLst>
            <pc:docMk/>
            <pc:sldMk cId="62947172" sldId="302"/>
            <ac:spMk id="56" creationId="{0553D0C7-A3C2-5441-9809-94C6A9E0ACF1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78" creationId="{A64D663D-60B2-3C4A-8C8E-7DC40C530EB2}"/>
          </ac:spMkLst>
        </pc:spChg>
        <pc:spChg chg="add del mod">
          <ac:chgData name="Aggie Menezes" userId="74619c95fa3483c9" providerId="LiveId" clId="{7665E095-77CB-F949-8360-C998FD4F4076}" dt="2021-02-13T05:13:49.572" v="419" actId="478"/>
          <ac:spMkLst>
            <pc:docMk/>
            <pc:sldMk cId="62947172" sldId="302"/>
            <ac:spMk id="179" creationId="{0238E115-936D-0843-8E93-0FDABD2E324E}"/>
          </ac:spMkLst>
        </pc:spChg>
        <pc:spChg chg="add del mod">
          <ac:chgData name="Aggie Menezes" userId="74619c95fa3483c9" providerId="LiveId" clId="{7665E095-77CB-F949-8360-C998FD4F4076}" dt="2021-02-13T05:13:49.572" v="419" actId="478"/>
          <ac:spMkLst>
            <pc:docMk/>
            <pc:sldMk cId="62947172" sldId="302"/>
            <ac:spMk id="180" creationId="{C17AC98D-0548-1940-836D-1C01A1FB5A8B}"/>
          </ac:spMkLst>
        </pc:spChg>
        <pc:spChg chg="add del mod">
          <ac:chgData name="Aggie Menezes" userId="74619c95fa3483c9" providerId="LiveId" clId="{7665E095-77CB-F949-8360-C998FD4F4076}" dt="2021-02-13T05:13:49.572" v="419" actId="478"/>
          <ac:spMkLst>
            <pc:docMk/>
            <pc:sldMk cId="62947172" sldId="302"/>
            <ac:spMk id="181" creationId="{D1BF90E9-BE55-874F-B8AC-247BB9C7F6A5}"/>
          </ac:spMkLst>
        </pc:spChg>
        <pc:spChg chg="add del mod">
          <ac:chgData name="Aggie Menezes" userId="74619c95fa3483c9" providerId="LiveId" clId="{7665E095-77CB-F949-8360-C998FD4F4076}" dt="2021-02-13T05:13:49.572" v="419" actId="478"/>
          <ac:spMkLst>
            <pc:docMk/>
            <pc:sldMk cId="62947172" sldId="302"/>
            <ac:spMk id="182" creationId="{E5DA46D7-710F-984E-A442-687A5FCB314D}"/>
          </ac:spMkLst>
        </pc:spChg>
        <pc:spChg chg="add del mod">
          <ac:chgData name="Aggie Menezes" userId="74619c95fa3483c9" providerId="LiveId" clId="{7665E095-77CB-F949-8360-C998FD4F4076}" dt="2021-02-13T05:13:49.572" v="419" actId="478"/>
          <ac:spMkLst>
            <pc:docMk/>
            <pc:sldMk cId="62947172" sldId="302"/>
            <ac:spMk id="183" creationId="{BBA33DD8-E1D1-DD4F-BB6B-7D1D42973800}"/>
          </ac:spMkLst>
        </pc:spChg>
        <pc:spChg chg="add del mod">
          <ac:chgData name="Aggie Menezes" userId="74619c95fa3483c9" providerId="LiveId" clId="{7665E095-77CB-F949-8360-C998FD4F4076}" dt="2021-02-13T05:13:49.572" v="419" actId="478"/>
          <ac:spMkLst>
            <pc:docMk/>
            <pc:sldMk cId="62947172" sldId="302"/>
            <ac:spMk id="184" creationId="{931ABB5A-448B-324A-8515-CCB899F56A18}"/>
          </ac:spMkLst>
        </pc:spChg>
        <pc:spChg chg="add del mod">
          <ac:chgData name="Aggie Menezes" userId="74619c95fa3483c9" providerId="LiveId" clId="{7665E095-77CB-F949-8360-C998FD4F4076}" dt="2021-02-13T05:13:49.572" v="419" actId="478"/>
          <ac:spMkLst>
            <pc:docMk/>
            <pc:sldMk cId="62947172" sldId="302"/>
            <ac:spMk id="185" creationId="{6D4C8970-AF73-8340-92E0-B7D88473B0CA}"/>
          </ac:spMkLst>
        </pc:spChg>
        <pc:spChg chg="add del mod">
          <ac:chgData name="Aggie Menezes" userId="74619c95fa3483c9" providerId="LiveId" clId="{7665E095-77CB-F949-8360-C998FD4F4076}" dt="2021-02-13T05:13:49.572" v="419" actId="478"/>
          <ac:spMkLst>
            <pc:docMk/>
            <pc:sldMk cId="62947172" sldId="302"/>
            <ac:spMk id="186" creationId="{A4418029-745B-B340-B918-2BEEA65BDA8F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87" creationId="{ECEB0D49-FF9C-574D-961E-ECB534FDF0CB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88" creationId="{DA5D69DB-08C4-6F46-9B4C-2256B368B501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89" creationId="{9DA8BBDA-6DE8-A34A-AC7E-A187FCD7FD06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90" creationId="{DAADC825-DDCB-1E4A-AB92-66F963616966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91" creationId="{F0F1295F-9774-7342-8569-299A24B9818E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92" creationId="{07381539-65B0-9347-8E63-CF525073C701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93" creationId="{4BC3BEE8-2FB9-D241-B664-FD142C63215E}"/>
          </ac:spMkLst>
        </pc:spChg>
        <pc:spChg chg="add mod">
          <ac:chgData name="Aggie Menezes" userId="74619c95fa3483c9" providerId="LiveId" clId="{7665E095-77CB-F949-8360-C998FD4F4076}" dt="2021-03-20T09:35:54.370" v="1184" actId="1076"/>
          <ac:spMkLst>
            <pc:docMk/>
            <pc:sldMk cId="62947172" sldId="302"/>
            <ac:spMk id="194" creationId="{E88AD175-D1AB-5342-A183-B173F5210064}"/>
          </ac:spMkLst>
        </pc:spChg>
        <pc:grpChg chg="del mod">
          <ac:chgData name="Aggie Menezes" userId="74619c95fa3483c9" providerId="LiveId" clId="{7665E095-77CB-F949-8360-C998FD4F4076}" dt="2021-02-13T04:28:12.917" v="48" actId="478"/>
          <ac:grpSpMkLst>
            <pc:docMk/>
            <pc:sldMk cId="62947172" sldId="302"/>
            <ac:grpSpMk id="12" creationId="{7E65BA1C-C158-744C-A7E9-F2C2B5BA4373}"/>
          </ac:grpSpMkLst>
        </pc:grpChg>
        <pc:grpChg chg="del">
          <ac:chgData name="Aggie Menezes" userId="74619c95fa3483c9" providerId="LiveId" clId="{7665E095-77CB-F949-8360-C998FD4F4076}" dt="2021-02-13T04:28:17.183" v="49" actId="478"/>
          <ac:grpSpMkLst>
            <pc:docMk/>
            <pc:sldMk cId="62947172" sldId="302"/>
            <ac:grpSpMk id="36" creationId="{8E9291C2-63E2-7545-8EC2-CD04EE5179AC}"/>
          </ac:grpSpMkLst>
        </pc:grpChg>
        <pc:grpChg chg="del">
          <ac:chgData name="Aggie Menezes" userId="74619c95fa3483c9" providerId="LiveId" clId="{7665E095-77CB-F949-8360-C998FD4F4076}" dt="2021-02-13T04:28:19.593" v="50" actId="478"/>
          <ac:grpSpMkLst>
            <pc:docMk/>
            <pc:sldMk cId="62947172" sldId="302"/>
            <ac:grpSpMk id="61" creationId="{44BF27ED-5060-6F4B-85D6-D5350168E764}"/>
          </ac:grpSpMkLst>
        </pc:grpChg>
        <pc:grpChg chg="del">
          <ac:chgData name="Aggie Menezes" userId="74619c95fa3483c9" providerId="LiveId" clId="{7665E095-77CB-F949-8360-C998FD4F4076}" dt="2021-02-13T04:28:24.433" v="51" actId="478"/>
          <ac:grpSpMkLst>
            <pc:docMk/>
            <pc:sldMk cId="62947172" sldId="302"/>
            <ac:grpSpMk id="73" creationId="{9C28106D-78D3-C141-8CC2-5F0817C4AFEE}"/>
          </ac:grpSpMkLst>
        </pc:grpChg>
        <pc:grpChg chg="del">
          <ac:chgData name="Aggie Menezes" userId="74619c95fa3483c9" providerId="LiveId" clId="{7665E095-77CB-F949-8360-C998FD4F4076}" dt="2021-02-13T04:28:27.059" v="52" actId="478"/>
          <ac:grpSpMkLst>
            <pc:docMk/>
            <pc:sldMk cId="62947172" sldId="302"/>
            <ac:grpSpMk id="80" creationId="{B655B55E-F93A-6B40-AE74-3714EA546D97}"/>
          </ac:grpSpMkLst>
        </pc:grpChg>
        <pc:grpChg chg="del">
          <ac:chgData name="Aggie Menezes" userId="74619c95fa3483c9" providerId="LiveId" clId="{7665E095-77CB-F949-8360-C998FD4F4076}" dt="2021-02-13T04:28:28.320" v="53" actId="478"/>
          <ac:grpSpMkLst>
            <pc:docMk/>
            <pc:sldMk cId="62947172" sldId="302"/>
            <ac:grpSpMk id="87" creationId="{12AFEECF-BC44-2148-AF51-6E6B8BD188C0}"/>
          </ac:grpSpMkLst>
        </pc:grpChg>
        <pc:grpChg chg="del">
          <ac:chgData name="Aggie Menezes" userId="74619c95fa3483c9" providerId="LiveId" clId="{7665E095-77CB-F949-8360-C998FD4F4076}" dt="2021-02-13T04:28:30.927" v="55" actId="478"/>
          <ac:grpSpMkLst>
            <pc:docMk/>
            <pc:sldMk cId="62947172" sldId="302"/>
            <ac:grpSpMk id="93" creationId="{54AB5F7F-AFC4-E944-95A2-D586C0C6A22B}"/>
          </ac:grpSpMkLst>
        </pc:grpChg>
        <pc:grpChg chg="del">
          <ac:chgData name="Aggie Menezes" userId="74619c95fa3483c9" providerId="LiveId" clId="{7665E095-77CB-F949-8360-C998FD4F4076}" dt="2021-02-13T04:28:29.326" v="54" actId="478"/>
          <ac:grpSpMkLst>
            <pc:docMk/>
            <pc:sldMk cId="62947172" sldId="302"/>
            <ac:grpSpMk id="99" creationId="{4E12C2C5-B05E-BC4C-96F8-1B96A2E3CB00}"/>
          </ac:grpSpMkLst>
        </pc:grpChg>
        <pc:grpChg chg="del">
          <ac:chgData name="Aggie Menezes" userId="74619c95fa3483c9" providerId="LiveId" clId="{7665E095-77CB-F949-8360-C998FD4F4076}" dt="2021-02-13T04:28:41.046" v="63" actId="478"/>
          <ac:grpSpMkLst>
            <pc:docMk/>
            <pc:sldMk cId="62947172" sldId="302"/>
            <ac:grpSpMk id="107" creationId="{6601E679-18F2-604F-AC6D-507BAC7C36A7}"/>
          </ac:grpSpMkLst>
        </pc:grpChg>
        <pc:grpChg chg="del">
          <ac:chgData name="Aggie Menezes" userId="74619c95fa3483c9" providerId="LiveId" clId="{7665E095-77CB-F949-8360-C998FD4F4076}" dt="2021-02-13T04:28:38.420" v="61" actId="478"/>
          <ac:grpSpMkLst>
            <pc:docMk/>
            <pc:sldMk cId="62947172" sldId="302"/>
            <ac:grpSpMk id="116" creationId="{28D8DAD3-D8F7-E749-B7F2-07B84AFBE8AE}"/>
          </ac:grpSpMkLst>
        </pc:grpChg>
        <pc:grpChg chg="del">
          <ac:chgData name="Aggie Menezes" userId="74619c95fa3483c9" providerId="LiveId" clId="{7665E095-77CB-F949-8360-C998FD4F4076}" dt="2021-02-13T04:28:39.669" v="62" actId="478"/>
          <ac:grpSpMkLst>
            <pc:docMk/>
            <pc:sldMk cId="62947172" sldId="302"/>
            <ac:grpSpMk id="117" creationId="{3E7F1CDE-9DB9-B84C-90AF-DA46533D5617}"/>
          </ac:grpSpMkLst>
        </pc:grpChg>
        <pc:grpChg chg="del">
          <ac:chgData name="Aggie Menezes" userId="74619c95fa3483c9" providerId="LiveId" clId="{7665E095-77CB-F949-8360-C998FD4F4076}" dt="2021-02-13T04:28:37.371" v="60" actId="478"/>
          <ac:grpSpMkLst>
            <pc:docMk/>
            <pc:sldMk cId="62947172" sldId="302"/>
            <ac:grpSpMk id="132" creationId="{1417C202-16D7-7444-99E1-84211A251954}"/>
          </ac:grpSpMkLst>
        </pc:grpChg>
        <pc:grpChg chg="del">
          <ac:chgData name="Aggie Menezes" userId="74619c95fa3483c9" providerId="LiveId" clId="{7665E095-77CB-F949-8360-C998FD4F4076}" dt="2021-02-13T04:28:36.307" v="59" actId="478"/>
          <ac:grpSpMkLst>
            <pc:docMk/>
            <pc:sldMk cId="62947172" sldId="302"/>
            <ac:grpSpMk id="146" creationId="{C541EAED-7649-CC40-A854-63EB1F67725D}"/>
          </ac:grpSpMkLst>
        </pc:grpChg>
        <pc:grpChg chg="del">
          <ac:chgData name="Aggie Menezes" userId="74619c95fa3483c9" providerId="LiveId" clId="{7665E095-77CB-F949-8360-C998FD4F4076}" dt="2021-02-13T04:28:33.972" v="57" actId="478"/>
          <ac:grpSpMkLst>
            <pc:docMk/>
            <pc:sldMk cId="62947172" sldId="302"/>
            <ac:grpSpMk id="153" creationId="{4381F6B9-EAAA-4647-A283-DB335FBC71B0}"/>
          </ac:grpSpMkLst>
        </pc:grpChg>
        <pc:grpChg chg="del">
          <ac:chgData name="Aggie Menezes" userId="74619c95fa3483c9" providerId="LiveId" clId="{7665E095-77CB-F949-8360-C998FD4F4076}" dt="2021-02-13T04:28:34.925" v="58" actId="478"/>
          <ac:grpSpMkLst>
            <pc:docMk/>
            <pc:sldMk cId="62947172" sldId="302"/>
            <ac:grpSpMk id="162" creationId="{F33E3238-FF23-914A-9174-6B496FBA8CA3}"/>
          </ac:grpSpMkLst>
        </pc:grpChg>
        <pc:grpChg chg="add del">
          <ac:chgData name="Aggie Menezes" userId="74619c95fa3483c9" providerId="LiveId" clId="{7665E095-77CB-F949-8360-C998FD4F4076}" dt="2021-02-13T04:28:01.293" v="44" actId="478"/>
          <ac:grpSpMkLst>
            <pc:docMk/>
            <pc:sldMk cId="62947172" sldId="302"/>
            <ac:grpSpMk id="171" creationId="{E32006C7-9D4F-C94F-999D-940CC8FB8ADA}"/>
          </ac:grpSpMkLst>
        </pc:grpChg>
        <pc:grpChg chg="del">
          <ac:chgData name="Aggie Menezes" userId="74619c95fa3483c9" providerId="LiveId" clId="{7665E095-77CB-F949-8360-C998FD4F4076}" dt="2021-02-13T04:28:32.287" v="56" actId="478"/>
          <ac:grpSpMkLst>
            <pc:docMk/>
            <pc:sldMk cId="62947172" sldId="302"/>
            <ac:grpSpMk id="177" creationId="{1F81FEC8-F748-F643-AF62-AECA6E430645}"/>
          </ac:grpSpMkLst>
        </pc:grpChg>
      </pc:sldChg>
      <pc:sldChg chg="addSp delSp modSp mod addAnim delAnim">
        <pc:chgData name="Aggie Menezes" userId="74619c95fa3483c9" providerId="LiveId" clId="{7665E095-77CB-F949-8360-C998FD4F4076}" dt="2021-03-18T11:10:51.309" v="905" actId="1076"/>
        <pc:sldMkLst>
          <pc:docMk/>
          <pc:sldMk cId="3498740623" sldId="304"/>
        </pc:sldMkLst>
        <pc:graphicFrameChg chg="add del mod">
          <ac:chgData name="Aggie Menezes" userId="74619c95fa3483c9" providerId="LiveId" clId="{7665E095-77CB-F949-8360-C998FD4F4076}" dt="2021-03-18T11:10:51.309" v="905" actId="1076"/>
          <ac:graphicFrameMkLst>
            <pc:docMk/>
            <pc:sldMk cId="3498740623" sldId="304"/>
            <ac:graphicFrameMk id="6" creationId="{7D20EB48-EB12-1F41-98AD-CB69B6E1938D}"/>
          </ac:graphicFrameMkLst>
        </pc:graphicFrameChg>
      </pc:sldChg>
      <pc:sldChg chg="addSp modSp mod modAnim">
        <pc:chgData name="Aggie Menezes" userId="74619c95fa3483c9" providerId="LiveId" clId="{7665E095-77CB-F949-8360-C998FD4F4076}" dt="2021-03-20T09:21:31.623" v="1015" actId="1076"/>
        <pc:sldMkLst>
          <pc:docMk/>
          <pc:sldMk cId="2991207926" sldId="306"/>
        </pc:sldMkLst>
        <pc:spChg chg="mod">
          <ac:chgData name="Aggie Menezes" userId="74619c95fa3483c9" providerId="LiveId" clId="{7665E095-77CB-F949-8360-C998FD4F4076}" dt="2021-03-20T09:18:57.384" v="1003" actId="164"/>
          <ac:spMkLst>
            <pc:docMk/>
            <pc:sldMk cId="2991207926" sldId="306"/>
            <ac:spMk id="6" creationId="{720B97E4-C00E-8447-A79D-740556E83A17}"/>
          </ac:spMkLst>
        </pc:spChg>
        <pc:spChg chg="mod">
          <ac:chgData name="Aggie Menezes" userId="74619c95fa3483c9" providerId="LiveId" clId="{7665E095-77CB-F949-8360-C998FD4F4076}" dt="2021-03-20T09:18:57.384" v="1003" actId="164"/>
          <ac:spMkLst>
            <pc:docMk/>
            <pc:sldMk cId="2991207926" sldId="306"/>
            <ac:spMk id="8" creationId="{249F51A9-8717-144B-A06D-205DFF9D3C5D}"/>
          </ac:spMkLst>
        </pc:spChg>
        <pc:spChg chg="mod">
          <ac:chgData name="Aggie Menezes" userId="74619c95fa3483c9" providerId="LiveId" clId="{7665E095-77CB-F949-8360-C998FD4F4076}" dt="2021-03-20T09:18:57.384" v="1003" actId="164"/>
          <ac:spMkLst>
            <pc:docMk/>
            <pc:sldMk cId="2991207926" sldId="306"/>
            <ac:spMk id="10" creationId="{1B5AC902-1E62-1D4E-BE88-4B658C4BBC6B}"/>
          </ac:spMkLst>
        </pc:spChg>
        <pc:spChg chg="mod">
          <ac:chgData name="Aggie Menezes" userId="74619c95fa3483c9" providerId="LiveId" clId="{7665E095-77CB-F949-8360-C998FD4F4076}" dt="2021-03-20T09:18:57.384" v="1003" actId="164"/>
          <ac:spMkLst>
            <pc:docMk/>
            <pc:sldMk cId="2991207926" sldId="306"/>
            <ac:spMk id="13" creationId="{9A326FD4-A6B2-6B4C-9ECD-CEA6042A8B4A}"/>
          </ac:spMkLst>
        </pc:spChg>
        <pc:spChg chg="mod">
          <ac:chgData name="Aggie Menezes" userId="74619c95fa3483c9" providerId="LiveId" clId="{7665E095-77CB-F949-8360-C998FD4F4076}" dt="2021-03-20T09:19:13.349" v="1004" actId="164"/>
          <ac:spMkLst>
            <pc:docMk/>
            <pc:sldMk cId="2991207926" sldId="306"/>
            <ac:spMk id="14" creationId="{EEBCA073-82A5-9640-AF1A-74F18A779C06}"/>
          </ac:spMkLst>
        </pc:spChg>
        <pc:spChg chg="mod">
          <ac:chgData name="Aggie Menezes" userId="74619c95fa3483c9" providerId="LiveId" clId="{7665E095-77CB-F949-8360-C998FD4F4076}" dt="2021-03-20T09:19:13.349" v="1004" actId="164"/>
          <ac:spMkLst>
            <pc:docMk/>
            <pc:sldMk cId="2991207926" sldId="306"/>
            <ac:spMk id="15" creationId="{26EBDC6B-EF6B-0E4A-9573-544AD6EDF632}"/>
          </ac:spMkLst>
        </pc:spChg>
        <pc:spChg chg="mod">
          <ac:chgData name="Aggie Menezes" userId="74619c95fa3483c9" providerId="LiveId" clId="{7665E095-77CB-F949-8360-C998FD4F4076}" dt="2021-03-20T09:19:13.349" v="1004" actId="164"/>
          <ac:spMkLst>
            <pc:docMk/>
            <pc:sldMk cId="2991207926" sldId="306"/>
            <ac:spMk id="16" creationId="{FA220362-E2C0-C340-A705-3B6A2CE51C68}"/>
          </ac:spMkLst>
        </pc:spChg>
        <pc:spChg chg="mod">
          <ac:chgData name="Aggie Menezes" userId="74619c95fa3483c9" providerId="LiveId" clId="{7665E095-77CB-F949-8360-C998FD4F4076}" dt="2021-03-20T09:19:13.349" v="1004" actId="164"/>
          <ac:spMkLst>
            <pc:docMk/>
            <pc:sldMk cId="2991207926" sldId="306"/>
            <ac:spMk id="18" creationId="{F0C5FDB9-8188-EC44-96F7-20D2A046055F}"/>
          </ac:spMkLst>
        </pc:spChg>
        <pc:spChg chg="mod">
          <ac:chgData name="Aggie Menezes" userId="74619c95fa3483c9" providerId="LiveId" clId="{7665E095-77CB-F949-8360-C998FD4F4076}" dt="2021-03-20T09:21:31.623" v="1015" actId="1076"/>
          <ac:spMkLst>
            <pc:docMk/>
            <pc:sldMk cId="2991207926" sldId="306"/>
            <ac:spMk id="19" creationId="{C7816940-CB5E-FA4A-997B-A7375FF0A00E}"/>
          </ac:spMkLst>
        </pc:spChg>
        <pc:spChg chg="mod">
          <ac:chgData name="Aggie Menezes" userId="74619c95fa3483c9" providerId="LiveId" clId="{7665E095-77CB-F949-8360-C998FD4F4076}" dt="2021-03-20T09:19:13.349" v="1004" actId="164"/>
          <ac:spMkLst>
            <pc:docMk/>
            <pc:sldMk cId="2991207926" sldId="306"/>
            <ac:spMk id="20" creationId="{CD3B07FC-9BCA-8444-894B-E84DF5411C33}"/>
          </ac:spMkLst>
        </pc:spChg>
        <pc:grpChg chg="add mod">
          <ac:chgData name="Aggie Menezes" userId="74619c95fa3483c9" providerId="LiveId" clId="{7665E095-77CB-F949-8360-C998FD4F4076}" dt="2021-03-20T09:18:57.384" v="1003" actId="164"/>
          <ac:grpSpMkLst>
            <pc:docMk/>
            <pc:sldMk cId="2991207926" sldId="306"/>
            <ac:grpSpMk id="3" creationId="{584951C9-7DEE-0B49-B7E1-F6D0488A52FB}"/>
          </ac:grpSpMkLst>
        </pc:grpChg>
        <pc:grpChg chg="add mod">
          <ac:chgData name="Aggie Menezes" userId="74619c95fa3483c9" providerId="LiveId" clId="{7665E095-77CB-F949-8360-C998FD4F4076}" dt="2021-03-20T09:19:13.349" v="1004" actId="164"/>
          <ac:grpSpMkLst>
            <pc:docMk/>
            <pc:sldMk cId="2991207926" sldId="306"/>
            <ac:grpSpMk id="4" creationId="{F2322213-97ED-914B-8BE6-3859C3431F38}"/>
          </ac:grpSpMkLst>
        </pc:grpChg>
      </pc:sldChg>
      <pc:sldChg chg="addSp modSp mod modAnim">
        <pc:chgData name="Aggie Menezes" userId="74619c95fa3483c9" providerId="LiveId" clId="{7665E095-77CB-F949-8360-C998FD4F4076}" dt="2021-03-20T09:21:23.455" v="1014" actId="1076"/>
        <pc:sldMkLst>
          <pc:docMk/>
          <pc:sldMk cId="3639544081" sldId="308"/>
        </pc:sldMkLst>
        <pc:spChg chg="mod">
          <ac:chgData name="Aggie Menezes" userId="74619c95fa3483c9" providerId="LiveId" clId="{7665E095-77CB-F949-8360-C998FD4F4076}" dt="2021-03-20T09:19:47.836" v="1007" actId="164"/>
          <ac:spMkLst>
            <pc:docMk/>
            <pc:sldMk cId="3639544081" sldId="308"/>
            <ac:spMk id="6" creationId="{720B97E4-C00E-8447-A79D-740556E83A17}"/>
          </ac:spMkLst>
        </pc:spChg>
        <pc:spChg chg="mod">
          <ac:chgData name="Aggie Menezes" userId="74619c95fa3483c9" providerId="LiveId" clId="{7665E095-77CB-F949-8360-C998FD4F4076}" dt="2021-03-20T09:19:47.836" v="1007" actId="164"/>
          <ac:spMkLst>
            <pc:docMk/>
            <pc:sldMk cId="3639544081" sldId="308"/>
            <ac:spMk id="8" creationId="{249F51A9-8717-144B-A06D-205DFF9D3C5D}"/>
          </ac:spMkLst>
        </pc:spChg>
        <pc:spChg chg="mod">
          <ac:chgData name="Aggie Menezes" userId="74619c95fa3483c9" providerId="LiveId" clId="{7665E095-77CB-F949-8360-C998FD4F4076}" dt="2021-03-20T09:19:47.836" v="1007" actId="164"/>
          <ac:spMkLst>
            <pc:docMk/>
            <pc:sldMk cId="3639544081" sldId="308"/>
            <ac:spMk id="9" creationId="{45931BB4-175E-4C42-83B4-C3B3E41C617C}"/>
          </ac:spMkLst>
        </pc:spChg>
        <pc:spChg chg="mod">
          <ac:chgData name="Aggie Menezes" userId="74619c95fa3483c9" providerId="LiveId" clId="{7665E095-77CB-F949-8360-C998FD4F4076}" dt="2021-03-20T09:19:47.836" v="1007" actId="164"/>
          <ac:spMkLst>
            <pc:docMk/>
            <pc:sldMk cId="3639544081" sldId="308"/>
            <ac:spMk id="10" creationId="{1B5AC902-1E62-1D4E-BE88-4B658C4BBC6B}"/>
          </ac:spMkLst>
        </pc:spChg>
        <pc:spChg chg="mod">
          <ac:chgData name="Aggie Menezes" userId="74619c95fa3483c9" providerId="LiveId" clId="{7665E095-77CB-F949-8360-C998FD4F4076}" dt="2021-03-20T09:20:05.513" v="1009" actId="164"/>
          <ac:spMkLst>
            <pc:docMk/>
            <pc:sldMk cId="3639544081" sldId="308"/>
            <ac:spMk id="11" creationId="{42468A16-2BEC-8543-915F-6CD250F7662D}"/>
          </ac:spMkLst>
        </pc:spChg>
        <pc:spChg chg="mod">
          <ac:chgData name="Aggie Menezes" userId="74619c95fa3483c9" providerId="LiveId" clId="{7665E095-77CB-F949-8360-C998FD4F4076}" dt="2021-03-20T09:20:05.513" v="1009" actId="164"/>
          <ac:spMkLst>
            <pc:docMk/>
            <pc:sldMk cId="3639544081" sldId="308"/>
            <ac:spMk id="12" creationId="{1CFF4F1A-8109-D546-9496-7D3961A10284}"/>
          </ac:spMkLst>
        </pc:spChg>
        <pc:spChg chg="mod">
          <ac:chgData name="Aggie Menezes" userId="74619c95fa3483c9" providerId="LiveId" clId="{7665E095-77CB-F949-8360-C998FD4F4076}" dt="2021-03-20T09:19:47.836" v="1007" actId="164"/>
          <ac:spMkLst>
            <pc:docMk/>
            <pc:sldMk cId="3639544081" sldId="308"/>
            <ac:spMk id="13" creationId="{9A326FD4-A6B2-6B4C-9ECD-CEA6042A8B4A}"/>
          </ac:spMkLst>
        </pc:spChg>
        <pc:spChg chg="mod">
          <ac:chgData name="Aggie Menezes" userId="74619c95fa3483c9" providerId="LiveId" clId="{7665E095-77CB-F949-8360-C998FD4F4076}" dt="2021-03-20T09:20:05.513" v="1009" actId="164"/>
          <ac:spMkLst>
            <pc:docMk/>
            <pc:sldMk cId="3639544081" sldId="308"/>
            <ac:spMk id="14" creationId="{EEBCA073-82A5-9640-AF1A-74F18A779C06}"/>
          </ac:spMkLst>
        </pc:spChg>
        <pc:spChg chg="mod">
          <ac:chgData name="Aggie Menezes" userId="74619c95fa3483c9" providerId="LiveId" clId="{7665E095-77CB-F949-8360-C998FD4F4076}" dt="2021-03-20T09:21:23.455" v="1014" actId="1076"/>
          <ac:spMkLst>
            <pc:docMk/>
            <pc:sldMk cId="3639544081" sldId="308"/>
            <ac:spMk id="15" creationId="{A97BDF9E-13BD-D34C-BF66-0ACA062DC1F5}"/>
          </ac:spMkLst>
        </pc:spChg>
        <pc:spChg chg="mod">
          <ac:chgData name="Aggie Menezes" userId="74619c95fa3483c9" providerId="LiveId" clId="{7665E095-77CB-F949-8360-C998FD4F4076}" dt="2021-03-20T09:19:47.836" v="1007" actId="164"/>
          <ac:spMkLst>
            <pc:docMk/>
            <pc:sldMk cId="3639544081" sldId="308"/>
            <ac:spMk id="17" creationId="{84BCA32C-AB0C-9546-975C-5C815BCE705D}"/>
          </ac:spMkLst>
        </pc:spChg>
        <pc:grpChg chg="add mod">
          <ac:chgData name="Aggie Menezes" userId="74619c95fa3483c9" providerId="LiveId" clId="{7665E095-77CB-F949-8360-C998FD4F4076}" dt="2021-03-20T09:19:47.836" v="1007" actId="164"/>
          <ac:grpSpMkLst>
            <pc:docMk/>
            <pc:sldMk cId="3639544081" sldId="308"/>
            <ac:grpSpMk id="3" creationId="{13647130-0C37-AD4C-8347-BBA99AEAC97C}"/>
          </ac:grpSpMkLst>
        </pc:grpChg>
        <pc:grpChg chg="add mod">
          <ac:chgData name="Aggie Menezes" userId="74619c95fa3483c9" providerId="LiveId" clId="{7665E095-77CB-F949-8360-C998FD4F4076}" dt="2021-03-20T09:20:05.513" v="1009" actId="164"/>
          <ac:grpSpMkLst>
            <pc:docMk/>
            <pc:sldMk cId="3639544081" sldId="308"/>
            <ac:grpSpMk id="4" creationId="{0BB237BE-50ED-6349-B0FB-46B87AF7E8CA}"/>
          </ac:grpSpMkLst>
        </pc:grpChg>
      </pc:sldChg>
      <pc:sldChg chg="modSp mod">
        <pc:chgData name="Aggie Menezes" userId="74619c95fa3483c9" providerId="LiveId" clId="{7665E095-77CB-F949-8360-C998FD4F4076}" dt="2021-03-31T05:26:32.724" v="1771" actId="1076"/>
        <pc:sldMkLst>
          <pc:docMk/>
          <pc:sldMk cId="4182693549" sldId="309"/>
        </pc:sldMkLst>
        <pc:spChg chg="mod">
          <ac:chgData name="Aggie Menezes" userId="74619c95fa3483c9" providerId="LiveId" clId="{7665E095-77CB-F949-8360-C998FD4F4076}" dt="2021-03-31T05:26:32.724" v="1771" actId="1076"/>
          <ac:spMkLst>
            <pc:docMk/>
            <pc:sldMk cId="4182693549" sldId="309"/>
            <ac:spMk id="37" creationId="{D6394A1C-3703-654E-BAF4-39530E6B906F}"/>
          </ac:spMkLst>
        </pc:spChg>
        <pc:spChg chg="mod">
          <ac:chgData name="Aggie Menezes" userId="74619c95fa3483c9" providerId="LiveId" clId="{7665E095-77CB-F949-8360-C998FD4F4076}" dt="2021-03-31T05:26:22.508" v="1769" actId="1076"/>
          <ac:spMkLst>
            <pc:docMk/>
            <pc:sldMk cId="4182693549" sldId="309"/>
            <ac:spMk id="41" creationId="{6B24AD40-C39A-9F40-A231-DA52F80ADB61}"/>
          </ac:spMkLst>
        </pc:spChg>
      </pc:sldChg>
      <pc:sldChg chg="del">
        <pc:chgData name="Aggie Menezes" userId="74619c95fa3483c9" providerId="LiveId" clId="{7665E095-77CB-F949-8360-C998FD4F4076}" dt="2021-02-13T04:27:47.916" v="41" actId="2696"/>
        <pc:sldMkLst>
          <pc:docMk/>
          <pc:sldMk cId="309253982" sldId="310"/>
        </pc:sldMkLst>
      </pc:sldChg>
      <pc:sldChg chg="del">
        <pc:chgData name="Aggie Menezes" userId="74619c95fa3483c9" providerId="LiveId" clId="{7665E095-77CB-F949-8360-C998FD4F4076}" dt="2021-01-29T15:26:20.955" v="21" actId="2696"/>
        <pc:sldMkLst>
          <pc:docMk/>
          <pc:sldMk cId="1086831497" sldId="310"/>
        </pc:sldMkLst>
      </pc:sldChg>
      <pc:sldChg chg="addSp delSp modSp add del mod modAnim">
        <pc:chgData name="Aggie Menezes" userId="74619c95fa3483c9" providerId="LiveId" clId="{7665E095-77CB-F949-8360-C998FD4F4076}" dt="2021-02-13T04:55:37.373" v="235" actId="2696"/>
        <pc:sldMkLst>
          <pc:docMk/>
          <pc:sldMk cId="1191106373" sldId="310"/>
        </pc:sldMkLst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64" creationId="{36E39BDD-5ACC-2841-826C-362C39877473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66" creationId="{79297D34-0C6C-554D-9EE3-201DFC7E70B5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67" creationId="{0161C944-4218-A049-8EBB-456B6630DEDF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68" creationId="{E8101263-0979-3A4B-9E87-C0FC6F7F16F5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69" creationId="{A89C23A7-2DCB-3A45-BC19-B1D2A1EE3F2F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70" creationId="{530F3ABB-958B-5B42-9900-2A80165DDD74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71" creationId="{EA63E7A5-09FB-6C48-B3F0-961424FEAB1A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72" creationId="{812A472D-FE15-E449-AF38-A6BBB503E02B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73" creationId="{CBF0B752-47F6-7441-827F-06F47F4BA8EE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74" creationId="{8D79C260-8973-7340-BC1F-6F039442F60E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75" creationId="{4ED115D7-17F9-D44C-ACE6-95A17EA16773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76" creationId="{B766176A-2007-D145-B505-117032082016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77" creationId="{A2130213-AC3B-184F-8E59-DAFFA74DA6AA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78" creationId="{9C45C1A4-7773-A147-940B-CECFC7667D04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79" creationId="{EB682633-0AB5-E146-B578-C0F238DA9B2D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80" creationId="{65ABC1A8-41B6-C949-8A71-6592F945564C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81" creationId="{65FBFF98-546C-9941-A28E-E858FF5CEF79}"/>
          </ac:spMkLst>
        </pc:spChg>
        <pc:spChg chg="mod">
          <ac:chgData name="Aggie Menezes" userId="74619c95fa3483c9" providerId="LiveId" clId="{7665E095-77CB-F949-8360-C998FD4F4076}" dt="2021-02-13T04:41:55.074" v="154" actId="165"/>
          <ac:spMkLst>
            <pc:docMk/>
            <pc:sldMk cId="1191106373" sldId="310"/>
            <ac:spMk id="182" creationId="{E971956C-A120-294C-AFE2-60C3D0E3E399}"/>
          </ac:spMkLst>
        </pc:spChg>
        <pc:spChg chg="mod">
          <ac:chgData name="Aggie Menezes" userId="74619c95fa3483c9" providerId="LiveId" clId="{7665E095-77CB-F949-8360-C998FD4F4076}" dt="2021-02-13T04:42:05.679" v="155"/>
          <ac:spMkLst>
            <pc:docMk/>
            <pc:sldMk cId="1191106373" sldId="310"/>
            <ac:spMk id="194" creationId="{56E23338-44CC-D140-9C60-A729BE373756}"/>
          </ac:spMkLst>
        </pc:spChg>
        <pc:spChg chg="mod">
          <ac:chgData name="Aggie Menezes" userId="74619c95fa3483c9" providerId="LiveId" clId="{7665E095-77CB-F949-8360-C998FD4F4076}" dt="2021-02-13T04:42:05.679" v="155"/>
          <ac:spMkLst>
            <pc:docMk/>
            <pc:sldMk cId="1191106373" sldId="310"/>
            <ac:spMk id="196" creationId="{60A4F971-36D0-8042-81F6-45D41300E73D}"/>
          </ac:spMkLst>
        </pc:spChg>
        <pc:spChg chg="mod">
          <ac:chgData name="Aggie Menezes" userId="74619c95fa3483c9" providerId="LiveId" clId="{7665E095-77CB-F949-8360-C998FD4F4076}" dt="2021-02-13T04:42:05.679" v="155"/>
          <ac:spMkLst>
            <pc:docMk/>
            <pc:sldMk cId="1191106373" sldId="310"/>
            <ac:spMk id="197" creationId="{11E661AC-A5FB-2346-B5A6-ECEC9D87B24E}"/>
          </ac:spMkLst>
        </pc:spChg>
        <pc:spChg chg="mod">
          <ac:chgData name="Aggie Menezes" userId="74619c95fa3483c9" providerId="LiveId" clId="{7665E095-77CB-F949-8360-C998FD4F4076}" dt="2021-02-13T04:42:05.679" v="155"/>
          <ac:spMkLst>
            <pc:docMk/>
            <pc:sldMk cId="1191106373" sldId="310"/>
            <ac:spMk id="198" creationId="{22D858DB-A38F-ED4C-8612-744D89CC0A13}"/>
          </ac:spMkLst>
        </pc:spChg>
        <pc:spChg chg="mod">
          <ac:chgData name="Aggie Menezes" userId="74619c95fa3483c9" providerId="LiveId" clId="{7665E095-77CB-F949-8360-C998FD4F4076}" dt="2021-02-13T04:42:05.679" v="155"/>
          <ac:spMkLst>
            <pc:docMk/>
            <pc:sldMk cId="1191106373" sldId="310"/>
            <ac:spMk id="199" creationId="{A5C3E81E-DEBF-6B4B-A0F1-EE40DDF18625}"/>
          </ac:spMkLst>
        </pc:spChg>
        <pc:spChg chg="mod">
          <ac:chgData name="Aggie Menezes" userId="74619c95fa3483c9" providerId="LiveId" clId="{7665E095-77CB-F949-8360-C998FD4F4076}" dt="2021-02-13T04:42:05.679" v="155"/>
          <ac:spMkLst>
            <pc:docMk/>
            <pc:sldMk cId="1191106373" sldId="310"/>
            <ac:spMk id="200" creationId="{C03FFA89-488D-9340-9FB1-8D4724CDB261}"/>
          </ac:spMkLst>
        </pc:spChg>
        <pc:spChg chg="mod">
          <ac:chgData name="Aggie Menezes" userId="74619c95fa3483c9" providerId="LiveId" clId="{7665E095-77CB-F949-8360-C998FD4F4076}" dt="2021-02-13T04:42:05.679" v="155"/>
          <ac:spMkLst>
            <pc:docMk/>
            <pc:sldMk cId="1191106373" sldId="310"/>
            <ac:spMk id="201" creationId="{F033ED22-6AE7-E340-918A-2BC9E2D441D7}"/>
          </ac:spMkLst>
        </pc:spChg>
        <pc:spChg chg="mod">
          <ac:chgData name="Aggie Menezes" userId="74619c95fa3483c9" providerId="LiveId" clId="{7665E095-77CB-F949-8360-C998FD4F4076}" dt="2021-02-13T04:42:05.679" v="155"/>
          <ac:spMkLst>
            <pc:docMk/>
            <pc:sldMk cId="1191106373" sldId="310"/>
            <ac:spMk id="202" creationId="{ACF21E48-64A1-D441-8456-9B57CCFFC0BE}"/>
          </ac:spMkLst>
        </pc:spChg>
        <pc:spChg chg="mod">
          <ac:chgData name="Aggie Menezes" userId="74619c95fa3483c9" providerId="LiveId" clId="{7665E095-77CB-F949-8360-C998FD4F4076}" dt="2021-02-13T04:42:05.679" v="155"/>
          <ac:spMkLst>
            <pc:docMk/>
            <pc:sldMk cId="1191106373" sldId="310"/>
            <ac:spMk id="203" creationId="{F4BA802F-F617-254B-B437-C13F6C29AB91}"/>
          </ac:spMkLst>
        </pc:spChg>
        <pc:grpChg chg="add del mod">
          <ac:chgData name="Aggie Menezes" userId="74619c95fa3483c9" providerId="LiveId" clId="{7665E095-77CB-F949-8360-C998FD4F4076}" dt="2021-02-13T04:41:55.074" v="154" actId="165"/>
          <ac:grpSpMkLst>
            <pc:docMk/>
            <pc:sldMk cId="1191106373" sldId="310"/>
            <ac:grpSpMk id="148" creationId="{54795792-D94A-C348-BA5E-F2F21001AF39}"/>
          </ac:grpSpMkLst>
        </pc:grpChg>
        <pc:grpChg chg="mod topLvl">
          <ac:chgData name="Aggie Menezes" userId="74619c95fa3483c9" providerId="LiveId" clId="{7665E095-77CB-F949-8360-C998FD4F4076}" dt="2021-02-13T04:41:55.074" v="154" actId="165"/>
          <ac:grpSpMkLst>
            <pc:docMk/>
            <pc:sldMk cId="1191106373" sldId="310"/>
            <ac:grpSpMk id="161" creationId="{94D9AC1D-1B15-D24F-8A5B-C7038DC05895}"/>
          </ac:grpSpMkLst>
        </pc:grpChg>
        <pc:grpChg chg="mod topLvl">
          <ac:chgData name="Aggie Menezes" userId="74619c95fa3483c9" providerId="LiveId" clId="{7665E095-77CB-F949-8360-C998FD4F4076}" dt="2021-02-13T04:41:55.074" v="154" actId="165"/>
          <ac:grpSpMkLst>
            <pc:docMk/>
            <pc:sldMk cId="1191106373" sldId="310"/>
            <ac:grpSpMk id="162" creationId="{E1B3AA49-2D60-9E4D-A547-82D21BF31BE6}"/>
          </ac:grpSpMkLst>
        </pc:grpChg>
        <pc:grpChg chg="mod topLvl">
          <ac:chgData name="Aggie Menezes" userId="74619c95fa3483c9" providerId="LiveId" clId="{7665E095-77CB-F949-8360-C998FD4F4076}" dt="2021-02-13T04:41:55.074" v="154" actId="165"/>
          <ac:grpSpMkLst>
            <pc:docMk/>
            <pc:sldMk cId="1191106373" sldId="310"/>
            <ac:grpSpMk id="163" creationId="{5A75479E-9EA0-DE48-9129-0E9E9FD2A0FD}"/>
          </ac:grpSpMkLst>
        </pc:grpChg>
        <pc:grpChg chg="mod">
          <ac:chgData name="Aggie Menezes" userId="74619c95fa3483c9" providerId="LiveId" clId="{7665E095-77CB-F949-8360-C998FD4F4076}" dt="2021-02-13T04:41:55.074" v="154" actId="165"/>
          <ac:grpSpMkLst>
            <pc:docMk/>
            <pc:sldMk cId="1191106373" sldId="310"/>
            <ac:grpSpMk id="165" creationId="{E444BBD2-A1CA-254D-ADF0-9ECB9C443109}"/>
          </ac:grpSpMkLst>
        </pc:grpChg>
        <pc:grpChg chg="add mod">
          <ac:chgData name="Aggie Menezes" userId="74619c95fa3483c9" providerId="LiveId" clId="{7665E095-77CB-F949-8360-C998FD4F4076}" dt="2021-02-13T04:42:12.174" v="156" actId="1076"/>
          <ac:grpSpMkLst>
            <pc:docMk/>
            <pc:sldMk cId="1191106373" sldId="310"/>
            <ac:grpSpMk id="193" creationId="{4571A2E9-F022-CE47-8904-59C9D1067DFC}"/>
          </ac:grpSpMkLst>
        </pc:grpChg>
        <pc:grpChg chg="mod">
          <ac:chgData name="Aggie Menezes" userId="74619c95fa3483c9" providerId="LiveId" clId="{7665E095-77CB-F949-8360-C998FD4F4076}" dt="2021-02-13T04:42:05.679" v="155"/>
          <ac:grpSpMkLst>
            <pc:docMk/>
            <pc:sldMk cId="1191106373" sldId="310"/>
            <ac:grpSpMk id="195" creationId="{F5897BAB-90E8-D645-A558-3F1298CCE0DB}"/>
          </ac:grpSpMkLst>
        </pc:grpChg>
        <pc:cxnChg chg="mod">
          <ac:chgData name="Aggie Menezes" userId="74619c95fa3483c9" providerId="LiveId" clId="{7665E095-77CB-F949-8360-C998FD4F4076}" dt="2021-02-13T04:41:55.074" v="154" actId="165"/>
          <ac:cxnSpMkLst>
            <pc:docMk/>
            <pc:sldMk cId="1191106373" sldId="310"/>
            <ac:cxnSpMk id="183" creationId="{9900FB60-21BA-004D-B931-5237E06813C3}"/>
          </ac:cxnSpMkLst>
        </pc:cxnChg>
        <pc:cxnChg chg="mod">
          <ac:chgData name="Aggie Menezes" userId="74619c95fa3483c9" providerId="LiveId" clId="{7665E095-77CB-F949-8360-C998FD4F4076}" dt="2021-02-13T04:41:55.074" v="154" actId="165"/>
          <ac:cxnSpMkLst>
            <pc:docMk/>
            <pc:sldMk cId="1191106373" sldId="310"/>
            <ac:cxnSpMk id="184" creationId="{0F268374-73BE-7E49-A7DC-FBA456AC7483}"/>
          </ac:cxnSpMkLst>
        </pc:cxnChg>
        <pc:cxnChg chg="mod">
          <ac:chgData name="Aggie Menezes" userId="74619c95fa3483c9" providerId="LiveId" clId="{7665E095-77CB-F949-8360-C998FD4F4076}" dt="2021-02-13T04:41:55.074" v="154" actId="165"/>
          <ac:cxnSpMkLst>
            <pc:docMk/>
            <pc:sldMk cId="1191106373" sldId="310"/>
            <ac:cxnSpMk id="185" creationId="{12F0C90D-E408-6E4F-BCAA-408D526BC8FC}"/>
          </ac:cxnSpMkLst>
        </pc:cxnChg>
        <pc:cxnChg chg="mod">
          <ac:chgData name="Aggie Menezes" userId="74619c95fa3483c9" providerId="LiveId" clId="{7665E095-77CB-F949-8360-C998FD4F4076}" dt="2021-02-13T04:41:55.074" v="154" actId="165"/>
          <ac:cxnSpMkLst>
            <pc:docMk/>
            <pc:sldMk cId="1191106373" sldId="310"/>
            <ac:cxnSpMk id="186" creationId="{673A82CA-A455-2B4D-B7DE-41F7F869D98E}"/>
          </ac:cxnSpMkLst>
        </pc:cxnChg>
        <pc:cxnChg chg="mod">
          <ac:chgData name="Aggie Menezes" userId="74619c95fa3483c9" providerId="LiveId" clId="{7665E095-77CB-F949-8360-C998FD4F4076}" dt="2021-02-13T04:41:55.074" v="154" actId="165"/>
          <ac:cxnSpMkLst>
            <pc:docMk/>
            <pc:sldMk cId="1191106373" sldId="310"/>
            <ac:cxnSpMk id="187" creationId="{57E85D90-124F-AA45-A00D-E6056F257CA9}"/>
          </ac:cxnSpMkLst>
        </pc:cxnChg>
        <pc:cxnChg chg="mod">
          <ac:chgData name="Aggie Menezes" userId="74619c95fa3483c9" providerId="LiveId" clId="{7665E095-77CB-F949-8360-C998FD4F4076}" dt="2021-02-13T04:41:55.074" v="154" actId="165"/>
          <ac:cxnSpMkLst>
            <pc:docMk/>
            <pc:sldMk cId="1191106373" sldId="310"/>
            <ac:cxnSpMk id="188" creationId="{2A765483-EE26-8547-85AA-15EDB9450331}"/>
          </ac:cxnSpMkLst>
        </pc:cxnChg>
        <pc:cxnChg chg="mod">
          <ac:chgData name="Aggie Menezes" userId="74619c95fa3483c9" providerId="LiveId" clId="{7665E095-77CB-F949-8360-C998FD4F4076}" dt="2021-02-13T04:41:55.074" v="154" actId="165"/>
          <ac:cxnSpMkLst>
            <pc:docMk/>
            <pc:sldMk cId="1191106373" sldId="310"/>
            <ac:cxnSpMk id="189" creationId="{DB115529-4991-9C45-A405-88CAD5961375}"/>
          </ac:cxnSpMkLst>
        </pc:cxnChg>
        <pc:cxnChg chg="mod">
          <ac:chgData name="Aggie Menezes" userId="74619c95fa3483c9" providerId="LiveId" clId="{7665E095-77CB-F949-8360-C998FD4F4076}" dt="2021-02-13T04:41:55.074" v="154" actId="165"/>
          <ac:cxnSpMkLst>
            <pc:docMk/>
            <pc:sldMk cId="1191106373" sldId="310"/>
            <ac:cxnSpMk id="190" creationId="{A91C7FF9-D1E8-0A4D-812D-4E99199F3CB9}"/>
          </ac:cxnSpMkLst>
        </pc:cxnChg>
        <pc:cxnChg chg="mod">
          <ac:chgData name="Aggie Menezes" userId="74619c95fa3483c9" providerId="LiveId" clId="{7665E095-77CB-F949-8360-C998FD4F4076}" dt="2021-02-13T04:41:55.074" v="154" actId="165"/>
          <ac:cxnSpMkLst>
            <pc:docMk/>
            <pc:sldMk cId="1191106373" sldId="310"/>
            <ac:cxnSpMk id="191" creationId="{4EC2004A-98B1-DB40-AA66-0CAB7B55FA33}"/>
          </ac:cxnSpMkLst>
        </pc:cxnChg>
        <pc:cxnChg chg="mod">
          <ac:chgData name="Aggie Menezes" userId="74619c95fa3483c9" providerId="LiveId" clId="{7665E095-77CB-F949-8360-C998FD4F4076}" dt="2021-02-13T04:41:55.074" v="154" actId="165"/>
          <ac:cxnSpMkLst>
            <pc:docMk/>
            <pc:sldMk cId="1191106373" sldId="310"/>
            <ac:cxnSpMk id="192" creationId="{9F28AFF1-822C-EA4C-BB24-73FFDD1CAF58}"/>
          </ac:cxnSpMkLst>
        </pc:cxnChg>
      </pc:sldChg>
      <pc:sldChg chg="del">
        <pc:chgData name="Aggie Menezes" userId="74619c95fa3483c9" providerId="LiveId" clId="{7665E095-77CB-F949-8360-C998FD4F4076}" dt="2021-03-18T11:12:34.907" v="942" actId="2696"/>
        <pc:sldMkLst>
          <pc:docMk/>
          <pc:sldMk cId="1724092131" sldId="310"/>
        </pc:sldMkLst>
      </pc:sldChg>
      <pc:sldChg chg="addSp delSp modSp add mod delAnim modAnim">
        <pc:chgData name="Aggie Menezes" userId="74619c95fa3483c9" providerId="LiveId" clId="{7665E095-77CB-F949-8360-C998FD4F4076}" dt="2021-03-20T09:20:47.997" v="1013" actId="20577"/>
        <pc:sldMkLst>
          <pc:docMk/>
          <pc:sldMk cId="2574926557" sldId="310"/>
        </pc:sldMkLst>
        <pc:spChg chg="del">
          <ac:chgData name="Aggie Menezes" userId="74619c95fa3483c9" providerId="LiveId" clId="{7665E095-77CB-F949-8360-C998FD4F4076}" dt="2021-03-20T09:11:08.024" v="949" actId="478"/>
          <ac:spMkLst>
            <pc:docMk/>
            <pc:sldMk cId="2574926557" sldId="310"/>
            <ac:spMk id="6" creationId="{720B97E4-C00E-8447-A79D-740556E83A17}"/>
          </ac:spMkLst>
        </pc:spChg>
        <pc:spChg chg="del">
          <ac:chgData name="Aggie Menezes" userId="74619c95fa3483c9" providerId="LiveId" clId="{7665E095-77CB-F949-8360-C998FD4F4076}" dt="2021-03-20T09:11:10.265" v="950" actId="478"/>
          <ac:spMkLst>
            <pc:docMk/>
            <pc:sldMk cId="2574926557" sldId="310"/>
            <ac:spMk id="8" creationId="{249F51A9-8717-144B-A06D-205DFF9D3C5D}"/>
          </ac:spMkLst>
        </pc:spChg>
        <pc:spChg chg="del">
          <ac:chgData name="Aggie Menezes" userId="74619c95fa3483c9" providerId="LiveId" clId="{7665E095-77CB-F949-8360-C998FD4F4076}" dt="2021-03-20T09:11:12.270" v="951" actId="478"/>
          <ac:spMkLst>
            <pc:docMk/>
            <pc:sldMk cId="2574926557" sldId="310"/>
            <ac:spMk id="10" creationId="{1B5AC902-1E62-1D4E-BE88-4B658C4BBC6B}"/>
          </ac:spMkLst>
        </pc:spChg>
        <pc:spChg chg="mod">
          <ac:chgData name="Aggie Menezes" userId="74619c95fa3483c9" providerId="LiveId" clId="{7665E095-77CB-F949-8360-C998FD4F4076}" dt="2021-03-20T09:16:15.207" v="987" actId="164"/>
          <ac:spMkLst>
            <pc:docMk/>
            <pc:sldMk cId="2574926557" sldId="310"/>
            <ac:spMk id="13" creationId="{9A326FD4-A6B2-6B4C-9ECD-CEA6042A8B4A}"/>
          </ac:spMkLst>
        </pc:spChg>
        <pc:spChg chg="del">
          <ac:chgData name="Aggie Menezes" userId="74619c95fa3483c9" providerId="LiveId" clId="{7665E095-77CB-F949-8360-C998FD4F4076}" dt="2021-03-20T09:14:30.238" v="970" actId="478"/>
          <ac:spMkLst>
            <pc:docMk/>
            <pc:sldMk cId="2574926557" sldId="310"/>
            <ac:spMk id="14" creationId="{EEBCA073-82A5-9640-AF1A-74F18A779C06}"/>
          </ac:spMkLst>
        </pc:spChg>
        <pc:spChg chg="del">
          <ac:chgData name="Aggie Menezes" userId="74619c95fa3483c9" providerId="LiveId" clId="{7665E095-77CB-F949-8360-C998FD4F4076}" dt="2021-03-20T09:12:32.817" v="956" actId="478"/>
          <ac:spMkLst>
            <pc:docMk/>
            <pc:sldMk cId="2574926557" sldId="310"/>
            <ac:spMk id="15" creationId="{26EBDC6B-EF6B-0E4A-9573-544AD6EDF632}"/>
          </ac:spMkLst>
        </pc:spChg>
        <pc:spChg chg="del">
          <ac:chgData name="Aggie Menezes" userId="74619c95fa3483c9" providerId="LiveId" clId="{7665E095-77CB-F949-8360-C998FD4F4076}" dt="2021-03-20T09:12:32.817" v="956" actId="478"/>
          <ac:spMkLst>
            <pc:docMk/>
            <pc:sldMk cId="2574926557" sldId="310"/>
            <ac:spMk id="16" creationId="{FA220362-E2C0-C340-A705-3B6A2CE51C68}"/>
          </ac:spMkLst>
        </pc:spChg>
        <pc:spChg chg="add mod">
          <ac:chgData name="Aggie Menezes" userId="74619c95fa3483c9" providerId="LiveId" clId="{7665E095-77CB-F949-8360-C998FD4F4076}" dt="2021-03-20T09:16:15.207" v="987" actId="164"/>
          <ac:spMkLst>
            <pc:docMk/>
            <pc:sldMk cId="2574926557" sldId="310"/>
            <ac:spMk id="17" creationId="{C9700CC2-CA75-8A47-9192-D22047F83574}"/>
          </ac:spMkLst>
        </pc:spChg>
        <pc:spChg chg="del">
          <ac:chgData name="Aggie Menezes" userId="74619c95fa3483c9" providerId="LiveId" clId="{7665E095-77CB-F949-8360-C998FD4F4076}" dt="2021-03-20T09:12:32.817" v="956" actId="478"/>
          <ac:spMkLst>
            <pc:docMk/>
            <pc:sldMk cId="2574926557" sldId="310"/>
            <ac:spMk id="18" creationId="{F0C5FDB9-8188-EC44-96F7-20D2A046055F}"/>
          </ac:spMkLst>
        </pc:spChg>
        <pc:spChg chg="del">
          <ac:chgData name="Aggie Menezes" userId="74619c95fa3483c9" providerId="LiveId" clId="{7665E095-77CB-F949-8360-C998FD4F4076}" dt="2021-03-20T09:12:32.817" v="956" actId="478"/>
          <ac:spMkLst>
            <pc:docMk/>
            <pc:sldMk cId="2574926557" sldId="310"/>
            <ac:spMk id="19" creationId="{C7816940-CB5E-FA4A-997B-A7375FF0A00E}"/>
          </ac:spMkLst>
        </pc:spChg>
        <pc:spChg chg="del">
          <ac:chgData name="Aggie Menezes" userId="74619c95fa3483c9" providerId="LiveId" clId="{7665E095-77CB-F949-8360-C998FD4F4076}" dt="2021-03-20T09:12:32.817" v="956" actId="478"/>
          <ac:spMkLst>
            <pc:docMk/>
            <pc:sldMk cId="2574926557" sldId="310"/>
            <ac:spMk id="20" creationId="{CD3B07FC-9BCA-8444-894B-E84DF5411C33}"/>
          </ac:spMkLst>
        </pc:spChg>
        <pc:spChg chg="add mod">
          <ac:chgData name="Aggie Menezes" userId="74619c95fa3483c9" providerId="LiveId" clId="{7665E095-77CB-F949-8360-C998FD4F4076}" dt="2021-03-20T09:16:15.207" v="987" actId="164"/>
          <ac:spMkLst>
            <pc:docMk/>
            <pc:sldMk cId="2574926557" sldId="310"/>
            <ac:spMk id="21" creationId="{48D23093-E737-3B4D-BB0D-F1AADE6EC1AB}"/>
          </ac:spMkLst>
        </pc:spChg>
        <pc:spChg chg="add mod">
          <ac:chgData name="Aggie Menezes" userId="74619c95fa3483c9" providerId="LiveId" clId="{7665E095-77CB-F949-8360-C998FD4F4076}" dt="2021-03-20T09:16:27.599" v="988" actId="164"/>
          <ac:spMkLst>
            <pc:docMk/>
            <pc:sldMk cId="2574926557" sldId="310"/>
            <ac:spMk id="22" creationId="{3EAB39C5-92E9-5244-9439-C1D85BCE8DF1}"/>
          </ac:spMkLst>
        </pc:spChg>
        <pc:spChg chg="add mod">
          <ac:chgData name="Aggie Menezes" userId="74619c95fa3483c9" providerId="LiveId" clId="{7665E095-77CB-F949-8360-C998FD4F4076}" dt="2021-03-20T09:16:27.599" v="988" actId="164"/>
          <ac:spMkLst>
            <pc:docMk/>
            <pc:sldMk cId="2574926557" sldId="310"/>
            <ac:spMk id="23" creationId="{8257F0E5-E5CD-2843-8765-80AD09D265C0}"/>
          </ac:spMkLst>
        </pc:spChg>
        <pc:spChg chg="mod">
          <ac:chgData name="Aggie Menezes" userId="74619c95fa3483c9" providerId="LiveId" clId="{7665E095-77CB-F949-8360-C998FD4F4076}" dt="2021-03-20T09:10:38.687" v="947" actId="20577"/>
          <ac:spMkLst>
            <pc:docMk/>
            <pc:sldMk cId="2574926557" sldId="310"/>
            <ac:spMk id="24" creationId="{00000000-0000-0000-0000-000000000000}"/>
          </ac:spMkLst>
        </pc:spChg>
        <pc:spChg chg="add mod">
          <ac:chgData name="Aggie Menezes" userId="74619c95fa3483c9" providerId="LiveId" clId="{7665E095-77CB-F949-8360-C998FD4F4076}" dt="2021-03-20T09:16:27.599" v="988" actId="164"/>
          <ac:spMkLst>
            <pc:docMk/>
            <pc:sldMk cId="2574926557" sldId="310"/>
            <ac:spMk id="25" creationId="{C601637C-8EF4-7244-BDA9-072C3254C784}"/>
          </ac:spMkLst>
        </pc:spChg>
        <pc:spChg chg="add mod">
          <ac:chgData name="Aggie Menezes" userId="74619c95fa3483c9" providerId="LiveId" clId="{7665E095-77CB-F949-8360-C998FD4F4076}" dt="2021-03-20T09:16:27.599" v="988" actId="164"/>
          <ac:spMkLst>
            <pc:docMk/>
            <pc:sldMk cId="2574926557" sldId="310"/>
            <ac:spMk id="26" creationId="{8EF9B999-6132-FD41-9104-9B778387D310}"/>
          </ac:spMkLst>
        </pc:spChg>
        <pc:spChg chg="add mod">
          <ac:chgData name="Aggie Menezes" userId="74619c95fa3483c9" providerId="LiveId" clId="{7665E095-77CB-F949-8360-C998FD4F4076}" dt="2021-03-20T09:17:06.999" v="994" actId="255"/>
          <ac:spMkLst>
            <pc:docMk/>
            <pc:sldMk cId="2574926557" sldId="310"/>
            <ac:spMk id="27" creationId="{5928D7F2-DC1B-2645-9296-4BFF80F0DB7E}"/>
          </ac:spMkLst>
        </pc:spChg>
        <pc:spChg chg="add mod">
          <ac:chgData name="Aggie Menezes" userId="74619c95fa3483c9" providerId="LiveId" clId="{7665E095-77CB-F949-8360-C998FD4F4076}" dt="2021-03-20T09:16:27.599" v="988" actId="164"/>
          <ac:spMkLst>
            <pc:docMk/>
            <pc:sldMk cId="2574926557" sldId="310"/>
            <ac:spMk id="28" creationId="{ABBD0EC9-66FE-504B-8A03-7A2BE5CF0C45}"/>
          </ac:spMkLst>
        </pc:spChg>
        <pc:spChg chg="add mod">
          <ac:chgData name="Aggie Menezes" userId="74619c95fa3483c9" providerId="LiveId" clId="{7665E095-77CB-F949-8360-C998FD4F4076}" dt="2021-03-20T09:20:45.427" v="1012" actId="20577"/>
          <ac:spMkLst>
            <pc:docMk/>
            <pc:sldMk cId="2574926557" sldId="310"/>
            <ac:spMk id="29" creationId="{5368447E-F46A-8741-A426-2F8C746CBF22}"/>
          </ac:spMkLst>
        </pc:spChg>
        <pc:spChg chg="add mod">
          <ac:chgData name="Aggie Menezes" userId="74619c95fa3483c9" providerId="LiveId" clId="{7665E095-77CB-F949-8360-C998FD4F4076}" dt="2021-03-20T09:18:06.533" v="999" actId="164"/>
          <ac:spMkLst>
            <pc:docMk/>
            <pc:sldMk cId="2574926557" sldId="310"/>
            <ac:spMk id="30" creationId="{CB9C071F-6E0B-3A4D-AEC8-4B55770A588E}"/>
          </ac:spMkLst>
        </pc:spChg>
        <pc:spChg chg="add mod">
          <ac:chgData name="Aggie Menezes" userId="74619c95fa3483c9" providerId="LiveId" clId="{7665E095-77CB-F949-8360-C998FD4F4076}" dt="2021-03-20T09:18:06.533" v="999" actId="164"/>
          <ac:spMkLst>
            <pc:docMk/>
            <pc:sldMk cId="2574926557" sldId="310"/>
            <ac:spMk id="31" creationId="{BC1B7AD7-84F4-254D-99A1-36051EA59871}"/>
          </ac:spMkLst>
        </pc:spChg>
        <pc:spChg chg="add mod">
          <ac:chgData name="Aggie Menezes" userId="74619c95fa3483c9" providerId="LiveId" clId="{7665E095-77CB-F949-8360-C998FD4F4076}" dt="2021-03-20T09:18:06.533" v="999" actId="164"/>
          <ac:spMkLst>
            <pc:docMk/>
            <pc:sldMk cId="2574926557" sldId="310"/>
            <ac:spMk id="32" creationId="{9024DB0C-184E-BA4D-9924-6DD467479E52}"/>
          </ac:spMkLst>
        </pc:spChg>
        <pc:spChg chg="add mod">
          <ac:chgData name="Aggie Menezes" userId="74619c95fa3483c9" providerId="LiveId" clId="{7665E095-77CB-F949-8360-C998FD4F4076}" dt="2021-03-20T09:18:06.533" v="999" actId="164"/>
          <ac:spMkLst>
            <pc:docMk/>
            <pc:sldMk cId="2574926557" sldId="310"/>
            <ac:spMk id="33" creationId="{EE07AAB2-A722-A94A-98BA-A56036A963FE}"/>
          </ac:spMkLst>
        </pc:spChg>
        <pc:spChg chg="add mod">
          <ac:chgData name="Aggie Menezes" userId="74619c95fa3483c9" providerId="LiveId" clId="{7665E095-77CB-F949-8360-C998FD4F4076}" dt="2021-03-20T09:18:06.533" v="999" actId="164"/>
          <ac:spMkLst>
            <pc:docMk/>
            <pc:sldMk cId="2574926557" sldId="310"/>
            <ac:spMk id="34" creationId="{DCD03829-5AC9-194E-BCE6-508FA74C46FB}"/>
          </ac:spMkLst>
        </pc:spChg>
        <pc:spChg chg="add del mod">
          <ac:chgData name="Aggie Menezes" userId="74619c95fa3483c9" providerId="LiveId" clId="{7665E095-77CB-F949-8360-C998FD4F4076}" dt="2021-03-20T09:16:47.609" v="991" actId="478"/>
          <ac:spMkLst>
            <pc:docMk/>
            <pc:sldMk cId="2574926557" sldId="310"/>
            <ac:spMk id="35" creationId="{986B4898-8278-2942-9678-6A61FAC7180F}"/>
          </ac:spMkLst>
        </pc:spChg>
        <pc:spChg chg="add mod">
          <ac:chgData name="Aggie Menezes" userId="74619c95fa3483c9" providerId="LiveId" clId="{7665E095-77CB-F949-8360-C998FD4F4076}" dt="2021-03-20T09:18:06.533" v="999" actId="164"/>
          <ac:spMkLst>
            <pc:docMk/>
            <pc:sldMk cId="2574926557" sldId="310"/>
            <ac:spMk id="36" creationId="{551175B1-9192-7A44-8E66-B50B69C5E48D}"/>
          </ac:spMkLst>
        </pc:spChg>
        <pc:spChg chg="add mod">
          <ac:chgData name="Aggie Menezes" userId="74619c95fa3483c9" providerId="LiveId" clId="{7665E095-77CB-F949-8360-C998FD4F4076}" dt="2021-03-20T09:20:47.997" v="1013" actId="20577"/>
          <ac:spMkLst>
            <pc:docMk/>
            <pc:sldMk cId="2574926557" sldId="310"/>
            <ac:spMk id="37" creationId="{92EF8C26-4E6E-534A-86F9-015FD9F78A8E}"/>
          </ac:spMkLst>
        </pc:spChg>
        <pc:spChg chg="add mod">
          <ac:chgData name="Aggie Menezes" userId="74619c95fa3483c9" providerId="LiveId" clId="{7665E095-77CB-F949-8360-C998FD4F4076}" dt="2021-03-20T09:16:40.066" v="990" actId="1076"/>
          <ac:spMkLst>
            <pc:docMk/>
            <pc:sldMk cId="2574926557" sldId="310"/>
            <ac:spMk id="38" creationId="{3EFA5951-7E21-744C-B3B3-E300D5B8980E}"/>
          </ac:spMkLst>
        </pc:spChg>
        <pc:spChg chg="add mod">
          <ac:chgData name="Aggie Menezes" userId="74619c95fa3483c9" providerId="LiveId" clId="{7665E095-77CB-F949-8360-C998FD4F4076}" dt="2021-03-20T09:18:06.533" v="999" actId="164"/>
          <ac:spMkLst>
            <pc:docMk/>
            <pc:sldMk cId="2574926557" sldId="310"/>
            <ac:spMk id="39" creationId="{9416A92C-F0A6-6946-8F46-C9FF8CF1BAA1}"/>
          </ac:spMkLst>
        </pc:spChg>
        <pc:grpChg chg="add mod">
          <ac:chgData name="Aggie Menezes" userId="74619c95fa3483c9" providerId="LiveId" clId="{7665E095-77CB-F949-8360-C998FD4F4076}" dt="2021-03-20T09:17:50.411" v="998" actId="164"/>
          <ac:grpSpMkLst>
            <pc:docMk/>
            <pc:sldMk cId="2574926557" sldId="310"/>
            <ac:grpSpMk id="4" creationId="{42844A0C-0669-124A-96D2-CA6040ACE8D5}"/>
          </ac:grpSpMkLst>
        </pc:grpChg>
        <pc:grpChg chg="add mod">
          <ac:chgData name="Aggie Menezes" userId="74619c95fa3483c9" providerId="LiveId" clId="{7665E095-77CB-F949-8360-C998FD4F4076}" dt="2021-03-20T09:17:50.411" v="998" actId="164"/>
          <ac:grpSpMkLst>
            <pc:docMk/>
            <pc:sldMk cId="2574926557" sldId="310"/>
            <ac:grpSpMk id="5" creationId="{1DE2FB3E-5B12-3741-B066-241C0A8881F1}"/>
          </ac:grpSpMkLst>
        </pc:grpChg>
        <pc:grpChg chg="add mod">
          <ac:chgData name="Aggie Menezes" userId="74619c95fa3483c9" providerId="LiveId" clId="{7665E095-77CB-F949-8360-C998FD4F4076}" dt="2021-03-20T09:17:50.411" v="998" actId="164"/>
          <ac:grpSpMkLst>
            <pc:docMk/>
            <pc:sldMk cId="2574926557" sldId="310"/>
            <ac:grpSpMk id="7" creationId="{1C15CC72-E03D-4F4B-816F-07BB7599B240}"/>
          </ac:grpSpMkLst>
        </pc:grpChg>
        <pc:grpChg chg="add mod">
          <ac:chgData name="Aggie Menezes" userId="74619c95fa3483c9" providerId="LiveId" clId="{7665E095-77CB-F949-8360-C998FD4F4076}" dt="2021-03-20T09:18:06.533" v="999" actId="164"/>
          <ac:grpSpMkLst>
            <pc:docMk/>
            <pc:sldMk cId="2574926557" sldId="310"/>
            <ac:grpSpMk id="9" creationId="{C660A496-494C-564F-BFEB-C837B9770127}"/>
          </ac:grpSpMkLst>
        </pc:grpChg>
        <pc:graphicFrameChg chg="add del mod">
          <ac:chgData name="Aggie Menezes" userId="74619c95fa3483c9" providerId="LiveId" clId="{7665E095-77CB-F949-8360-C998FD4F4076}" dt="2021-03-20T09:11:21.641" v="953"/>
          <ac:graphicFrameMkLst>
            <pc:docMk/>
            <pc:sldMk cId="2574926557" sldId="310"/>
            <ac:graphicFrameMk id="3" creationId="{B4FA75A5-7BAA-824B-98F6-F824E9499540}"/>
          </ac:graphicFrameMkLst>
        </pc:graphicFrameChg>
      </pc:sldChg>
      <pc:sldChg chg="add del">
        <pc:chgData name="Aggie Menezes" userId="74619c95fa3483c9" providerId="LiveId" clId="{7665E095-77CB-F949-8360-C998FD4F4076}" dt="2021-02-13T05:15:49.551" v="440" actId="2696"/>
        <pc:sldMkLst>
          <pc:docMk/>
          <pc:sldMk cId="3497172268" sldId="310"/>
        </pc:sldMkLst>
      </pc:sldChg>
      <pc:sldChg chg="addSp delSp modSp add mod">
        <pc:chgData name="Aggie Menezes" userId="74619c95fa3483c9" providerId="LiveId" clId="{7665E095-77CB-F949-8360-C998FD4F4076}" dt="2021-03-31T06:18:57.140" v="1847" actId="20577"/>
        <pc:sldMkLst>
          <pc:docMk/>
          <pc:sldMk cId="957390011" sldId="311"/>
        </pc:sldMkLst>
        <pc:spChg chg="add del mod">
          <ac:chgData name="Aggie Menezes" userId="74619c95fa3483c9" providerId="LiveId" clId="{7665E095-77CB-F949-8360-C998FD4F4076}" dt="2021-03-23T08:52:51.269" v="1291"/>
          <ac:spMkLst>
            <pc:docMk/>
            <pc:sldMk cId="957390011" sldId="311"/>
            <ac:spMk id="2" creationId="{751E5569-2715-2B4E-A23F-8ED8E641DCE2}"/>
          </ac:spMkLst>
        </pc:spChg>
        <pc:spChg chg="add del mod">
          <ac:chgData name="Aggie Menezes" userId="74619c95fa3483c9" providerId="LiveId" clId="{7665E095-77CB-F949-8360-C998FD4F4076}" dt="2021-03-23T08:54:49.719" v="1367"/>
          <ac:spMkLst>
            <pc:docMk/>
            <pc:sldMk cId="957390011" sldId="311"/>
            <ac:spMk id="3" creationId="{D2989138-67BE-3940-AFBD-E64AD2EDA8D9}"/>
          </ac:spMkLst>
        </pc:spChg>
        <pc:spChg chg="add del mod">
          <ac:chgData name="Aggie Menezes" userId="74619c95fa3483c9" providerId="LiveId" clId="{7665E095-77CB-F949-8360-C998FD4F4076}" dt="2021-03-23T08:57:38.964" v="1483" actId="478"/>
          <ac:spMkLst>
            <pc:docMk/>
            <pc:sldMk cId="957390011" sldId="311"/>
            <ac:spMk id="4" creationId="{DD8DD087-36AC-6B43-A390-1D4C3086439A}"/>
          </ac:spMkLst>
        </pc:spChg>
        <pc:spChg chg="add del mod">
          <ac:chgData name="Aggie Menezes" userId="74619c95fa3483c9" providerId="LiveId" clId="{7665E095-77CB-F949-8360-C998FD4F4076}" dt="2021-03-23T09:02:32.906" v="1658"/>
          <ac:spMkLst>
            <pc:docMk/>
            <pc:sldMk cId="957390011" sldId="311"/>
            <ac:spMk id="5" creationId="{60A942EE-400C-5E47-B8BB-F73571689E08}"/>
          </ac:spMkLst>
        </pc:spChg>
        <pc:spChg chg="add mod">
          <ac:chgData name="Aggie Menezes" userId="74619c95fa3483c9" providerId="LiveId" clId="{7665E095-77CB-F949-8360-C998FD4F4076}" dt="2021-03-20T09:36:16.880" v="1187"/>
          <ac:spMkLst>
            <pc:docMk/>
            <pc:sldMk cId="957390011" sldId="311"/>
            <ac:spMk id="20" creationId="{1A43996A-4119-EE4F-9804-ABB5FEEFEE1B}"/>
          </ac:spMkLst>
        </pc:spChg>
        <pc:spChg chg="add mod">
          <ac:chgData name="Aggie Menezes" userId="74619c95fa3483c9" providerId="LiveId" clId="{7665E095-77CB-F949-8360-C998FD4F4076}" dt="2021-03-23T08:58:21.005" v="1501" actId="1076"/>
          <ac:spMkLst>
            <pc:docMk/>
            <pc:sldMk cId="957390011" sldId="311"/>
            <ac:spMk id="24" creationId="{1C4122DE-3C90-F24C-96B4-60AB0810A3AA}"/>
          </ac:spMkLst>
        </pc:spChg>
        <pc:spChg chg="mod">
          <ac:chgData name="Aggie Menezes" userId="74619c95fa3483c9" providerId="LiveId" clId="{7665E095-77CB-F949-8360-C998FD4F4076}" dt="2021-03-23T08:58:21.005" v="1501" actId="1076"/>
          <ac:spMkLst>
            <pc:docMk/>
            <pc:sldMk cId="957390011" sldId="311"/>
            <ac:spMk id="31" creationId="{78B2C20F-C16F-EA41-836A-5DB957FA2F40}"/>
          </ac:spMkLst>
        </pc:spChg>
        <pc:spChg chg="mod">
          <ac:chgData name="Aggie Menezes" userId="74619c95fa3483c9" providerId="LiveId" clId="{7665E095-77CB-F949-8360-C998FD4F4076}" dt="2021-03-23T08:58:21.005" v="1501" actId="1076"/>
          <ac:spMkLst>
            <pc:docMk/>
            <pc:sldMk cId="957390011" sldId="311"/>
            <ac:spMk id="41" creationId="{638C3A28-001D-7640-B5A6-55E2488BCB2E}"/>
          </ac:spMkLst>
        </pc:spChg>
        <pc:spChg chg="mod">
          <ac:chgData name="Aggie Menezes" userId="74619c95fa3483c9" providerId="LiveId" clId="{7665E095-77CB-F949-8360-C998FD4F4076}" dt="2021-03-23T08:58:21.005" v="1501" actId="1076"/>
          <ac:spMkLst>
            <pc:docMk/>
            <pc:sldMk cId="957390011" sldId="311"/>
            <ac:spMk id="42" creationId="{DD63C158-FA11-5F4B-B4FB-F977F2939EC2}"/>
          </ac:spMkLst>
        </pc:spChg>
        <pc:spChg chg="mod">
          <ac:chgData name="Aggie Menezes" userId="74619c95fa3483c9" providerId="LiveId" clId="{7665E095-77CB-F949-8360-C998FD4F4076}" dt="2021-03-23T09:01:02.038" v="1596" actId="14100"/>
          <ac:spMkLst>
            <pc:docMk/>
            <pc:sldMk cId="957390011" sldId="311"/>
            <ac:spMk id="43" creationId="{9EC00AC6-2F3F-DC45-9849-5F3CFC69E815}"/>
          </ac:spMkLst>
        </pc:spChg>
        <pc:spChg chg="mod">
          <ac:chgData name="Aggie Menezes" userId="74619c95fa3483c9" providerId="LiveId" clId="{7665E095-77CB-F949-8360-C998FD4F4076}" dt="2021-03-23T08:58:21.005" v="1501" actId="1076"/>
          <ac:spMkLst>
            <pc:docMk/>
            <pc:sldMk cId="957390011" sldId="311"/>
            <ac:spMk id="44" creationId="{EF096ACF-3D5F-FD45-A460-1F66375DCC04}"/>
          </ac:spMkLst>
        </pc:spChg>
        <pc:spChg chg="mod">
          <ac:chgData name="Aggie Menezes" userId="74619c95fa3483c9" providerId="LiveId" clId="{7665E095-77CB-F949-8360-C998FD4F4076}" dt="2021-03-23T08:58:21.005" v="1501" actId="1076"/>
          <ac:spMkLst>
            <pc:docMk/>
            <pc:sldMk cId="957390011" sldId="311"/>
            <ac:spMk id="45" creationId="{AE1E84B4-1F31-444B-9BD0-B3845092803C}"/>
          </ac:spMkLst>
        </pc:spChg>
        <pc:spChg chg="mod">
          <ac:chgData name="Aggie Menezes" userId="74619c95fa3483c9" providerId="LiveId" clId="{7665E095-77CB-F949-8360-C998FD4F4076}" dt="2021-03-23T08:58:21.005" v="1501" actId="1076"/>
          <ac:spMkLst>
            <pc:docMk/>
            <pc:sldMk cId="957390011" sldId="311"/>
            <ac:spMk id="46" creationId="{2173B1E7-1CDD-CC41-9DF1-51D13C1671D9}"/>
          </ac:spMkLst>
        </pc:spChg>
        <pc:spChg chg="mod">
          <ac:chgData name="Aggie Menezes" userId="74619c95fa3483c9" providerId="LiveId" clId="{7665E095-77CB-F949-8360-C998FD4F4076}" dt="2021-03-23T08:58:21.005" v="1501" actId="1076"/>
          <ac:spMkLst>
            <pc:docMk/>
            <pc:sldMk cId="957390011" sldId="311"/>
            <ac:spMk id="47" creationId="{A6C54017-997A-064E-A9E1-103C3BC78139}"/>
          </ac:spMkLst>
        </pc:spChg>
        <pc:spChg chg="mod">
          <ac:chgData name="Aggie Menezes" userId="74619c95fa3483c9" providerId="LiveId" clId="{7665E095-77CB-F949-8360-C998FD4F4076}" dt="2021-03-31T06:18:57.140" v="1847" actId="20577"/>
          <ac:spMkLst>
            <pc:docMk/>
            <pc:sldMk cId="957390011" sldId="311"/>
            <ac:spMk id="48" creationId="{64289443-4898-2846-BAFA-F9CC972448CE}"/>
          </ac:spMkLst>
        </pc:spChg>
        <pc:spChg chg="mod">
          <ac:chgData name="Aggie Menezes" userId="74619c95fa3483c9" providerId="LiveId" clId="{7665E095-77CB-F949-8360-C998FD4F4076}" dt="2021-03-23T08:58:40.283" v="1502" actId="1076"/>
          <ac:spMkLst>
            <pc:docMk/>
            <pc:sldMk cId="957390011" sldId="311"/>
            <ac:spMk id="178" creationId="{A64D663D-60B2-3C4A-8C8E-7DC40C530EB2}"/>
          </ac:spMkLst>
        </pc:spChg>
        <pc:spChg chg="mod">
          <ac:chgData name="Aggie Menezes" userId="74619c95fa3483c9" providerId="LiveId" clId="{7665E095-77CB-F949-8360-C998FD4F4076}" dt="2021-03-23T08:59:19.479" v="1523" actId="20577"/>
          <ac:spMkLst>
            <pc:docMk/>
            <pc:sldMk cId="957390011" sldId="311"/>
            <ac:spMk id="187" creationId="{ECEB0D49-FF9C-574D-961E-ECB534FDF0CB}"/>
          </ac:spMkLst>
        </pc:spChg>
        <pc:spChg chg="mod">
          <ac:chgData name="Aggie Menezes" userId="74619c95fa3483c9" providerId="LiveId" clId="{7665E095-77CB-F949-8360-C998FD4F4076}" dt="2021-03-23T09:00:01.894" v="1550" actId="20577"/>
          <ac:spMkLst>
            <pc:docMk/>
            <pc:sldMk cId="957390011" sldId="311"/>
            <ac:spMk id="188" creationId="{DA5D69DB-08C4-6F46-9B4C-2256B368B501}"/>
          </ac:spMkLst>
        </pc:spChg>
        <pc:spChg chg="mod">
          <ac:chgData name="Aggie Menezes" userId="74619c95fa3483c9" providerId="LiveId" clId="{7665E095-77CB-F949-8360-C998FD4F4076}" dt="2021-03-23T09:00:17.744" v="1573" actId="20577"/>
          <ac:spMkLst>
            <pc:docMk/>
            <pc:sldMk cId="957390011" sldId="311"/>
            <ac:spMk id="189" creationId="{9DA8BBDA-6DE8-A34A-AC7E-A187FCD7FD06}"/>
          </ac:spMkLst>
        </pc:spChg>
        <pc:spChg chg="mod">
          <ac:chgData name="Aggie Menezes" userId="74619c95fa3483c9" providerId="LiveId" clId="{7665E095-77CB-F949-8360-C998FD4F4076}" dt="2021-03-23T09:02:19.423" v="1656" actId="255"/>
          <ac:spMkLst>
            <pc:docMk/>
            <pc:sldMk cId="957390011" sldId="311"/>
            <ac:spMk id="190" creationId="{DAADC825-DDCB-1E4A-AB92-66F963616966}"/>
          </ac:spMkLst>
        </pc:spChg>
        <pc:spChg chg="mod">
          <ac:chgData name="Aggie Menezes" userId="74619c95fa3483c9" providerId="LiveId" clId="{7665E095-77CB-F949-8360-C998FD4F4076}" dt="2021-03-23T09:03:05.259" v="1703" actId="255"/>
          <ac:spMkLst>
            <pc:docMk/>
            <pc:sldMk cId="957390011" sldId="311"/>
            <ac:spMk id="191" creationId="{F0F1295F-9774-7342-8569-299A24B9818E}"/>
          </ac:spMkLst>
        </pc:spChg>
        <pc:spChg chg="mod">
          <ac:chgData name="Aggie Menezes" userId="74619c95fa3483c9" providerId="LiveId" clId="{7665E095-77CB-F949-8360-C998FD4F4076}" dt="2021-03-23T09:03:41.295" v="1742" actId="255"/>
          <ac:spMkLst>
            <pc:docMk/>
            <pc:sldMk cId="957390011" sldId="311"/>
            <ac:spMk id="192" creationId="{07381539-65B0-9347-8E63-CF525073C701}"/>
          </ac:spMkLst>
        </pc:spChg>
        <pc:spChg chg="mod">
          <ac:chgData name="Aggie Menezes" userId="74619c95fa3483c9" providerId="LiveId" clId="{7665E095-77CB-F949-8360-C998FD4F4076}" dt="2021-03-23T09:01:48.329" v="1621" actId="20577"/>
          <ac:spMkLst>
            <pc:docMk/>
            <pc:sldMk cId="957390011" sldId="311"/>
            <ac:spMk id="193" creationId="{4BC3BEE8-2FB9-D241-B664-FD142C63215E}"/>
          </ac:spMkLst>
        </pc:spChg>
        <pc:spChg chg="mod">
          <ac:chgData name="Aggie Menezes" userId="74619c95fa3483c9" providerId="LiveId" clId="{7665E095-77CB-F949-8360-C998FD4F4076}" dt="2021-03-23T08:58:40.283" v="1502" actId="1076"/>
          <ac:spMkLst>
            <pc:docMk/>
            <pc:sldMk cId="957390011" sldId="311"/>
            <ac:spMk id="194" creationId="{E88AD175-D1AB-5342-A183-B173F5210064}"/>
          </ac:spMkLst>
        </pc:spChg>
      </pc:sldChg>
      <pc:sldChg chg="del">
        <pc:chgData name="Aggie Menezes" userId="74619c95fa3483c9" providerId="LiveId" clId="{7665E095-77CB-F949-8360-C998FD4F4076}" dt="2021-01-29T15:26:24.614" v="22" actId="2696"/>
        <pc:sldMkLst>
          <pc:docMk/>
          <pc:sldMk cId="987085376" sldId="311"/>
        </pc:sldMkLst>
      </pc:sldChg>
      <pc:sldChg chg="del">
        <pc:chgData name="Aggie Menezes" userId="74619c95fa3483c9" providerId="LiveId" clId="{7665E095-77CB-F949-8360-C998FD4F4076}" dt="2021-03-18T11:12:41.447" v="943" actId="2696"/>
        <pc:sldMkLst>
          <pc:docMk/>
          <pc:sldMk cId="2194156923" sldId="311"/>
        </pc:sldMkLst>
      </pc:sldChg>
      <pc:sldChg chg="add">
        <pc:chgData name="Aggie Menezes" userId="74619c95fa3483c9" providerId="LiveId" clId="{7665E095-77CB-F949-8360-C998FD4F4076}" dt="2021-03-31T05:38:42.477" v="1783" actId="2890"/>
        <pc:sldMkLst>
          <pc:docMk/>
          <pc:sldMk cId="68113603" sldId="312"/>
        </pc:sldMkLst>
      </pc:sldChg>
      <pc:sldChg chg="del">
        <pc:chgData name="Aggie Menezes" userId="74619c95fa3483c9" providerId="LiveId" clId="{7665E095-77CB-F949-8360-C998FD4F4076}" dt="2021-01-29T15:26:27.992" v="23" actId="2696"/>
        <pc:sldMkLst>
          <pc:docMk/>
          <pc:sldMk cId="3785382878" sldId="312"/>
        </pc:sldMkLst>
      </pc:sldChg>
      <pc:sldChg chg="del">
        <pc:chgData name="Aggie Menezes" userId="74619c95fa3483c9" providerId="LiveId" clId="{7665E095-77CB-F949-8360-C998FD4F4076}" dt="2021-01-29T15:26:31.391" v="24" actId="2696"/>
        <pc:sldMkLst>
          <pc:docMk/>
          <pc:sldMk cId="4142342927" sldId="313"/>
        </pc:sldMkLst>
      </pc:sldChg>
      <pc:sldChg chg="del">
        <pc:chgData name="Aggie Menezes" userId="74619c95fa3483c9" providerId="LiveId" clId="{7665E095-77CB-F949-8360-C998FD4F4076}" dt="2021-01-29T15:26:42.344" v="27" actId="2696"/>
        <pc:sldMkLst>
          <pc:docMk/>
          <pc:sldMk cId="1485820774" sldId="314"/>
        </pc:sldMkLst>
      </pc:sldChg>
      <pc:sldChg chg="del">
        <pc:chgData name="Aggie Menezes" userId="74619c95fa3483c9" providerId="LiveId" clId="{7665E095-77CB-F949-8360-C998FD4F4076}" dt="2021-03-18T11:10:35.306" v="901" actId="2696"/>
        <pc:sldMkLst>
          <pc:docMk/>
          <pc:sldMk cId="3982951475" sldId="314"/>
        </pc:sldMkLst>
      </pc:sldChg>
      <pc:sldChg chg="del">
        <pc:chgData name="Aggie Menezes" userId="74619c95fa3483c9" providerId="LiveId" clId="{7665E095-77CB-F949-8360-C998FD4F4076}" dt="2021-01-29T15:26:35.198" v="25" actId="2696"/>
        <pc:sldMkLst>
          <pc:docMk/>
          <pc:sldMk cId="204016783" sldId="315"/>
        </pc:sldMkLst>
      </pc:sldChg>
      <pc:sldChg chg="del">
        <pc:chgData name="Aggie Menezes" userId="74619c95fa3483c9" providerId="LiveId" clId="{7665E095-77CB-F949-8360-C998FD4F4076}" dt="2021-01-29T15:26:38.947" v="26" actId="2696"/>
        <pc:sldMkLst>
          <pc:docMk/>
          <pc:sldMk cId="1057399204" sldId="316"/>
        </pc:sldMkLst>
      </pc:sldChg>
    </pc:docChg>
  </pc:docChgLst>
  <pc:docChgLst>
    <pc:chgData name="Aggie Menezes" userId="74619c95fa3483c9" providerId="LiveId" clId="{9985A848-EC86-A84C-866A-766BD99E161B}"/>
    <pc:docChg chg="custSel addSld delSld modSld">
      <pc:chgData name="Aggie Menezes" userId="74619c95fa3483c9" providerId="LiveId" clId="{9985A848-EC86-A84C-866A-766BD99E161B}" dt="2021-01-25T08:00:27.116" v="997"/>
      <pc:docMkLst>
        <pc:docMk/>
      </pc:docMkLst>
      <pc:sldChg chg="addSp delSp">
        <pc:chgData name="Aggie Menezes" userId="74619c95fa3483c9" providerId="LiveId" clId="{9985A848-EC86-A84C-866A-766BD99E161B}" dt="2021-01-23T04:22:43.112" v="212"/>
        <pc:sldMkLst>
          <pc:docMk/>
          <pc:sldMk cId="0" sldId="257"/>
        </pc:sldMkLst>
        <pc:grpChg chg="add del">
          <ac:chgData name="Aggie Menezes" userId="74619c95fa3483c9" providerId="LiveId" clId="{9985A848-EC86-A84C-866A-766BD99E161B}" dt="2021-01-23T04:21:09.896" v="169"/>
          <ac:grpSpMkLst>
            <pc:docMk/>
            <pc:sldMk cId="0" sldId="257"/>
            <ac:grpSpMk id="14" creationId="{3D88D3BD-7A54-7B4F-A4D7-3E379DA05CF0}"/>
          </ac:grpSpMkLst>
        </pc:grpChg>
        <pc:grpChg chg="add">
          <ac:chgData name="Aggie Menezes" userId="74619c95fa3483c9" providerId="LiveId" clId="{9985A848-EC86-A84C-866A-766BD99E161B}" dt="2021-01-23T04:21:09.896" v="169"/>
          <ac:grpSpMkLst>
            <pc:docMk/>
            <pc:sldMk cId="0" sldId="257"/>
            <ac:grpSpMk id="16" creationId="{C25D41EE-45F2-114E-89B6-7FBA558C4D05}"/>
          </ac:grpSpMkLst>
        </pc:grpChg>
        <pc:grpChg chg="add del">
          <ac:chgData name="Aggie Menezes" userId="74619c95fa3483c9" providerId="LiveId" clId="{9985A848-EC86-A84C-866A-766BD99E161B}" dt="2021-01-23T04:21:19.516" v="179"/>
          <ac:grpSpMkLst>
            <pc:docMk/>
            <pc:sldMk cId="0" sldId="257"/>
            <ac:grpSpMk id="27" creationId="{9B82EF5A-456B-9D4E-8620-C6EA2C945BDB}"/>
          </ac:grpSpMkLst>
        </pc:grpChg>
        <pc:grpChg chg="add">
          <ac:chgData name="Aggie Menezes" userId="74619c95fa3483c9" providerId="LiveId" clId="{9985A848-EC86-A84C-866A-766BD99E161B}" dt="2021-01-23T04:21:19.516" v="179"/>
          <ac:grpSpMkLst>
            <pc:docMk/>
            <pc:sldMk cId="0" sldId="257"/>
            <ac:grpSpMk id="30" creationId="{24105E4F-383A-6340-A628-A640093701E3}"/>
          </ac:grpSpMkLst>
        </pc:grpChg>
        <pc:grpChg chg="add del">
          <ac:chgData name="Aggie Menezes" userId="74619c95fa3483c9" providerId="LiveId" clId="{9985A848-EC86-A84C-866A-766BD99E161B}" dt="2021-01-23T04:22:14.542" v="195"/>
          <ac:grpSpMkLst>
            <pc:docMk/>
            <pc:sldMk cId="0" sldId="257"/>
            <ac:grpSpMk id="36" creationId="{1785529E-97C2-C948-90AB-3DCC28D03194}"/>
          </ac:grpSpMkLst>
        </pc:grpChg>
        <pc:grpChg chg="add">
          <ac:chgData name="Aggie Menezes" userId="74619c95fa3483c9" providerId="LiveId" clId="{9985A848-EC86-A84C-866A-766BD99E161B}" dt="2021-01-23T04:22:14.542" v="195"/>
          <ac:grpSpMkLst>
            <pc:docMk/>
            <pc:sldMk cId="0" sldId="257"/>
            <ac:grpSpMk id="46" creationId="{26A63E3A-F54B-8647-BDD3-41B9F6195941}"/>
          </ac:grpSpMkLst>
        </pc:grpChg>
        <pc:grpChg chg="add">
          <ac:chgData name="Aggie Menezes" userId="74619c95fa3483c9" providerId="LiveId" clId="{9985A848-EC86-A84C-866A-766BD99E161B}" dt="2021-01-23T04:22:14.542" v="195"/>
          <ac:grpSpMkLst>
            <pc:docMk/>
            <pc:sldMk cId="0" sldId="257"/>
            <ac:grpSpMk id="47" creationId="{66C79E0A-3663-2C43-BF1D-70B1BBA16E7B}"/>
          </ac:grpSpMkLst>
        </pc:grpChg>
        <pc:grpChg chg="add">
          <ac:chgData name="Aggie Menezes" userId="74619c95fa3483c9" providerId="LiveId" clId="{9985A848-EC86-A84C-866A-766BD99E161B}" dt="2021-01-23T04:22:17.430" v="198"/>
          <ac:grpSpMkLst>
            <pc:docMk/>
            <pc:sldMk cId="0" sldId="257"/>
            <ac:grpSpMk id="50" creationId="{E4036A6D-6CCC-A84D-9558-8CB9AC8C576E}"/>
          </ac:grpSpMkLst>
        </pc:grpChg>
        <pc:grpChg chg="add">
          <ac:chgData name="Aggie Menezes" userId="74619c95fa3483c9" providerId="LiveId" clId="{9985A848-EC86-A84C-866A-766BD99E161B}" dt="2021-01-23T04:22:19.673" v="204"/>
          <ac:grpSpMkLst>
            <pc:docMk/>
            <pc:sldMk cId="0" sldId="257"/>
            <ac:grpSpMk id="56" creationId="{6FF9EB55-6D82-7F4D-8D0A-F0FB53949C32}"/>
          </ac:grpSpMkLst>
        </pc:grpChg>
        <pc:grpChg chg="add">
          <ac:chgData name="Aggie Menezes" userId="74619c95fa3483c9" providerId="LiveId" clId="{9985A848-EC86-A84C-866A-766BD99E161B}" dt="2021-01-23T04:22:19.673" v="204"/>
          <ac:grpSpMkLst>
            <pc:docMk/>
            <pc:sldMk cId="0" sldId="257"/>
            <ac:grpSpMk id="57" creationId="{821DEFD8-22D3-9149-B9DD-34FD00A44D7E}"/>
          </ac:grpSpMkLst>
        </pc:grpChg>
        <pc:grpChg chg="add">
          <ac:chgData name="Aggie Menezes" userId="74619c95fa3483c9" providerId="LiveId" clId="{9985A848-EC86-A84C-866A-766BD99E161B}" dt="2021-01-23T04:22:43.112" v="212"/>
          <ac:grpSpMkLst>
            <pc:docMk/>
            <pc:sldMk cId="0" sldId="257"/>
            <ac:grpSpMk id="65" creationId="{ED631D1A-A237-984B-BFA2-77797C0E1D8C}"/>
          </ac:grpSpMkLst>
        </pc:grpChg>
        <pc:inkChg chg="add topLvl">
          <ac:chgData name="Aggie Menezes" userId="74619c95fa3483c9" providerId="LiveId" clId="{9985A848-EC86-A84C-866A-766BD99E161B}" dt="2021-01-23T04:21:09.896" v="169"/>
          <ac:inkMkLst>
            <pc:docMk/>
            <pc:sldMk cId="0" sldId="257"/>
            <ac:inkMk id="3" creationId="{0D664D59-1FCD-A44F-BCC8-317B8D5178D7}"/>
          </ac:inkMkLst>
        </pc:inkChg>
        <pc:inkChg chg="add topLvl">
          <ac:chgData name="Aggie Menezes" userId="74619c95fa3483c9" providerId="LiveId" clId="{9985A848-EC86-A84C-866A-766BD99E161B}" dt="2021-01-23T04:21:09.896" v="169"/>
          <ac:inkMkLst>
            <pc:docMk/>
            <pc:sldMk cId="0" sldId="257"/>
            <ac:inkMk id="4" creationId="{ED0BAC24-F166-5A41-AD38-A6FE9061BC6B}"/>
          </ac:inkMkLst>
        </pc:inkChg>
        <pc:inkChg chg="add topLvl">
          <ac:chgData name="Aggie Menezes" userId="74619c95fa3483c9" providerId="LiveId" clId="{9985A848-EC86-A84C-866A-766BD99E161B}" dt="2021-01-23T04:21:09.896" v="169"/>
          <ac:inkMkLst>
            <pc:docMk/>
            <pc:sldMk cId="0" sldId="257"/>
            <ac:inkMk id="5" creationId="{5B2F8658-39EC-6A4B-80F4-CBF28F09B669}"/>
          </ac:inkMkLst>
        </pc:inkChg>
        <pc:inkChg chg="add topLvl">
          <ac:chgData name="Aggie Menezes" userId="74619c95fa3483c9" providerId="LiveId" clId="{9985A848-EC86-A84C-866A-766BD99E161B}" dt="2021-01-23T04:21:09.896" v="169"/>
          <ac:inkMkLst>
            <pc:docMk/>
            <pc:sldMk cId="0" sldId="257"/>
            <ac:inkMk id="6" creationId="{19A04DF7-3B55-7741-978B-F894B7755E35}"/>
          </ac:inkMkLst>
        </pc:inkChg>
        <pc:inkChg chg="add topLvl">
          <ac:chgData name="Aggie Menezes" userId="74619c95fa3483c9" providerId="LiveId" clId="{9985A848-EC86-A84C-866A-766BD99E161B}" dt="2021-01-23T04:21:09.896" v="169"/>
          <ac:inkMkLst>
            <pc:docMk/>
            <pc:sldMk cId="0" sldId="257"/>
            <ac:inkMk id="7" creationId="{54A0DFF8-3D33-2E43-9788-44507E1F09D5}"/>
          </ac:inkMkLst>
        </pc:inkChg>
        <pc:inkChg chg="add topLvl">
          <ac:chgData name="Aggie Menezes" userId="74619c95fa3483c9" providerId="LiveId" clId="{9985A848-EC86-A84C-866A-766BD99E161B}" dt="2021-01-23T04:21:09.896" v="169"/>
          <ac:inkMkLst>
            <pc:docMk/>
            <pc:sldMk cId="0" sldId="257"/>
            <ac:inkMk id="8" creationId="{5AE9C314-0E4C-EF49-A2A0-2820897DB8FD}"/>
          </ac:inkMkLst>
        </pc:inkChg>
        <pc:inkChg chg="add topLvl">
          <ac:chgData name="Aggie Menezes" userId="74619c95fa3483c9" providerId="LiveId" clId="{9985A848-EC86-A84C-866A-766BD99E161B}" dt="2021-01-23T04:21:09.896" v="169"/>
          <ac:inkMkLst>
            <pc:docMk/>
            <pc:sldMk cId="0" sldId="257"/>
            <ac:inkMk id="9" creationId="{EF01C213-D101-5047-B8E3-4C320C716574}"/>
          </ac:inkMkLst>
        </pc:inkChg>
        <pc:inkChg chg="add topLvl">
          <ac:chgData name="Aggie Menezes" userId="74619c95fa3483c9" providerId="LiveId" clId="{9985A848-EC86-A84C-866A-766BD99E161B}" dt="2021-01-23T04:21:09.896" v="169"/>
          <ac:inkMkLst>
            <pc:docMk/>
            <pc:sldMk cId="0" sldId="257"/>
            <ac:inkMk id="10" creationId="{F004506F-5989-7947-BFB9-6228A11A1381}"/>
          </ac:inkMkLst>
        </pc:inkChg>
        <pc:inkChg chg="add topLvl">
          <ac:chgData name="Aggie Menezes" userId="74619c95fa3483c9" providerId="LiveId" clId="{9985A848-EC86-A84C-866A-766BD99E161B}" dt="2021-01-23T04:21:09.896" v="169"/>
          <ac:inkMkLst>
            <pc:docMk/>
            <pc:sldMk cId="0" sldId="257"/>
            <ac:inkMk id="11" creationId="{979E7409-F261-8C4D-8BE6-82A899B95A1E}"/>
          </ac:inkMkLst>
        </pc:inkChg>
        <pc:inkChg chg="add topLvl">
          <ac:chgData name="Aggie Menezes" userId="74619c95fa3483c9" providerId="LiveId" clId="{9985A848-EC86-A84C-866A-766BD99E161B}" dt="2021-01-23T04:21:09.896" v="169"/>
          <ac:inkMkLst>
            <pc:docMk/>
            <pc:sldMk cId="0" sldId="257"/>
            <ac:inkMk id="12" creationId="{9C38117D-50B3-BE43-8E7A-44C88AF96519}"/>
          </ac:inkMkLst>
        </pc:inkChg>
        <pc:inkChg chg="add topLvl">
          <ac:chgData name="Aggie Menezes" userId="74619c95fa3483c9" providerId="LiveId" clId="{9985A848-EC86-A84C-866A-766BD99E161B}" dt="2021-01-23T04:21:09.896" v="169"/>
          <ac:inkMkLst>
            <pc:docMk/>
            <pc:sldMk cId="0" sldId="257"/>
            <ac:inkMk id="13" creationId="{398A9AFE-BD12-8A4F-8C66-529ABFF096E2}"/>
          </ac:inkMkLst>
        </pc:inkChg>
        <pc:inkChg chg="add">
          <ac:chgData name="Aggie Menezes" userId="74619c95fa3483c9" providerId="LiveId" clId="{9985A848-EC86-A84C-866A-766BD99E161B}" dt="2021-01-23T04:21:09.361" v="168"/>
          <ac:inkMkLst>
            <pc:docMk/>
            <pc:sldMk cId="0" sldId="257"/>
            <ac:inkMk id="15" creationId="{BF5EF9B6-8F4F-C24D-9778-F8047615A2EE}"/>
          </ac:inkMkLst>
        </pc:inkChg>
        <pc:inkChg chg="add topLvl">
          <ac:chgData name="Aggie Menezes" userId="74619c95fa3483c9" providerId="LiveId" clId="{9985A848-EC86-A84C-866A-766BD99E161B}" dt="2021-01-23T04:21:19.516" v="179"/>
          <ac:inkMkLst>
            <pc:docMk/>
            <pc:sldMk cId="0" sldId="257"/>
            <ac:inkMk id="17" creationId="{09725E3E-E54E-304B-B423-EC13F85516C6}"/>
          </ac:inkMkLst>
        </pc:inkChg>
        <pc:inkChg chg="add topLvl">
          <ac:chgData name="Aggie Menezes" userId="74619c95fa3483c9" providerId="LiveId" clId="{9985A848-EC86-A84C-866A-766BD99E161B}" dt="2021-01-23T04:21:19.516" v="179"/>
          <ac:inkMkLst>
            <pc:docMk/>
            <pc:sldMk cId="0" sldId="257"/>
            <ac:inkMk id="20" creationId="{2C98C954-6072-2341-9D51-B600B8AEFD8E}"/>
          </ac:inkMkLst>
        </pc:inkChg>
        <pc:inkChg chg="add topLvl">
          <ac:chgData name="Aggie Menezes" userId="74619c95fa3483c9" providerId="LiveId" clId="{9985A848-EC86-A84C-866A-766BD99E161B}" dt="2021-01-23T04:21:19.516" v="179"/>
          <ac:inkMkLst>
            <pc:docMk/>
            <pc:sldMk cId="0" sldId="257"/>
            <ac:inkMk id="22" creationId="{D5F0B94A-BBD3-7748-A2A1-EC755B385D5D}"/>
          </ac:inkMkLst>
        </pc:inkChg>
        <pc:inkChg chg="add topLvl">
          <ac:chgData name="Aggie Menezes" userId="74619c95fa3483c9" providerId="LiveId" clId="{9985A848-EC86-A84C-866A-766BD99E161B}" dt="2021-01-23T04:21:19.516" v="179"/>
          <ac:inkMkLst>
            <pc:docMk/>
            <pc:sldMk cId="0" sldId="257"/>
            <ac:inkMk id="23" creationId="{58E19F5B-4BA2-AE4F-BF9C-39D3610F3153}"/>
          </ac:inkMkLst>
        </pc:inkChg>
        <pc:inkChg chg="add topLvl">
          <ac:chgData name="Aggie Menezes" userId="74619c95fa3483c9" providerId="LiveId" clId="{9985A848-EC86-A84C-866A-766BD99E161B}" dt="2021-01-23T04:21:19.516" v="179"/>
          <ac:inkMkLst>
            <pc:docMk/>
            <pc:sldMk cId="0" sldId="257"/>
            <ac:inkMk id="25" creationId="{A3D5CEA6-0822-BC4C-8BAF-7E61053CE6AD}"/>
          </ac:inkMkLst>
        </pc:inkChg>
        <pc:inkChg chg="add topLvl">
          <ac:chgData name="Aggie Menezes" userId="74619c95fa3483c9" providerId="LiveId" clId="{9985A848-EC86-A84C-866A-766BD99E161B}" dt="2021-01-23T04:21:19.516" v="179"/>
          <ac:inkMkLst>
            <pc:docMk/>
            <pc:sldMk cId="0" sldId="257"/>
            <ac:inkMk id="26" creationId="{7AEDCDB7-A251-884D-8925-648DF32749C8}"/>
          </ac:inkMkLst>
        </pc:inkChg>
        <pc:inkChg chg="add">
          <ac:chgData name="Aggie Menezes" userId="74619c95fa3483c9" providerId="LiveId" clId="{9985A848-EC86-A84C-866A-766BD99E161B}" dt="2021-01-23T04:21:18.437" v="177"/>
          <ac:inkMkLst>
            <pc:docMk/>
            <pc:sldMk cId="0" sldId="257"/>
            <ac:inkMk id="28" creationId="{AD64BFB7-A0D8-A449-88B7-B24673A5B5D4}"/>
          </ac:inkMkLst>
        </pc:inkChg>
        <pc:inkChg chg="add">
          <ac:chgData name="Aggie Menezes" userId="74619c95fa3483c9" providerId="LiveId" clId="{9985A848-EC86-A84C-866A-766BD99E161B}" dt="2021-01-23T04:21:18.987" v="178"/>
          <ac:inkMkLst>
            <pc:docMk/>
            <pc:sldMk cId="0" sldId="257"/>
            <ac:inkMk id="29" creationId="{71DD38A0-1C9C-4F4E-958C-B2954EFF6105}"/>
          </ac:inkMkLst>
        </pc:inkChg>
        <pc:inkChg chg="add">
          <ac:chgData name="Aggie Menezes" userId="74619c95fa3483c9" providerId="LiveId" clId="{9985A848-EC86-A84C-866A-766BD99E161B}" dt="2021-01-23T04:21:39.948" v="180"/>
          <ac:inkMkLst>
            <pc:docMk/>
            <pc:sldMk cId="0" sldId="257"/>
            <ac:inkMk id="31" creationId="{107C4D65-EAEF-5549-A8D1-2E2755BC631E}"/>
          </ac:inkMkLst>
        </pc:inkChg>
        <pc:inkChg chg="add topLvl">
          <ac:chgData name="Aggie Menezes" userId="74619c95fa3483c9" providerId="LiveId" clId="{9985A848-EC86-A84C-866A-766BD99E161B}" dt="2021-01-23T04:22:14.542" v="195"/>
          <ac:inkMkLst>
            <pc:docMk/>
            <pc:sldMk cId="0" sldId="257"/>
            <ac:inkMk id="32" creationId="{2478E1D7-D2D2-034D-81EE-0E7CEC0AB1DA}"/>
          </ac:inkMkLst>
        </pc:inkChg>
        <pc:inkChg chg="add topLvl">
          <ac:chgData name="Aggie Menezes" userId="74619c95fa3483c9" providerId="LiveId" clId="{9985A848-EC86-A84C-866A-766BD99E161B}" dt="2021-01-23T04:22:14.542" v="195"/>
          <ac:inkMkLst>
            <pc:docMk/>
            <pc:sldMk cId="0" sldId="257"/>
            <ac:inkMk id="33" creationId="{1FF23B81-7D1E-F349-899C-A7EDDA0ECD6D}"/>
          </ac:inkMkLst>
        </pc:inkChg>
        <pc:inkChg chg="add topLvl">
          <ac:chgData name="Aggie Menezes" userId="74619c95fa3483c9" providerId="LiveId" clId="{9985A848-EC86-A84C-866A-766BD99E161B}" dt="2021-01-23T04:22:14.542" v="195"/>
          <ac:inkMkLst>
            <pc:docMk/>
            <pc:sldMk cId="0" sldId="257"/>
            <ac:inkMk id="34" creationId="{1104C54E-D8D9-1D47-A27C-55A0BE2182C4}"/>
          </ac:inkMkLst>
        </pc:inkChg>
        <pc:inkChg chg="add topLvl">
          <ac:chgData name="Aggie Menezes" userId="74619c95fa3483c9" providerId="LiveId" clId="{9985A848-EC86-A84C-866A-766BD99E161B}" dt="2021-01-23T04:22:14.542" v="195"/>
          <ac:inkMkLst>
            <pc:docMk/>
            <pc:sldMk cId="0" sldId="257"/>
            <ac:inkMk id="35" creationId="{569F0C06-7A74-CF4E-8B29-F3782128DB0F}"/>
          </ac:inkMkLst>
        </pc:inkChg>
        <pc:inkChg chg="add">
          <ac:chgData name="Aggie Menezes" userId="74619c95fa3483c9" providerId="LiveId" clId="{9985A848-EC86-A84C-866A-766BD99E161B}" dt="2021-01-23T04:22:10.273" v="186"/>
          <ac:inkMkLst>
            <pc:docMk/>
            <pc:sldMk cId="0" sldId="257"/>
            <ac:inkMk id="37" creationId="{85BE8FC7-D9C4-1440-865D-1EAB249EB146}"/>
          </ac:inkMkLst>
        </pc:inkChg>
        <pc:inkChg chg="add">
          <ac:chgData name="Aggie Menezes" userId="74619c95fa3483c9" providerId="LiveId" clId="{9985A848-EC86-A84C-866A-766BD99E161B}" dt="2021-01-23T04:22:10.879" v="187"/>
          <ac:inkMkLst>
            <pc:docMk/>
            <pc:sldMk cId="0" sldId="257"/>
            <ac:inkMk id="38" creationId="{27E2CE5C-8FD8-6347-B3D6-776B83995A21}"/>
          </ac:inkMkLst>
        </pc:inkChg>
        <pc:inkChg chg="add">
          <ac:chgData name="Aggie Menezes" userId="74619c95fa3483c9" providerId="LiveId" clId="{9985A848-EC86-A84C-866A-766BD99E161B}" dt="2021-01-23T04:22:11.636" v="188"/>
          <ac:inkMkLst>
            <pc:docMk/>
            <pc:sldMk cId="0" sldId="257"/>
            <ac:inkMk id="39" creationId="{BD26E3DE-4FA6-FF47-A6AD-5425D6978F45}"/>
          </ac:inkMkLst>
        </pc:inkChg>
        <pc:inkChg chg="add">
          <ac:chgData name="Aggie Menezes" userId="74619c95fa3483c9" providerId="LiveId" clId="{9985A848-EC86-A84C-866A-766BD99E161B}" dt="2021-01-23T04:22:11.837" v="189"/>
          <ac:inkMkLst>
            <pc:docMk/>
            <pc:sldMk cId="0" sldId="257"/>
            <ac:inkMk id="40" creationId="{27A105FE-0B57-DC40-AB40-ECA27D87E113}"/>
          </ac:inkMkLst>
        </pc:inkChg>
        <pc:inkChg chg="add">
          <ac:chgData name="Aggie Menezes" userId="74619c95fa3483c9" providerId="LiveId" clId="{9985A848-EC86-A84C-866A-766BD99E161B}" dt="2021-01-23T04:22:12.346" v="190"/>
          <ac:inkMkLst>
            <pc:docMk/>
            <pc:sldMk cId="0" sldId="257"/>
            <ac:inkMk id="41" creationId="{D61EC266-2081-1F48-839A-B419496CD523}"/>
          </ac:inkMkLst>
        </pc:inkChg>
        <pc:inkChg chg="add">
          <ac:chgData name="Aggie Menezes" userId="74619c95fa3483c9" providerId="LiveId" clId="{9985A848-EC86-A84C-866A-766BD99E161B}" dt="2021-01-23T04:22:12.741" v="191"/>
          <ac:inkMkLst>
            <pc:docMk/>
            <pc:sldMk cId="0" sldId="257"/>
            <ac:inkMk id="42" creationId="{42ACA1E7-1C25-F443-A8D6-EF92AA2828C7}"/>
          </ac:inkMkLst>
        </pc:inkChg>
        <pc:inkChg chg="add">
          <ac:chgData name="Aggie Menezes" userId="74619c95fa3483c9" providerId="LiveId" clId="{9985A848-EC86-A84C-866A-766BD99E161B}" dt="2021-01-23T04:22:12.946" v="192"/>
          <ac:inkMkLst>
            <pc:docMk/>
            <pc:sldMk cId="0" sldId="257"/>
            <ac:inkMk id="43" creationId="{8CB67F1A-E5AD-6E49-865D-3DB67C446FC0}"/>
          </ac:inkMkLst>
        </pc:inkChg>
        <pc:inkChg chg="add">
          <ac:chgData name="Aggie Menezes" userId="74619c95fa3483c9" providerId="LiveId" clId="{9985A848-EC86-A84C-866A-766BD99E161B}" dt="2021-01-23T04:22:13.782" v="193"/>
          <ac:inkMkLst>
            <pc:docMk/>
            <pc:sldMk cId="0" sldId="257"/>
            <ac:inkMk id="44" creationId="{CABC04DB-FFC8-1440-B0D0-74ECF55E7FA1}"/>
          </ac:inkMkLst>
        </pc:inkChg>
        <pc:inkChg chg="add">
          <ac:chgData name="Aggie Menezes" userId="74619c95fa3483c9" providerId="LiveId" clId="{9985A848-EC86-A84C-866A-766BD99E161B}" dt="2021-01-23T04:22:13.938" v="194"/>
          <ac:inkMkLst>
            <pc:docMk/>
            <pc:sldMk cId="0" sldId="257"/>
            <ac:inkMk id="45" creationId="{B387F2A8-12AA-6D42-93A4-D5277100BD8B}"/>
          </ac:inkMkLst>
        </pc:inkChg>
        <pc:inkChg chg="add">
          <ac:chgData name="Aggie Menezes" userId="74619c95fa3483c9" providerId="LiveId" clId="{9985A848-EC86-A84C-866A-766BD99E161B}" dt="2021-01-23T04:22:16.332" v="196"/>
          <ac:inkMkLst>
            <pc:docMk/>
            <pc:sldMk cId="0" sldId="257"/>
            <ac:inkMk id="48" creationId="{D90FA560-9A9E-8A41-A0A4-125B87BCF437}"/>
          </ac:inkMkLst>
        </pc:inkChg>
        <pc:inkChg chg="add">
          <ac:chgData name="Aggie Menezes" userId="74619c95fa3483c9" providerId="LiveId" clId="{9985A848-EC86-A84C-866A-766BD99E161B}" dt="2021-01-23T04:22:16.530" v="197"/>
          <ac:inkMkLst>
            <pc:docMk/>
            <pc:sldMk cId="0" sldId="257"/>
            <ac:inkMk id="49" creationId="{1173DEF3-9A4C-7A4A-85F7-304AF3332FAB}"/>
          </ac:inkMkLst>
        </pc:inkChg>
        <pc:inkChg chg="add">
          <ac:chgData name="Aggie Menezes" userId="74619c95fa3483c9" providerId="LiveId" clId="{9985A848-EC86-A84C-866A-766BD99E161B}" dt="2021-01-23T04:22:18.092" v="199"/>
          <ac:inkMkLst>
            <pc:docMk/>
            <pc:sldMk cId="0" sldId="257"/>
            <ac:inkMk id="51" creationId="{8E82CE88-D80B-DC46-B5FF-7DB26343F952}"/>
          </ac:inkMkLst>
        </pc:inkChg>
        <pc:inkChg chg="add">
          <ac:chgData name="Aggie Menezes" userId="74619c95fa3483c9" providerId="LiveId" clId="{9985A848-EC86-A84C-866A-766BD99E161B}" dt="2021-01-23T04:22:18.325" v="200"/>
          <ac:inkMkLst>
            <pc:docMk/>
            <pc:sldMk cId="0" sldId="257"/>
            <ac:inkMk id="52" creationId="{39383B5D-FFEB-4048-BC8C-3597414C77AB}"/>
          </ac:inkMkLst>
        </pc:inkChg>
        <pc:inkChg chg="add">
          <ac:chgData name="Aggie Menezes" userId="74619c95fa3483c9" providerId="LiveId" clId="{9985A848-EC86-A84C-866A-766BD99E161B}" dt="2021-01-23T04:22:18.507" v="201"/>
          <ac:inkMkLst>
            <pc:docMk/>
            <pc:sldMk cId="0" sldId="257"/>
            <ac:inkMk id="53" creationId="{3E0B6849-0588-7B41-A4E4-ECD001C5B4AC}"/>
          </ac:inkMkLst>
        </pc:inkChg>
        <pc:inkChg chg="add">
          <ac:chgData name="Aggie Menezes" userId="74619c95fa3483c9" providerId="LiveId" clId="{9985A848-EC86-A84C-866A-766BD99E161B}" dt="2021-01-23T04:22:18.904" v="202"/>
          <ac:inkMkLst>
            <pc:docMk/>
            <pc:sldMk cId="0" sldId="257"/>
            <ac:inkMk id="54" creationId="{9D033F97-54D5-AB47-ACE7-F05664FC8657}"/>
          </ac:inkMkLst>
        </pc:inkChg>
        <pc:inkChg chg="add">
          <ac:chgData name="Aggie Menezes" userId="74619c95fa3483c9" providerId="LiveId" clId="{9985A848-EC86-A84C-866A-766BD99E161B}" dt="2021-01-23T04:22:19.059" v="203"/>
          <ac:inkMkLst>
            <pc:docMk/>
            <pc:sldMk cId="0" sldId="257"/>
            <ac:inkMk id="55" creationId="{BD49CC4C-FAD2-BF49-83F9-28954A401BC7}"/>
          </ac:inkMkLst>
        </pc:inkChg>
        <pc:inkChg chg="add">
          <ac:chgData name="Aggie Menezes" userId="74619c95fa3483c9" providerId="LiveId" clId="{9985A848-EC86-A84C-866A-766BD99E161B}" dt="2021-01-23T04:22:39.863" v="205"/>
          <ac:inkMkLst>
            <pc:docMk/>
            <pc:sldMk cId="0" sldId="257"/>
            <ac:inkMk id="58" creationId="{3EA809D6-4AA9-0C41-A121-7095F9542718}"/>
          </ac:inkMkLst>
        </pc:inkChg>
        <pc:inkChg chg="add">
          <ac:chgData name="Aggie Menezes" userId="74619c95fa3483c9" providerId="LiveId" clId="{9985A848-EC86-A84C-866A-766BD99E161B}" dt="2021-01-23T04:22:40.040" v="206"/>
          <ac:inkMkLst>
            <pc:docMk/>
            <pc:sldMk cId="0" sldId="257"/>
            <ac:inkMk id="59" creationId="{5271840E-5622-7644-A73F-045570A99395}"/>
          </ac:inkMkLst>
        </pc:inkChg>
        <pc:inkChg chg="add">
          <ac:chgData name="Aggie Menezes" userId="74619c95fa3483c9" providerId="LiveId" clId="{9985A848-EC86-A84C-866A-766BD99E161B}" dt="2021-01-23T04:22:40.410" v="207"/>
          <ac:inkMkLst>
            <pc:docMk/>
            <pc:sldMk cId="0" sldId="257"/>
            <ac:inkMk id="60" creationId="{80AE320F-04EE-4945-8AB8-E42B8D963D3F}"/>
          </ac:inkMkLst>
        </pc:inkChg>
        <pc:inkChg chg="add">
          <ac:chgData name="Aggie Menezes" userId="74619c95fa3483c9" providerId="LiveId" clId="{9985A848-EC86-A84C-866A-766BD99E161B}" dt="2021-01-23T04:22:40.552" v="208"/>
          <ac:inkMkLst>
            <pc:docMk/>
            <pc:sldMk cId="0" sldId="257"/>
            <ac:inkMk id="61" creationId="{AF6E708F-08F3-E944-BC1C-7DD250F94305}"/>
          </ac:inkMkLst>
        </pc:inkChg>
        <pc:inkChg chg="add">
          <ac:chgData name="Aggie Menezes" userId="74619c95fa3483c9" providerId="LiveId" clId="{9985A848-EC86-A84C-866A-766BD99E161B}" dt="2021-01-23T04:22:41.061" v="209"/>
          <ac:inkMkLst>
            <pc:docMk/>
            <pc:sldMk cId="0" sldId="257"/>
            <ac:inkMk id="62" creationId="{DB2DE640-28D9-6948-A3CD-6B0CFE7F2BCC}"/>
          </ac:inkMkLst>
        </pc:inkChg>
        <pc:inkChg chg="add">
          <ac:chgData name="Aggie Menezes" userId="74619c95fa3483c9" providerId="LiveId" clId="{9985A848-EC86-A84C-866A-766BD99E161B}" dt="2021-01-23T04:22:41.510" v="210"/>
          <ac:inkMkLst>
            <pc:docMk/>
            <pc:sldMk cId="0" sldId="257"/>
            <ac:inkMk id="63" creationId="{B5123EC4-7BFB-AD49-9AAC-F5C645814522}"/>
          </ac:inkMkLst>
        </pc:inkChg>
        <pc:inkChg chg="add">
          <ac:chgData name="Aggie Menezes" userId="74619c95fa3483c9" providerId="LiveId" clId="{9985A848-EC86-A84C-866A-766BD99E161B}" dt="2021-01-23T04:22:42.348" v="211"/>
          <ac:inkMkLst>
            <pc:docMk/>
            <pc:sldMk cId="0" sldId="257"/>
            <ac:inkMk id="64" creationId="{04183ACC-93EC-824E-AE42-7471BBBDEA8E}"/>
          </ac:inkMkLst>
        </pc:inkChg>
      </pc:sldChg>
      <pc:sldChg chg="addSp delSp">
        <pc:chgData name="Aggie Menezes" userId="74619c95fa3483c9" providerId="LiveId" clId="{9985A848-EC86-A84C-866A-766BD99E161B}" dt="2021-01-25T07:57:17.961" v="917"/>
        <pc:sldMkLst>
          <pc:docMk/>
          <pc:sldMk cId="0" sldId="263"/>
        </pc:sldMkLst>
        <pc:grpChg chg="add del">
          <ac:chgData name="Aggie Menezes" userId="74619c95fa3483c9" providerId="LiveId" clId="{9985A848-EC86-A84C-866A-766BD99E161B}" dt="2021-01-25T07:56:22.171" v="864"/>
          <ac:grpSpMkLst>
            <pc:docMk/>
            <pc:sldMk cId="0" sldId="263"/>
            <ac:grpSpMk id="6" creationId="{82ECBEE2-48E3-8749-A781-4EB48A53295E}"/>
          </ac:grpSpMkLst>
        </pc:grpChg>
        <pc:grpChg chg="add">
          <ac:chgData name="Aggie Menezes" userId="74619c95fa3483c9" providerId="LiveId" clId="{9985A848-EC86-A84C-866A-766BD99E161B}" dt="2021-01-25T07:56:22.171" v="864"/>
          <ac:grpSpMkLst>
            <pc:docMk/>
            <pc:sldMk cId="0" sldId="263"/>
            <ac:grpSpMk id="18" creationId="{FB5CC2B4-8E14-5F48-B6C0-52F545EB26D8}"/>
          </ac:grpSpMkLst>
        </pc:grpChg>
        <pc:grpChg chg="add del">
          <ac:chgData name="Aggie Menezes" userId="74619c95fa3483c9" providerId="LiveId" clId="{9985A848-EC86-A84C-866A-766BD99E161B}" dt="2021-01-25T07:56:36.117" v="880"/>
          <ac:grpSpMkLst>
            <pc:docMk/>
            <pc:sldMk cId="0" sldId="263"/>
            <ac:grpSpMk id="31" creationId="{B721F80E-E0C1-9F42-9E02-440B1D30B1D0}"/>
          </ac:grpSpMkLst>
        </pc:grpChg>
        <pc:grpChg chg="add del">
          <ac:chgData name="Aggie Menezes" userId="74619c95fa3483c9" providerId="LiveId" clId="{9985A848-EC86-A84C-866A-766BD99E161B}" dt="2021-01-25T07:56:53.801" v="895"/>
          <ac:grpSpMkLst>
            <pc:docMk/>
            <pc:sldMk cId="0" sldId="263"/>
            <ac:grpSpMk id="34" creationId="{A54D460D-F4A2-6548-ACFE-B32CFE8A0B4B}"/>
          </ac:grpSpMkLst>
        </pc:grpChg>
        <pc:grpChg chg="add del">
          <ac:chgData name="Aggie Menezes" userId="74619c95fa3483c9" providerId="LiveId" clId="{9985A848-EC86-A84C-866A-766BD99E161B}" dt="2021-01-25T07:56:47.315" v="889"/>
          <ac:grpSpMkLst>
            <pc:docMk/>
            <pc:sldMk cId="0" sldId="263"/>
            <ac:grpSpMk id="38" creationId="{F87832DA-404D-3343-9A1D-E3CDBB087D3A}"/>
          </ac:grpSpMkLst>
        </pc:grpChg>
        <pc:grpChg chg="add">
          <ac:chgData name="Aggie Menezes" userId="74619c95fa3483c9" providerId="LiveId" clId="{9985A848-EC86-A84C-866A-766BD99E161B}" dt="2021-01-25T07:56:47.315" v="889"/>
          <ac:grpSpMkLst>
            <pc:docMk/>
            <pc:sldMk cId="0" sldId="263"/>
            <ac:grpSpMk id="43" creationId="{8C7F580E-69EA-8645-9CB0-AE7D359650A2}"/>
          </ac:grpSpMkLst>
        </pc:grpChg>
        <pc:grpChg chg="add">
          <ac:chgData name="Aggie Menezes" userId="74619c95fa3483c9" providerId="LiveId" clId="{9985A848-EC86-A84C-866A-766BD99E161B}" dt="2021-01-25T07:56:53.801" v="895"/>
          <ac:grpSpMkLst>
            <pc:docMk/>
            <pc:sldMk cId="0" sldId="263"/>
            <ac:grpSpMk id="52" creationId="{FC3F8287-36EA-744C-B1F4-EF56E7F4F0A4}"/>
          </ac:grpSpMkLst>
        </pc:grpChg>
        <pc:grpChg chg="add">
          <ac:chgData name="Aggie Menezes" userId="74619c95fa3483c9" providerId="LiveId" clId="{9985A848-EC86-A84C-866A-766BD99E161B}" dt="2021-01-25T07:57:12.703" v="910"/>
          <ac:grpSpMkLst>
            <pc:docMk/>
            <pc:sldMk cId="0" sldId="263"/>
            <ac:grpSpMk id="67" creationId="{3E40859C-4831-2244-A5FB-EF2C0DBBFCBA}"/>
          </ac:grpSpMkLst>
        </pc:grpChg>
        <pc:grpChg chg="add">
          <ac:chgData name="Aggie Menezes" userId="74619c95fa3483c9" providerId="LiveId" clId="{9985A848-EC86-A84C-866A-766BD99E161B}" dt="2021-01-25T07:57:17.961" v="917"/>
          <ac:grpSpMkLst>
            <pc:docMk/>
            <pc:sldMk cId="0" sldId="263"/>
            <ac:grpSpMk id="74" creationId="{10FF84B5-014F-EF42-B586-A3B4FE132C2F}"/>
          </ac:grpSpMkLst>
        </pc:grpChg>
        <pc:inkChg chg="add topLvl">
          <ac:chgData name="Aggie Menezes" userId="74619c95fa3483c9" providerId="LiveId" clId="{9985A848-EC86-A84C-866A-766BD99E161B}" dt="2021-01-25T07:56:22.171" v="864"/>
          <ac:inkMkLst>
            <pc:docMk/>
            <pc:sldMk cId="0" sldId="263"/>
            <ac:inkMk id="3" creationId="{1CA904FF-BC6E-E545-932F-FDACCC866150}"/>
          </ac:inkMkLst>
        </pc:inkChg>
        <pc:inkChg chg="add del">
          <ac:chgData name="Aggie Menezes" userId="74619c95fa3483c9" providerId="LiveId" clId="{9985A848-EC86-A84C-866A-766BD99E161B}" dt="2021-01-25T03:45:41.282" v="244"/>
          <ac:inkMkLst>
            <pc:docMk/>
            <pc:sldMk cId="0" sldId="263"/>
            <ac:inkMk id="3" creationId="{D220BFD8-2DD4-3F4E-B716-4C5DB625DF1A}"/>
          </ac:inkMkLst>
        </pc:inkChg>
        <pc:inkChg chg="add topLvl">
          <ac:chgData name="Aggie Menezes" userId="74619c95fa3483c9" providerId="LiveId" clId="{9985A848-EC86-A84C-866A-766BD99E161B}" dt="2021-01-25T07:56:22.171" v="864"/>
          <ac:inkMkLst>
            <pc:docMk/>
            <pc:sldMk cId="0" sldId="263"/>
            <ac:inkMk id="4" creationId="{AAC5E013-5838-7642-8529-F011A24A54CB}"/>
          </ac:inkMkLst>
        </pc:inkChg>
        <pc:inkChg chg="add topLvl">
          <ac:chgData name="Aggie Menezes" userId="74619c95fa3483c9" providerId="LiveId" clId="{9985A848-EC86-A84C-866A-766BD99E161B}" dt="2021-01-25T07:56:22.171" v="864"/>
          <ac:inkMkLst>
            <pc:docMk/>
            <pc:sldMk cId="0" sldId="263"/>
            <ac:inkMk id="5" creationId="{2039B6CB-6C83-C143-9FAE-C0B65418FCE4}"/>
          </ac:inkMkLst>
        </pc:inkChg>
        <pc:inkChg chg="add">
          <ac:chgData name="Aggie Menezes" userId="74619c95fa3483c9" providerId="LiveId" clId="{9985A848-EC86-A84C-866A-766BD99E161B}" dt="2021-01-25T07:56:15.686" v="853"/>
          <ac:inkMkLst>
            <pc:docMk/>
            <pc:sldMk cId="0" sldId="263"/>
            <ac:inkMk id="7" creationId="{B75E3ACA-9BF3-7C40-80A9-E855D2E43738}"/>
          </ac:inkMkLst>
        </pc:inkChg>
        <pc:inkChg chg="add">
          <ac:chgData name="Aggie Menezes" userId="74619c95fa3483c9" providerId="LiveId" clId="{9985A848-EC86-A84C-866A-766BD99E161B}" dt="2021-01-25T07:56:15.852" v="854"/>
          <ac:inkMkLst>
            <pc:docMk/>
            <pc:sldMk cId="0" sldId="263"/>
            <ac:inkMk id="8" creationId="{52374261-E08A-1A44-9830-4932F2158C82}"/>
          </ac:inkMkLst>
        </pc:inkChg>
        <pc:inkChg chg="add">
          <ac:chgData name="Aggie Menezes" userId="74619c95fa3483c9" providerId="LiveId" clId="{9985A848-EC86-A84C-866A-766BD99E161B}" dt="2021-01-25T07:56:16.670" v="855"/>
          <ac:inkMkLst>
            <pc:docMk/>
            <pc:sldMk cId="0" sldId="263"/>
            <ac:inkMk id="9" creationId="{D120F275-6CCE-4B4D-B04F-7D86723F9D59}"/>
          </ac:inkMkLst>
        </pc:inkChg>
        <pc:inkChg chg="add">
          <ac:chgData name="Aggie Menezes" userId="74619c95fa3483c9" providerId="LiveId" clId="{9985A848-EC86-A84C-866A-766BD99E161B}" dt="2021-01-25T07:56:17.078" v="856"/>
          <ac:inkMkLst>
            <pc:docMk/>
            <pc:sldMk cId="0" sldId="263"/>
            <ac:inkMk id="10" creationId="{4123AB1E-B89A-684F-9CF5-2EE337A2120E}"/>
          </ac:inkMkLst>
        </pc:inkChg>
        <pc:inkChg chg="add">
          <ac:chgData name="Aggie Menezes" userId="74619c95fa3483c9" providerId="LiveId" clId="{9985A848-EC86-A84C-866A-766BD99E161B}" dt="2021-01-25T07:56:17.874" v="857"/>
          <ac:inkMkLst>
            <pc:docMk/>
            <pc:sldMk cId="0" sldId="263"/>
            <ac:inkMk id="11" creationId="{13D98E60-04AF-7949-84F5-F144163E0948}"/>
          </ac:inkMkLst>
        </pc:inkChg>
        <pc:inkChg chg="add">
          <ac:chgData name="Aggie Menezes" userId="74619c95fa3483c9" providerId="LiveId" clId="{9985A848-EC86-A84C-866A-766BD99E161B}" dt="2021-01-25T07:56:18.198" v="858"/>
          <ac:inkMkLst>
            <pc:docMk/>
            <pc:sldMk cId="0" sldId="263"/>
            <ac:inkMk id="12" creationId="{90B6D1DA-6759-C34A-844E-343751DF3F1A}"/>
          </ac:inkMkLst>
        </pc:inkChg>
        <pc:inkChg chg="add">
          <ac:chgData name="Aggie Menezes" userId="74619c95fa3483c9" providerId="LiveId" clId="{9985A848-EC86-A84C-866A-766BD99E161B}" dt="2021-01-25T07:56:18.845" v="859"/>
          <ac:inkMkLst>
            <pc:docMk/>
            <pc:sldMk cId="0" sldId="263"/>
            <ac:inkMk id="13" creationId="{D777471A-1A7D-D34F-AE15-E4823F4C396B}"/>
          </ac:inkMkLst>
        </pc:inkChg>
        <pc:inkChg chg="add">
          <ac:chgData name="Aggie Menezes" userId="74619c95fa3483c9" providerId="LiveId" clId="{9985A848-EC86-A84C-866A-766BD99E161B}" dt="2021-01-25T07:56:18.981" v="860"/>
          <ac:inkMkLst>
            <pc:docMk/>
            <pc:sldMk cId="0" sldId="263"/>
            <ac:inkMk id="14" creationId="{C5A43F62-FC1B-BC47-9A21-56B827D410F3}"/>
          </ac:inkMkLst>
        </pc:inkChg>
        <pc:inkChg chg="add">
          <ac:chgData name="Aggie Menezes" userId="74619c95fa3483c9" providerId="LiveId" clId="{9985A848-EC86-A84C-866A-766BD99E161B}" dt="2021-01-25T07:56:19.591" v="861"/>
          <ac:inkMkLst>
            <pc:docMk/>
            <pc:sldMk cId="0" sldId="263"/>
            <ac:inkMk id="15" creationId="{7D5AEBD0-95AF-3847-949B-A41E6BCB1D52}"/>
          </ac:inkMkLst>
        </pc:inkChg>
        <pc:inkChg chg="add">
          <ac:chgData name="Aggie Menezes" userId="74619c95fa3483c9" providerId="LiveId" clId="{9985A848-EC86-A84C-866A-766BD99E161B}" dt="2021-01-25T07:56:20.960" v="862"/>
          <ac:inkMkLst>
            <pc:docMk/>
            <pc:sldMk cId="0" sldId="263"/>
            <ac:inkMk id="16" creationId="{7EDFD998-F1CB-4C46-9B95-C5B0E9E0C63E}"/>
          </ac:inkMkLst>
        </pc:inkChg>
        <pc:inkChg chg="add">
          <ac:chgData name="Aggie Menezes" userId="74619c95fa3483c9" providerId="LiveId" clId="{9985A848-EC86-A84C-866A-766BD99E161B}" dt="2021-01-25T07:56:21.353" v="863"/>
          <ac:inkMkLst>
            <pc:docMk/>
            <pc:sldMk cId="0" sldId="263"/>
            <ac:inkMk id="17" creationId="{66D64FFB-38FA-E04C-A0FD-4E7D570B464F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19" creationId="{69111AC0-7D1B-9D48-8E31-D62CA684454A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20" creationId="{95BFBB3A-4852-4C45-9BAA-15ADEF900C25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21" creationId="{E1BF6DF7-3FF7-AC41-B1B9-EF3087C2B00D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22" creationId="{162BDA00-61B1-C848-A00C-BA66AFB25CB5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23" creationId="{9F36E910-3E22-DF49-8FD0-ACD01C00B40F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24" creationId="{A7FE066A-18AF-2A42-A3E3-F2490C965A0B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25" creationId="{95E3B65B-431C-EF43-82B2-F3E58C0737AB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26" creationId="{EACCA210-5497-4A4D-8BB8-05976136C015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27" creationId="{1F6EA69C-FA4A-E64A-A88F-226B1E6FCECA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28" creationId="{E1FC31ED-8417-FE4D-A1A1-3CA63949D52E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29" creationId="{C256A5C9-2DF1-2A43-A0CD-11C29269DEAA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30" creationId="{D54838B2-7A43-344B-A237-6BC3A651CDA1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32" creationId="{F09F7ED7-C40B-5841-BB7C-6A46BA6547AF}"/>
          </ac:inkMkLst>
        </pc:inkChg>
        <pc:inkChg chg="add topLvl">
          <ac:chgData name="Aggie Menezes" userId="74619c95fa3483c9" providerId="LiveId" clId="{9985A848-EC86-A84C-866A-766BD99E161B}" dt="2021-01-25T07:56:53.801" v="895"/>
          <ac:inkMkLst>
            <pc:docMk/>
            <pc:sldMk cId="0" sldId="263"/>
            <ac:inkMk id="33" creationId="{12725344-AD8C-CA4A-996F-A91149EB27FB}"/>
          </ac:inkMkLst>
        </pc:inkChg>
        <pc:inkChg chg="add topLvl">
          <ac:chgData name="Aggie Menezes" userId="74619c95fa3483c9" providerId="LiveId" clId="{9985A848-EC86-A84C-866A-766BD99E161B}" dt="2021-01-25T07:56:47.315" v="889"/>
          <ac:inkMkLst>
            <pc:docMk/>
            <pc:sldMk cId="0" sldId="263"/>
            <ac:inkMk id="35" creationId="{5D792511-1ABF-F445-B646-C0831CED9D72}"/>
          </ac:inkMkLst>
        </pc:inkChg>
        <pc:inkChg chg="add topLvl">
          <ac:chgData name="Aggie Menezes" userId="74619c95fa3483c9" providerId="LiveId" clId="{9985A848-EC86-A84C-866A-766BD99E161B}" dt="2021-01-25T07:56:47.315" v="889"/>
          <ac:inkMkLst>
            <pc:docMk/>
            <pc:sldMk cId="0" sldId="263"/>
            <ac:inkMk id="36" creationId="{E3BF9BC2-501F-CB48-BABC-1F04E1590780}"/>
          </ac:inkMkLst>
        </pc:inkChg>
        <pc:inkChg chg="add topLvl">
          <ac:chgData name="Aggie Menezes" userId="74619c95fa3483c9" providerId="LiveId" clId="{9985A848-EC86-A84C-866A-766BD99E161B}" dt="2021-01-25T07:56:47.315" v="889"/>
          <ac:inkMkLst>
            <pc:docMk/>
            <pc:sldMk cId="0" sldId="263"/>
            <ac:inkMk id="37" creationId="{1ED6A118-EE2E-2843-9F40-3BD4E5A0AB87}"/>
          </ac:inkMkLst>
        </pc:inkChg>
        <pc:inkChg chg="add">
          <ac:chgData name="Aggie Menezes" userId="74619c95fa3483c9" providerId="LiveId" clId="{9985A848-EC86-A84C-866A-766BD99E161B}" dt="2021-01-25T07:56:45.658" v="885"/>
          <ac:inkMkLst>
            <pc:docMk/>
            <pc:sldMk cId="0" sldId="263"/>
            <ac:inkMk id="39" creationId="{70EC8F4D-78F7-CC4B-B3C6-9A9A3349AB98}"/>
          </ac:inkMkLst>
        </pc:inkChg>
        <pc:inkChg chg="add">
          <ac:chgData name="Aggie Menezes" userId="74619c95fa3483c9" providerId="LiveId" clId="{9985A848-EC86-A84C-866A-766BD99E161B}" dt="2021-01-25T07:56:45.803" v="886"/>
          <ac:inkMkLst>
            <pc:docMk/>
            <pc:sldMk cId="0" sldId="263"/>
            <ac:inkMk id="40" creationId="{1455483F-A896-3F4D-BFE4-92FE518BE9B7}"/>
          </ac:inkMkLst>
        </pc:inkChg>
        <pc:inkChg chg="add">
          <ac:chgData name="Aggie Menezes" userId="74619c95fa3483c9" providerId="LiveId" clId="{9985A848-EC86-A84C-866A-766BD99E161B}" dt="2021-01-25T07:56:46.311" v="887"/>
          <ac:inkMkLst>
            <pc:docMk/>
            <pc:sldMk cId="0" sldId="263"/>
            <ac:inkMk id="41" creationId="{FCB0B1FF-9E42-F948-99D4-C783081BDDDE}"/>
          </ac:inkMkLst>
        </pc:inkChg>
        <pc:inkChg chg="add">
          <ac:chgData name="Aggie Menezes" userId="74619c95fa3483c9" providerId="LiveId" clId="{9985A848-EC86-A84C-866A-766BD99E161B}" dt="2021-01-25T07:56:46.740" v="888"/>
          <ac:inkMkLst>
            <pc:docMk/>
            <pc:sldMk cId="0" sldId="263"/>
            <ac:inkMk id="42" creationId="{D9114BFE-4E00-1642-BEBA-AFFDC0B956AB}"/>
          </ac:inkMkLst>
        </pc:inkChg>
        <pc:inkChg chg="add">
          <ac:chgData name="Aggie Menezes" userId="74619c95fa3483c9" providerId="LiveId" clId="{9985A848-EC86-A84C-866A-766BD99E161B}" dt="2021-01-25T07:56:52.234" v="890"/>
          <ac:inkMkLst>
            <pc:docMk/>
            <pc:sldMk cId="0" sldId="263"/>
            <ac:inkMk id="44" creationId="{6F10368D-2B79-DD4C-AA63-F818CE65E71B}"/>
          </ac:inkMkLst>
        </pc:inkChg>
        <pc:inkChg chg="add">
          <ac:chgData name="Aggie Menezes" userId="74619c95fa3483c9" providerId="LiveId" clId="{9985A848-EC86-A84C-866A-766BD99E161B}" dt="2021-01-25T07:56:52.575" v="891"/>
          <ac:inkMkLst>
            <pc:docMk/>
            <pc:sldMk cId="0" sldId="263"/>
            <ac:inkMk id="45" creationId="{328207AA-BF86-1247-A1A9-0D4B870A901C}"/>
          </ac:inkMkLst>
        </pc:inkChg>
        <pc:inkChg chg="add">
          <ac:chgData name="Aggie Menezes" userId="74619c95fa3483c9" providerId="LiveId" clId="{9985A848-EC86-A84C-866A-766BD99E161B}" dt="2021-01-25T07:56:52.922" v="892"/>
          <ac:inkMkLst>
            <pc:docMk/>
            <pc:sldMk cId="0" sldId="263"/>
            <ac:inkMk id="46" creationId="{0F024BEA-AC7E-144F-9118-6A50E2AD532B}"/>
          </ac:inkMkLst>
        </pc:inkChg>
        <pc:inkChg chg="add">
          <ac:chgData name="Aggie Menezes" userId="74619c95fa3483c9" providerId="LiveId" clId="{9985A848-EC86-A84C-866A-766BD99E161B}" dt="2021-01-25T07:56:53.087" v="893"/>
          <ac:inkMkLst>
            <pc:docMk/>
            <pc:sldMk cId="0" sldId="263"/>
            <ac:inkMk id="47" creationId="{06F07298-CFAE-424D-824A-1D313A89F083}"/>
          </ac:inkMkLst>
        </pc:inkChg>
        <pc:inkChg chg="add">
          <ac:chgData name="Aggie Menezes" userId="74619c95fa3483c9" providerId="LiveId" clId="{9985A848-EC86-A84C-866A-766BD99E161B}" dt="2021-01-25T07:56:53.208" v="894"/>
          <ac:inkMkLst>
            <pc:docMk/>
            <pc:sldMk cId="0" sldId="263"/>
            <ac:inkMk id="49" creationId="{07378834-F47C-B241-AD69-DDF8BDE33AE5}"/>
          </ac:inkMkLst>
        </pc:inkChg>
        <pc:inkChg chg="add">
          <ac:chgData name="Aggie Menezes" userId="74619c95fa3483c9" providerId="LiveId" clId="{9985A848-EC86-A84C-866A-766BD99E161B}" dt="2021-01-25T07:57:07.128" v="896"/>
          <ac:inkMkLst>
            <pc:docMk/>
            <pc:sldMk cId="0" sldId="263"/>
            <ac:inkMk id="53" creationId="{FFD7AF58-92EA-704B-B768-BCC9E1E83404}"/>
          </ac:inkMkLst>
        </pc:inkChg>
        <pc:inkChg chg="add">
          <ac:chgData name="Aggie Menezes" userId="74619c95fa3483c9" providerId="LiveId" clId="{9985A848-EC86-A84C-866A-766BD99E161B}" dt="2021-01-25T07:57:07.987" v="897"/>
          <ac:inkMkLst>
            <pc:docMk/>
            <pc:sldMk cId="0" sldId="263"/>
            <ac:inkMk id="54" creationId="{14820EAD-08CA-A448-BAF1-0B8A3AF70731}"/>
          </ac:inkMkLst>
        </pc:inkChg>
        <pc:inkChg chg="add">
          <ac:chgData name="Aggie Menezes" userId="74619c95fa3483c9" providerId="LiveId" clId="{9985A848-EC86-A84C-866A-766BD99E161B}" dt="2021-01-25T07:57:08.454" v="898"/>
          <ac:inkMkLst>
            <pc:docMk/>
            <pc:sldMk cId="0" sldId="263"/>
            <ac:inkMk id="55" creationId="{4AF1CDD8-DFAA-CC45-A937-917610178E5C}"/>
          </ac:inkMkLst>
        </pc:inkChg>
        <pc:inkChg chg="add">
          <ac:chgData name="Aggie Menezes" userId="74619c95fa3483c9" providerId="LiveId" clId="{9985A848-EC86-A84C-866A-766BD99E161B}" dt="2021-01-25T07:57:08.925" v="899"/>
          <ac:inkMkLst>
            <pc:docMk/>
            <pc:sldMk cId="0" sldId="263"/>
            <ac:inkMk id="56" creationId="{267EA9E8-29DB-074B-B233-6D2879F0BC9C}"/>
          </ac:inkMkLst>
        </pc:inkChg>
        <pc:inkChg chg="add">
          <ac:chgData name="Aggie Menezes" userId="74619c95fa3483c9" providerId="LiveId" clId="{9985A848-EC86-A84C-866A-766BD99E161B}" dt="2021-01-25T07:57:09.106" v="900"/>
          <ac:inkMkLst>
            <pc:docMk/>
            <pc:sldMk cId="0" sldId="263"/>
            <ac:inkMk id="57" creationId="{BC4CF603-6D9B-BB41-8D9F-79F5A41EE28F}"/>
          </ac:inkMkLst>
        </pc:inkChg>
        <pc:inkChg chg="add">
          <ac:chgData name="Aggie Menezes" userId="74619c95fa3483c9" providerId="LiveId" clId="{9985A848-EC86-A84C-866A-766BD99E161B}" dt="2021-01-25T07:57:09.292" v="901"/>
          <ac:inkMkLst>
            <pc:docMk/>
            <pc:sldMk cId="0" sldId="263"/>
            <ac:inkMk id="58" creationId="{8F35A6CD-DBCC-B442-B449-8319FED192D0}"/>
          </ac:inkMkLst>
        </pc:inkChg>
        <pc:inkChg chg="add">
          <ac:chgData name="Aggie Menezes" userId="74619c95fa3483c9" providerId="LiveId" clId="{9985A848-EC86-A84C-866A-766BD99E161B}" dt="2021-01-25T07:57:09.484" v="902"/>
          <ac:inkMkLst>
            <pc:docMk/>
            <pc:sldMk cId="0" sldId="263"/>
            <ac:inkMk id="59" creationId="{5EC4035C-D7B5-4748-BA0B-6416742C0716}"/>
          </ac:inkMkLst>
        </pc:inkChg>
        <pc:inkChg chg="add">
          <ac:chgData name="Aggie Menezes" userId="74619c95fa3483c9" providerId="LiveId" clId="{9985A848-EC86-A84C-866A-766BD99E161B}" dt="2021-01-25T07:57:09.779" v="903"/>
          <ac:inkMkLst>
            <pc:docMk/>
            <pc:sldMk cId="0" sldId="263"/>
            <ac:inkMk id="60" creationId="{0F70A4B8-4F9A-D74B-AF43-37FBAF129B68}"/>
          </ac:inkMkLst>
        </pc:inkChg>
        <pc:inkChg chg="add">
          <ac:chgData name="Aggie Menezes" userId="74619c95fa3483c9" providerId="LiveId" clId="{9985A848-EC86-A84C-866A-766BD99E161B}" dt="2021-01-25T07:57:10.288" v="904"/>
          <ac:inkMkLst>
            <pc:docMk/>
            <pc:sldMk cId="0" sldId="263"/>
            <ac:inkMk id="61" creationId="{30F8423A-3BA5-D54D-A57D-924F794F4A24}"/>
          </ac:inkMkLst>
        </pc:inkChg>
        <pc:inkChg chg="add">
          <ac:chgData name="Aggie Menezes" userId="74619c95fa3483c9" providerId="LiveId" clId="{9985A848-EC86-A84C-866A-766BD99E161B}" dt="2021-01-25T07:57:10.847" v="905"/>
          <ac:inkMkLst>
            <pc:docMk/>
            <pc:sldMk cId="0" sldId="263"/>
            <ac:inkMk id="62" creationId="{ABF943A6-7F34-E44A-95AC-E2E34FC930C1}"/>
          </ac:inkMkLst>
        </pc:inkChg>
        <pc:inkChg chg="add">
          <ac:chgData name="Aggie Menezes" userId="74619c95fa3483c9" providerId="LiveId" clId="{9985A848-EC86-A84C-866A-766BD99E161B}" dt="2021-01-25T07:57:11.100" v="906"/>
          <ac:inkMkLst>
            <pc:docMk/>
            <pc:sldMk cId="0" sldId="263"/>
            <ac:inkMk id="63" creationId="{33A9F795-B5E2-1C40-A8F0-A498251DACB9}"/>
          </ac:inkMkLst>
        </pc:inkChg>
        <pc:inkChg chg="add">
          <ac:chgData name="Aggie Menezes" userId="74619c95fa3483c9" providerId="LiveId" clId="{9985A848-EC86-A84C-866A-766BD99E161B}" dt="2021-01-25T07:57:11.342" v="907"/>
          <ac:inkMkLst>
            <pc:docMk/>
            <pc:sldMk cId="0" sldId="263"/>
            <ac:inkMk id="64" creationId="{08A871D5-6577-1340-B91B-3FFD4C69EBE6}"/>
          </ac:inkMkLst>
        </pc:inkChg>
        <pc:inkChg chg="add">
          <ac:chgData name="Aggie Menezes" userId="74619c95fa3483c9" providerId="LiveId" clId="{9985A848-EC86-A84C-866A-766BD99E161B}" dt="2021-01-25T07:57:11.525" v="908"/>
          <ac:inkMkLst>
            <pc:docMk/>
            <pc:sldMk cId="0" sldId="263"/>
            <ac:inkMk id="65" creationId="{FCE8F775-A60F-384B-867A-CC8466EB42AD}"/>
          </ac:inkMkLst>
        </pc:inkChg>
        <pc:inkChg chg="add">
          <ac:chgData name="Aggie Menezes" userId="74619c95fa3483c9" providerId="LiveId" clId="{9985A848-EC86-A84C-866A-766BD99E161B}" dt="2021-01-25T07:57:11.813" v="909"/>
          <ac:inkMkLst>
            <pc:docMk/>
            <pc:sldMk cId="0" sldId="263"/>
            <ac:inkMk id="66" creationId="{34440E20-AD5E-604C-923C-8CFD29F9F490}"/>
          </ac:inkMkLst>
        </pc:inkChg>
        <pc:inkChg chg="add">
          <ac:chgData name="Aggie Menezes" userId="74619c95fa3483c9" providerId="LiveId" clId="{9985A848-EC86-A84C-866A-766BD99E161B}" dt="2021-01-25T07:57:15.258" v="911"/>
          <ac:inkMkLst>
            <pc:docMk/>
            <pc:sldMk cId="0" sldId="263"/>
            <ac:inkMk id="68" creationId="{4D5CA118-1470-CC43-A4B7-EE7F0E39CD11}"/>
          </ac:inkMkLst>
        </pc:inkChg>
        <pc:inkChg chg="add">
          <ac:chgData name="Aggie Menezes" userId="74619c95fa3483c9" providerId="LiveId" clId="{9985A848-EC86-A84C-866A-766BD99E161B}" dt="2021-01-25T07:57:15.466" v="912"/>
          <ac:inkMkLst>
            <pc:docMk/>
            <pc:sldMk cId="0" sldId="263"/>
            <ac:inkMk id="69" creationId="{9888F32E-2802-4840-809F-DABBC94F3D93}"/>
          </ac:inkMkLst>
        </pc:inkChg>
        <pc:inkChg chg="add">
          <ac:chgData name="Aggie Menezes" userId="74619c95fa3483c9" providerId="LiveId" clId="{9985A848-EC86-A84C-866A-766BD99E161B}" dt="2021-01-25T07:57:15.987" v="913"/>
          <ac:inkMkLst>
            <pc:docMk/>
            <pc:sldMk cId="0" sldId="263"/>
            <ac:inkMk id="70" creationId="{3871144E-A198-6144-BE77-363FEB8ADBC3}"/>
          </ac:inkMkLst>
        </pc:inkChg>
        <pc:inkChg chg="add">
          <ac:chgData name="Aggie Menezes" userId="74619c95fa3483c9" providerId="LiveId" clId="{9985A848-EC86-A84C-866A-766BD99E161B}" dt="2021-01-25T07:57:16.450" v="914"/>
          <ac:inkMkLst>
            <pc:docMk/>
            <pc:sldMk cId="0" sldId="263"/>
            <ac:inkMk id="71" creationId="{0A91028A-BF75-EE41-8D5B-BBEAAD47D3CB}"/>
          </ac:inkMkLst>
        </pc:inkChg>
        <pc:inkChg chg="add">
          <ac:chgData name="Aggie Menezes" userId="74619c95fa3483c9" providerId="LiveId" clId="{9985A848-EC86-A84C-866A-766BD99E161B}" dt="2021-01-25T07:57:16.614" v="915"/>
          <ac:inkMkLst>
            <pc:docMk/>
            <pc:sldMk cId="0" sldId="263"/>
            <ac:inkMk id="72" creationId="{4464231C-AE23-0848-9E1E-FC68C4757DDC}"/>
          </ac:inkMkLst>
        </pc:inkChg>
        <pc:inkChg chg="add">
          <ac:chgData name="Aggie Menezes" userId="74619c95fa3483c9" providerId="LiveId" clId="{9985A848-EC86-A84C-866A-766BD99E161B}" dt="2021-01-25T07:57:16.919" v="916"/>
          <ac:inkMkLst>
            <pc:docMk/>
            <pc:sldMk cId="0" sldId="263"/>
            <ac:inkMk id="73" creationId="{210B2A59-9DA4-CD4D-9C17-BFCFD03CBC7B}"/>
          </ac:inkMkLst>
        </pc:inkChg>
      </pc:sldChg>
      <pc:sldChg chg="addSp delSp">
        <pc:chgData name="Aggie Menezes" userId="74619c95fa3483c9" providerId="LiveId" clId="{9985A848-EC86-A84C-866A-766BD99E161B}" dt="2021-01-25T03:52:45.592" v="292"/>
        <pc:sldMkLst>
          <pc:docMk/>
          <pc:sldMk cId="0" sldId="266"/>
        </pc:sldMkLst>
        <pc:grpChg chg="add del">
          <ac:chgData name="Aggie Menezes" userId="74619c95fa3483c9" providerId="LiveId" clId="{9985A848-EC86-A84C-866A-766BD99E161B}" dt="2021-01-25T03:48:22.787" v="249"/>
          <ac:grpSpMkLst>
            <pc:docMk/>
            <pc:sldMk cId="0" sldId="266"/>
            <ac:grpSpMk id="5" creationId="{9CB72D22-EF23-AD47-B9EB-7D46D208990A}"/>
          </ac:grpSpMkLst>
        </pc:grpChg>
        <pc:grpChg chg="add">
          <ac:chgData name="Aggie Menezes" userId="74619c95fa3483c9" providerId="LiveId" clId="{9985A848-EC86-A84C-866A-766BD99E161B}" dt="2021-01-25T03:48:22.787" v="249"/>
          <ac:grpSpMkLst>
            <pc:docMk/>
            <pc:sldMk cId="0" sldId="266"/>
            <ac:grpSpMk id="7" creationId="{78BAAEBB-8321-4340-BBA5-F9CD8D1FA888}"/>
          </ac:grpSpMkLst>
        </pc:grpChg>
        <pc:grpChg chg="add del">
          <ac:chgData name="Aggie Menezes" userId="74619c95fa3483c9" providerId="LiveId" clId="{9985A848-EC86-A84C-866A-766BD99E161B}" dt="2021-01-25T03:48:53.915" v="257"/>
          <ac:grpSpMkLst>
            <pc:docMk/>
            <pc:sldMk cId="0" sldId="266"/>
            <ac:grpSpMk id="13" creationId="{E325F931-E0D0-9D42-B18D-A744328CD7DB}"/>
          </ac:grpSpMkLst>
        </pc:grpChg>
        <pc:grpChg chg="add">
          <ac:chgData name="Aggie Menezes" userId="74619c95fa3483c9" providerId="LiveId" clId="{9985A848-EC86-A84C-866A-766BD99E161B}" dt="2021-01-25T03:48:53.915" v="257"/>
          <ac:grpSpMkLst>
            <pc:docMk/>
            <pc:sldMk cId="0" sldId="266"/>
            <ac:grpSpMk id="15" creationId="{43E3331E-E46C-774A-9B05-9A94CDA0860E}"/>
          </ac:grpSpMkLst>
        </pc:grpChg>
        <pc:grpChg chg="add">
          <ac:chgData name="Aggie Menezes" userId="74619c95fa3483c9" providerId="LiveId" clId="{9985A848-EC86-A84C-866A-766BD99E161B}" dt="2021-01-25T03:49:07.790" v="262"/>
          <ac:grpSpMkLst>
            <pc:docMk/>
            <pc:sldMk cId="0" sldId="266"/>
            <ac:grpSpMk id="20" creationId="{23A33AD0-4F0E-D540-BC89-B033C2B1D310}"/>
          </ac:grpSpMkLst>
        </pc:grpChg>
        <pc:grpChg chg="add">
          <ac:chgData name="Aggie Menezes" userId="74619c95fa3483c9" providerId="LiveId" clId="{9985A848-EC86-A84C-866A-766BD99E161B}" dt="2021-01-25T03:49:23.316" v="268"/>
          <ac:grpSpMkLst>
            <pc:docMk/>
            <pc:sldMk cId="0" sldId="266"/>
            <ac:grpSpMk id="26" creationId="{59CD28F3-9BAB-E84D-8D6E-32DF99891F32}"/>
          </ac:grpSpMkLst>
        </pc:grpChg>
        <pc:grpChg chg="add">
          <ac:chgData name="Aggie Menezes" userId="74619c95fa3483c9" providerId="LiveId" clId="{9985A848-EC86-A84C-866A-766BD99E161B}" dt="2021-01-25T03:49:29.625" v="273"/>
          <ac:grpSpMkLst>
            <pc:docMk/>
            <pc:sldMk cId="0" sldId="266"/>
            <ac:grpSpMk id="31" creationId="{A4BCC761-FB0F-3745-8817-D1F73120299E}"/>
          </ac:grpSpMkLst>
        </pc:grpChg>
        <pc:grpChg chg="add">
          <ac:chgData name="Aggie Menezes" userId="74619c95fa3483c9" providerId="LiveId" clId="{9985A848-EC86-A84C-866A-766BD99E161B}" dt="2021-01-25T03:49:48.424" v="277"/>
          <ac:grpSpMkLst>
            <pc:docMk/>
            <pc:sldMk cId="0" sldId="266"/>
            <ac:grpSpMk id="35" creationId="{95918B22-1384-EA40-8491-ADA7A326DFC6}"/>
          </ac:grpSpMkLst>
        </pc:grpChg>
        <pc:grpChg chg="add">
          <ac:chgData name="Aggie Menezes" userId="74619c95fa3483c9" providerId="LiveId" clId="{9985A848-EC86-A84C-866A-766BD99E161B}" dt="2021-01-25T03:49:50.499" v="282"/>
          <ac:grpSpMkLst>
            <pc:docMk/>
            <pc:sldMk cId="0" sldId="266"/>
            <ac:grpSpMk id="40" creationId="{DA41E412-1537-334A-B1E3-A4BF4726BEDF}"/>
          </ac:grpSpMkLst>
        </pc:grpChg>
        <pc:grpChg chg="add">
          <ac:chgData name="Aggie Menezes" userId="74619c95fa3483c9" providerId="LiveId" clId="{9985A848-EC86-A84C-866A-766BD99E161B}" dt="2021-01-25T03:51:56.214" v="285"/>
          <ac:grpSpMkLst>
            <pc:docMk/>
            <pc:sldMk cId="0" sldId="266"/>
            <ac:grpSpMk id="43" creationId="{09239558-6938-034D-A09A-849F626EA776}"/>
          </ac:grpSpMkLst>
        </pc:grpChg>
        <pc:grpChg chg="add">
          <ac:chgData name="Aggie Menezes" userId="74619c95fa3483c9" providerId="LiveId" clId="{9985A848-EC86-A84C-866A-766BD99E161B}" dt="2021-01-25T03:52:39.065" v="290"/>
          <ac:grpSpMkLst>
            <pc:docMk/>
            <pc:sldMk cId="0" sldId="266"/>
            <ac:grpSpMk id="48" creationId="{7F5A4031-5C02-B64B-A8AB-03FB4EEEDF95}"/>
          </ac:grpSpMkLst>
        </pc:grpChg>
        <pc:inkChg chg="add topLvl">
          <ac:chgData name="Aggie Menezes" userId="74619c95fa3483c9" providerId="LiveId" clId="{9985A848-EC86-A84C-866A-766BD99E161B}" dt="2021-01-25T03:48:22.787" v="249"/>
          <ac:inkMkLst>
            <pc:docMk/>
            <pc:sldMk cId="0" sldId="266"/>
            <ac:inkMk id="3" creationId="{A2167A00-A84F-B74D-8930-2EFF6FC707F2}"/>
          </ac:inkMkLst>
        </pc:inkChg>
        <pc:inkChg chg="add topLvl">
          <ac:chgData name="Aggie Menezes" userId="74619c95fa3483c9" providerId="LiveId" clId="{9985A848-EC86-A84C-866A-766BD99E161B}" dt="2021-01-25T03:48:22.787" v="249"/>
          <ac:inkMkLst>
            <pc:docMk/>
            <pc:sldMk cId="0" sldId="266"/>
            <ac:inkMk id="4" creationId="{59E2884E-BD0A-704E-98D8-723EE76F08D4}"/>
          </ac:inkMkLst>
        </pc:inkChg>
        <pc:inkChg chg="add">
          <ac:chgData name="Aggie Menezes" userId="74619c95fa3483c9" providerId="LiveId" clId="{9985A848-EC86-A84C-866A-766BD99E161B}" dt="2021-01-25T03:48:22.258" v="248"/>
          <ac:inkMkLst>
            <pc:docMk/>
            <pc:sldMk cId="0" sldId="266"/>
            <ac:inkMk id="6" creationId="{B78A6D08-EAC3-564E-9B2C-BBE1C5F2A0BB}"/>
          </ac:inkMkLst>
        </pc:inkChg>
        <pc:inkChg chg="add">
          <ac:chgData name="Aggie Menezes" userId="74619c95fa3483c9" providerId="LiveId" clId="{9985A848-EC86-A84C-866A-766BD99E161B}" dt="2021-01-25T03:48:45.523" v="250"/>
          <ac:inkMkLst>
            <pc:docMk/>
            <pc:sldMk cId="0" sldId="266"/>
            <ac:inkMk id="8" creationId="{BE9A86BF-8EDD-624B-845E-873D01CE041E}"/>
          </ac:inkMkLst>
        </pc:inkChg>
        <pc:inkChg chg="add topLvl">
          <ac:chgData name="Aggie Menezes" userId="74619c95fa3483c9" providerId="LiveId" clId="{9985A848-EC86-A84C-866A-766BD99E161B}" dt="2021-01-25T03:48:53.915" v="257"/>
          <ac:inkMkLst>
            <pc:docMk/>
            <pc:sldMk cId="0" sldId="266"/>
            <ac:inkMk id="9" creationId="{A5CE090C-C131-724E-B24F-5F4677032CCD}"/>
          </ac:inkMkLst>
        </pc:inkChg>
        <pc:inkChg chg="add topLvl">
          <ac:chgData name="Aggie Menezes" userId="74619c95fa3483c9" providerId="LiveId" clId="{9985A848-EC86-A84C-866A-766BD99E161B}" dt="2021-01-25T03:48:53.915" v="257"/>
          <ac:inkMkLst>
            <pc:docMk/>
            <pc:sldMk cId="0" sldId="266"/>
            <ac:inkMk id="10" creationId="{5B19C7E4-9EBE-6244-AD85-CCFE2DFE4674}"/>
          </ac:inkMkLst>
        </pc:inkChg>
        <pc:inkChg chg="add topLvl">
          <ac:chgData name="Aggie Menezes" userId="74619c95fa3483c9" providerId="LiveId" clId="{9985A848-EC86-A84C-866A-766BD99E161B}" dt="2021-01-25T03:48:53.915" v="257"/>
          <ac:inkMkLst>
            <pc:docMk/>
            <pc:sldMk cId="0" sldId="266"/>
            <ac:inkMk id="11" creationId="{7B9978A4-25BB-EC4F-8416-B1DA35D54D4D}"/>
          </ac:inkMkLst>
        </pc:inkChg>
        <pc:inkChg chg="add topLvl">
          <ac:chgData name="Aggie Menezes" userId="74619c95fa3483c9" providerId="LiveId" clId="{9985A848-EC86-A84C-866A-766BD99E161B}" dt="2021-01-25T03:48:53.915" v="257"/>
          <ac:inkMkLst>
            <pc:docMk/>
            <pc:sldMk cId="0" sldId="266"/>
            <ac:inkMk id="12" creationId="{67E2AE5F-C6F7-D94F-8E4D-D859A91E4B56}"/>
          </ac:inkMkLst>
        </pc:inkChg>
        <pc:inkChg chg="add">
          <ac:chgData name="Aggie Menezes" userId="74619c95fa3483c9" providerId="LiveId" clId="{9985A848-EC86-A84C-866A-766BD99E161B}" dt="2021-01-25T03:48:53.382" v="256"/>
          <ac:inkMkLst>
            <pc:docMk/>
            <pc:sldMk cId="0" sldId="266"/>
            <ac:inkMk id="14" creationId="{872EE08A-AC33-E44B-82B3-56B7818FEF3F}"/>
          </ac:inkMkLst>
        </pc:inkChg>
        <pc:inkChg chg="add">
          <ac:chgData name="Aggie Menezes" userId="74619c95fa3483c9" providerId="LiveId" clId="{9985A848-EC86-A84C-866A-766BD99E161B}" dt="2021-01-25T03:48:58.917" v="258"/>
          <ac:inkMkLst>
            <pc:docMk/>
            <pc:sldMk cId="0" sldId="266"/>
            <ac:inkMk id="16" creationId="{648B463B-628B-954C-8B0A-307F8E149AFC}"/>
          </ac:inkMkLst>
        </pc:inkChg>
        <pc:inkChg chg="add">
          <ac:chgData name="Aggie Menezes" userId="74619c95fa3483c9" providerId="LiveId" clId="{9985A848-EC86-A84C-866A-766BD99E161B}" dt="2021-01-25T03:49:05.405" v="259"/>
          <ac:inkMkLst>
            <pc:docMk/>
            <pc:sldMk cId="0" sldId="266"/>
            <ac:inkMk id="17" creationId="{079615F2-C101-0443-9149-EE581957F844}"/>
          </ac:inkMkLst>
        </pc:inkChg>
        <pc:inkChg chg="add">
          <ac:chgData name="Aggie Menezes" userId="74619c95fa3483c9" providerId="LiveId" clId="{9985A848-EC86-A84C-866A-766BD99E161B}" dt="2021-01-25T03:49:06.709" v="260"/>
          <ac:inkMkLst>
            <pc:docMk/>
            <pc:sldMk cId="0" sldId="266"/>
            <ac:inkMk id="18" creationId="{9BBB1B83-B054-1E4B-A9A3-F29B59469064}"/>
          </ac:inkMkLst>
        </pc:inkChg>
        <pc:inkChg chg="add">
          <ac:chgData name="Aggie Menezes" userId="74619c95fa3483c9" providerId="LiveId" clId="{9985A848-EC86-A84C-866A-766BD99E161B}" dt="2021-01-25T03:49:07.075" v="261"/>
          <ac:inkMkLst>
            <pc:docMk/>
            <pc:sldMk cId="0" sldId="266"/>
            <ac:inkMk id="19" creationId="{38D1FA80-2855-4945-B7D5-9F2092A3335F}"/>
          </ac:inkMkLst>
        </pc:inkChg>
        <pc:inkChg chg="add">
          <ac:chgData name="Aggie Menezes" userId="74619c95fa3483c9" providerId="LiveId" clId="{9985A848-EC86-A84C-866A-766BD99E161B}" dt="2021-01-25T03:49:19.817" v="263"/>
          <ac:inkMkLst>
            <pc:docMk/>
            <pc:sldMk cId="0" sldId="266"/>
            <ac:inkMk id="21" creationId="{1082773C-0FA4-F34A-A1D3-81FA984DA149}"/>
          </ac:inkMkLst>
        </pc:inkChg>
        <pc:inkChg chg="add">
          <ac:chgData name="Aggie Menezes" userId="74619c95fa3483c9" providerId="LiveId" clId="{9985A848-EC86-A84C-866A-766BD99E161B}" dt="2021-01-25T03:49:21.698" v="264"/>
          <ac:inkMkLst>
            <pc:docMk/>
            <pc:sldMk cId="0" sldId="266"/>
            <ac:inkMk id="22" creationId="{78E596E2-6CA1-D74D-B854-5A8E25065FD4}"/>
          </ac:inkMkLst>
        </pc:inkChg>
        <pc:inkChg chg="add">
          <ac:chgData name="Aggie Menezes" userId="74619c95fa3483c9" providerId="LiveId" clId="{9985A848-EC86-A84C-866A-766BD99E161B}" dt="2021-01-25T03:49:22.249" v="265"/>
          <ac:inkMkLst>
            <pc:docMk/>
            <pc:sldMk cId="0" sldId="266"/>
            <ac:inkMk id="23" creationId="{253EF944-D8FE-2148-9D0C-B3D2253D7001}"/>
          </ac:inkMkLst>
        </pc:inkChg>
        <pc:inkChg chg="add">
          <ac:chgData name="Aggie Menezes" userId="74619c95fa3483c9" providerId="LiveId" clId="{9985A848-EC86-A84C-866A-766BD99E161B}" dt="2021-01-25T03:49:22.418" v="266"/>
          <ac:inkMkLst>
            <pc:docMk/>
            <pc:sldMk cId="0" sldId="266"/>
            <ac:inkMk id="24" creationId="{0F5B8048-0CD6-E54B-B255-21CC8135A981}"/>
          </ac:inkMkLst>
        </pc:inkChg>
        <pc:inkChg chg="add">
          <ac:chgData name="Aggie Menezes" userId="74619c95fa3483c9" providerId="LiveId" clId="{9985A848-EC86-A84C-866A-766BD99E161B}" dt="2021-01-25T03:49:22.610" v="267"/>
          <ac:inkMkLst>
            <pc:docMk/>
            <pc:sldMk cId="0" sldId="266"/>
            <ac:inkMk id="25" creationId="{0F409CB4-DAA7-F244-926F-2A0950368193}"/>
          </ac:inkMkLst>
        </pc:inkChg>
        <pc:inkChg chg="add">
          <ac:chgData name="Aggie Menezes" userId="74619c95fa3483c9" providerId="LiveId" clId="{9985A848-EC86-A84C-866A-766BD99E161B}" dt="2021-01-25T03:49:26.950" v="269"/>
          <ac:inkMkLst>
            <pc:docMk/>
            <pc:sldMk cId="0" sldId="266"/>
            <ac:inkMk id="27" creationId="{AE696E1E-0629-1747-9DB3-B39AF64EA489}"/>
          </ac:inkMkLst>
        </pc:inkChg>
        <pc:inkChg chg="add">
          <ac:chgData name="Aggie Menezes" userId="74619c95fa3483c9" providerId="LiveId" clId="{9985A848-EC86-A84C-866A-766BD99E161B}" dt="2021-01-25T03:49:27.830" v="270"/>
          <ac:inkMkLst>
            <pc:docMk/>
            <pc:sldMk cId="0" sldId="266"/>
            <ac:inkMk id="28" creationId="{D3787CCA-9945-FF4E-A029-2E19B3F2F3CD}"/>
          </ac:inkMkLst>
        </pc:inkChg>
        <pc:inkChg chg="add">
          <ac:chgData name="Aggie Menezes" userId="74619c95fa3483c9" providerId="LiveId" clId="{9985A848-EC86-A84C-866A-766BD99E161B}" dt="2021-01-25T03:49:28.060" v="271"/>
          <ac:inkMkLst>
            <pc:docMk/>
            <pc:sldMk cId="0" sldId="266"/>
            <ac:inkMk id="29" creationId="{A282209D-FDAC-FF4C-A540-671C8BD44C08}"/>
          </ac:inkMkLst>
        </pc:inkChg>
        <pc:inkChg chg="add">
          <ac:chgData name="Aggie Menezes" userId="74619c95fa3483c9" providerId="LiveId" clId="{9985A848-EC86-A84C-866A-766BD99E161B}" dt="2021-01-25T03:49:28.617" v="272"/>
          <ac:inkMkLst>
            <pc:docMk/>
            <pc:sldMk cId="0" sldId="266"/>
            <ac:inkMk id="30" creationId="{80BEA785-774A-FE4A-8198-6B5C458F6575}"/>
          </ac:inkMkLst>
        </pc:inkChg>
        <pc:inkChg chg="add">
          <ac:chgData name="Aggie Menezes" userId="74619c95fa3483c9" providerId="LiveId" clId="{9985A848-EC86-A84C-866A-766BD99E161B}" dt="2021-01-25T03:49:46.761" v="274"/>
          <ac:inkMkLst>
            <pc:docMk/>
            <pc:sldMk cId="0" sldId="266"/>
            <ac:inkMk id="32" creationId="{C0D53C54-5C03-C74A-BDEE-3907FEC35E49}"/>
          </ac:inkMkLst>
        </pc:inkChg>
        <pc:inkChg chg="add">
          <ac:chgData name="Aggie Menezes" userId="74619c95fa3483c9" providerId="LiveId" clId="{9985A848-EC86-A84C-866A-766BD99E161B}" dt="2021-01-25T03:49:47.406" v="275"/>
          <ac:inkMkLst>
            <pc:docMk/>
            <pc:sldMk cId="0" sldId="266"/>
            <ac:inkMk id="33" creationId="{607DACD7-26A9-F543-B61A-9880DC7AEEF6}"/>
          </ac:inkMkLst>
        </pc:inkChg>
        <pc:inkChg chg="add">
          <ac:chgData name="Aggie Menezes" userId="74619c95fa3483c9" providerId="LiveId" clId="{9985A848-EC86-A84C-866A-766BD99E161B}" dt="2021-01-25T03:49:47.809" v="276"/>
          <ac:inkMkLst>
            <pc:docMk/>
            <pc:sldMk cId="0" sldId="266"/>
            <ac:inkMk id="34" creationId="{6A2C8423-0A94-D94C-886A-B8811748E961}"/>
          </ac:inkMkLst>
        </pc:inkChg>
        <pc:inkChg chg="add">
          <ac:chgData name="Aggie Menezes" userId="74619c95fa3483c9" providerId="LiveId" clId="{9985A848-EC86-A84C-866A-766BD99E161B}" dt="2021-01-25T03:49:48.873" v="278"/>
          <ac:inkMkLst>
            <pc:docMk/>
            <pc:sldMk cId="0" sldId="266"/>
            <ac:inkMk id="36" creationId="{54C15B54-48ED-2249-B96D-CDC7C2D73C46}"/>
          </ac:inkMkLst>
        </pc:inkChg>
        <pc:inkChg chg="add">
          <ac:chgData name="Aggie Menezes" userId="74619c95fa3483c9" providerId="LiveId" clId="{9985A848-EC86-A84C-866A-766BD99E161B}" dt="2021-01-25T03:49:49.059" v="279"/>
          <ac:inkMkLst>
            <pc:docMk/>
            <pc:sldMk cId="0" sldId="266"/>
            <ac:inkMk id="37" creationId="{97828F95-C27A-D547-A09C-011ED771035F}"/>
          </ac:inkMkLst>
        </pc:inkChg>
        <pc:inkChg chg="add">
          <ac:chgData name="Aggie Menezes" userId="74619c95fa3483c9" providerId="LiveId" clId="{9985A848-EC86-A84C-866A-766BD99E161B}" dt="2021-01-25T03:49:49.423" v="280"/>
          <ac:inkMkLst>
            <pc:docMk/>
            <pc:sldMk cId="0" sldId="266"/>
            <ac:inkMk id="38" creationId="{61188A7E-BE18-4F43-8A12-5F5EE3BFE4FE}"/>
          </ac:inkMkLst>
        </pc:inkChg>
        <pc:inkChg chg="add">
          <ac:chgData name="Aggie Menezes" userId="74619c95fa3483c9" providerId="LiveId" clId="{9985A848-EC86-A84C-866A-766BD99E161B}" dt="2021-01-25T03:49:49.814" v="281"/>
          <ac:inkMkLst>
            <pc:docMk/>
            <pc:sldMk cId="0" sldId="266"/>
            <ac:inkMk id="39" creationId="{CB9289FD-E52F-5F44-8893-6F464FE42543}"/>
          </ac:inkMkLst>
        </pc:inkChg>
        <pc:inkChg chg="add">
          <ac:chgData name="Aggie Menezes" userId="74619c95fa3483c9" providerId="LiveId" clId="{9985A848-EC86-A84C-866A-766BD99E161B}" dt="2021-01-25T03:51:54.618" v="283"/>
          <ac:inkMkLst>
            <pc:docMk/>
            <pc:sldMk cId="0" sldId="266"/>
            <ac:inkMk id="41" creationId="{EC6210AB-6226-1145-836E-8CE4046C903E}"/>
          </ac:inkMkLst>
        </pc:inkChg>
        <pc:inkChg chg="add">
          <ac:chgData name="Aggie Menezes" userId="74619c95fa3483c9" providerId="LiveId" clId="{9985A848-EC86-A84C-866A-766BD99E161B}" dt="2021-01-25T03:51:55.455" v="284"/>
          <ac:inkMkLst>
            <pc:docMk/>
            <pc:sldMk cId="0" sldId="266"/>
            <ac:inkMk id="42" creationId="{9B84F290-DAE9-4340-A9DF-6ECDEA71982D}"/>
          </ac:inkMkLst>
        </pc:inkChg>
        <pc:inkChg chg="add">
          <ac:chgData name="Aggie Menezes" userId="74619c95fa3483c9" providerId="LiveId" clId="{9985A848-EC86-A84C-866A-766BD99E161B}" dt="2021-01-25T03:52:32.253" v="286"/>
          <ac:inkMkLst>
            <pc:docMk/>
            <pc:sldMk cId="0" sldId="266"/>
            <ac:inkMk id="44" creationId="{CF02BEB9-DA18-E544-85A1-403ECC00BF90}"/>
          </ac:inkMkLst>
        </pc:inkChg>
        <pc:inkChg chg="add">
          <ac:chgData name="Aggie Menezes" userId="74619c95fa3483c9" providerId="LiveId" clId="{9985A848-EC86-A84C-866A-766BD99E161B}" dt="2021-01-25T03:52:37.960" v="287"/>
          <ac:inkMkLst>
            <pc:docMk/>
            <pc:sldMk cId="0" sldId="266"/>
            <ac:inkMk id="45" creationId="{243EBCE8-E6E9-DF4D-9E33-EE89EC810F76}"/>
          </ac:inkMkLst>
        </pc:inkChg>
        <pc:inkChg chg="add">
          <ac:chgData name="Aggie Menezes" userId="74619c95fa3483c9" providerId="LiveId" clId="{9985A848-EC86-A84C-866A-766BD99E161B}" dt="2021-01-25T03:52:38.132" v="288"/>
          <ac:inkMkLst>
            <pc:docMk/>
            <pc:sldMk cId="0" sldId="266"/>
            <ac:inkMk id="46" creationId="{950C567D-554B-8145-8981-91949ABCA371}"/>
          </ac:inkMkLst>
        </pc:inkChg>
        <pc:inkChg chg="add">
          <ac:chgData name="Aggie Menezes" userId="74619c95fa3483c9" providerId="LiveId" clId="{9985A848-EC86-A84C-866A-766BD99E161B}" dt="2021-01-25T03:52:38.538" v="289"/>
          <ac:inkMkLst>
            <pc:docMk/>
            <pc:sldMk cId="0" sldId="266"/>
            <ac:inkMk id="47" creationId="{64D32F01-C6A8-8140-961A-B8F457FBD793}"/>
          </ac:inkMkLst>
        </pc:inkChg>
        <pc:inkChg chg="add">
          <ac:chgData name="Aggie Menezes" userId="74619c95fa3483c9" providerId="LiveId" clId="{9985A848-EC86-A84C-866A-766BD99E161B}" dt="2021-01-25T03:52:43.743" v="291"/>
          <ac:inkMkLst>
            <pc:docMk/>
            <pc:sldMk cId="0" sldId="266"/>
            <ac:inkMk id="49" creationId="{94371C65-1E69-8940-AB7F-B35DCEA23DB5}"/>
          </ac:inkMkLst>
        </pc:inkChg>
        <pc:inkChg chg="add">
          <ac:chgData name="Aggie Menezes" userId="74619c95fa3483c9" providerId="LiveId" clId="{9985A848-EC86-A84C-866A-766BD99E161B}" dt="2021-01-25T03:52:45.592" v="292"/>
          <ac:inkMkLst>
            <pc:docMk/>
            <pc:sldMk cId="0" sldId="266"/>
            <ac:inkMk id="50" creationId="{D3F74862-872D-964E-A9C3-FB91A3898A73}"/>
          </ac:inkMkLst>
        </pc:inkChg>
      </pc:sldChg>
      <pc:sldChg chg="addSp delSp">
        <pc:chgData name="Aggie Menezes" userId="74619c95fa3483c9" providerId="LiveId" clId="{9985A848-EC86-A84C-866A-766BD99E161B}" dt="2021-01-23T04:07:58.045" v="155"/>
        <pc:sldMkLst>
          <pc:docMk/>
          <pc:sldMk cId="534826096" sldId="282"/>
        </pc:sldMkLst>
        <pc:grpChg chg="add del">
          <ac:chgData name="Aggie Menezes" userId="74619c95fa3483c9" providerId="LiveId" clId="{9985A848-EC86-A84C-866A-766BD99E161B}" dt="2021-01-23T04:07:04.648" v="135"/>
          <ac:grpSpMkLst>
            <pc:docMk/>
            <pc:sldMk cId="534826096" sldId="282"/>
            <ac:grpSpMk id="17" creationId="{03051E6C-EA87-9749-A352-287FE038E815}"/>
          </ac:grpSpMkLst>
        </pc:grpChg>
        <pc:grpChg chg="add">
          <ac:chgData name="Aggie Menezes" userId="74619c95fa3483c9" providerId="LiveId" clId="{9985A848-EC86-A84C-866A-766BD99E161B}" dt="2021-01-23T04:07:04.648" v="135"/>
          <ac:grpSpMkLst>
            <pc:docMk/>
            <pc:sldMk cId="534826096" sldId="282"/>
            <ac:grpSpMk id="36" creationId="{C29168FB-8073-D545-9AEB-60F94815458B}"/>
          </ac:grpSpMkLst>
        </pc:grpChg>
        <pc:grpChg chg="add">
          <ac:chgData name="Aggie Menezes" userId="74619c95fa3483c9" providerId="LiveId" clId="{9985A848-EC86-A84C-866A-766BD99E161B}" dt="2021-01-23T04:07:13.544" v="144"/>
          <ac:grpSpMkLst>
            <pc:docMk/>
            <pc:sldMk cId="534826096" sldId="282"/>
            <ac:grpSpMk id="45" creationId="{3E46E8D4-CA80-9B48-8798-813C22A99DED}"/>
          </ac:grpSpMkLst>
        </pc:grpChg>
        <pc:grpChg chg="add">
          <ac:chgData name="Aggie Menezes" userId="74619c95fa3483c9" providerId="LiveId" clId="{9985A848-EC86-A84C-866A-766BD99E161B}" dt="2021-01-23T04:07:54.072" v="149"/>
          <ac:grpSpMkLst>
            <pc:docMk/>
            <pc:sldMk cId="534826096" sldId="282"/>
            <ac:grpSpMk id="50" creationId="{4DBBACF0-F51B-4B4D-A2E5-3507D40BC684}"/>
          </ac:grpSpMkLst>
        </pc:grpChg>
        <pc:grpChg chg="add">
          <ac:chgData name="Aggie Menezes" userId="74619c95fa3483c9" providerId="LiveId" clId="{9985A848-EC86-A84C-866A-766BD99E161B}" dt="2021-01-23T04:07:55.229" v="151"/>
          <ac:grpSpMkLst>
            <pc:docMk/>
            <pc:sldMk cId="534826096" sldId="282"/>
            <ac:grpSpMk id="52" creationId="{4D8A537B-491E-3B45-9027-44B6704EE680}"/>
          </ac:grpSpMkLst>
        </pc:grpChg>
        <pc:grpChg chg="add">
          <ac:chgData name="Aggie Menezes" userId="74619c95fa3483c9" providerId="LiveId" clId="{9985A848-EC86-A84C-866A-766BD99E161B}" dt="2021-01-23T04:07:58.045" v="155"/>
          <ac:grpSpMkLst>
            <pc:docMk/>
            <pc:sldMk cId="534826096" sldId="282"/>
            <ac:grpSpMk id="56" creationId="{BB8CDA06-3180-6E43-8548-EC13652D25F9}"/>
          </ac:grpSpMkLst>
        </pc:grpChg>
        <pc:inkChg chg="add topLvl">
          <ac:chgData name="Aggie Menezes" userId="74619c95fa3483c9" providerId="LiveId" clId="{9985A848-EC86-A84C-866A-766BD99E161B}" dt="2021-01-23T04:07:04.648" v="135"/>
          <ac:inkMkLst>
            <pc:docMk/>
            <pc:sldMk cId="534826096" sldId="282"/>
            <ac:inkMk id="4" creationId="{632053F0-C208-4C40-A9AB-41C40A728AF2}"/>
          </ac:inkMkLst>
        </pc:inkChg>
        <pc:inkChg chg="add topLvl">
          <ac:chgData name="Aggie Menezes" userId="74619c95fa3483c9" providerId="LiveId" clId="{9985A848-EC86-A84C-866A-766BD99E161B}" dt="2021-01-23T04:07:04.648" v="135"/>
          <ac:inkMkLst>
            <pc:docMk/>
            <pc:sldMk cId="534826096" sldId="282"/>
            <ac:inkMk id="5" creationId="{3B2FC334-2791-FB49-94ED-ACE21F57995D}"/>
          </ac:inkMkLst>
        </pc:inkChg>
        <pc:inkChg chg="add topLvl">
          <ac:chgData name="Aggie Menezes" userId="74619c95fa3483c9" providerId="LiveId" clId="{9985A848-EC86-A84C-866A-766BD99E161B}" dt="2021-01-23T04:07:04.648" v="135"/>
          <ac:inkMkLst>
            <pc:docMk/>
            <pc:sldMk cId="534826096" sldId="282"/>
            <ac:inkMk id="6" creationId="{27E1E265-5A4A-F142-830D-78468203D829}"/>
          </ac:inkMkLst>
        </pc:inkChg>
        <pc:inkChg chg="add topLvl">
          <ac:chgData name="Aggie Menezes" userId="74619c95fa3483c9" providerId="LiveId" clId="{9985A848-EC86-A84C-866A-766BD99E161B}" dt="2021-01-23T04:07:04.648" v="135"/>
          <ac:inkMkLst>
            <pc:docMk/>
            <pc:sldMk cId="534826096" sldId="282"/>
            <ac:inkMk id="7" creationId="{DC35A988-ABC1-944F-8509-B28EE29E2207}"/>
          </ac:inkMkLst>
        </pc:inkChg>
        <pc:inkChg chg="add topLvl">
          <ac:chgData name="Aggie Menezes" userId="74619c95fa3483c9" providerId="LiveId" clId="{9985A848-EC86-A84C-866A-766BD99E161B}" dt="2021-01-23T04:07:04.648" v="135"/>
          <ac:inkMkLst>
            <pc:docMk/>
            <pc:sldMk cId="534826096" sldId="282"/>
            <ac:inkMk id="8" creationId="{F5B6CCF0-9F43-0E4B-8114-C19AA9734026}"/>
          </ac:inkMkLst>
        </pc:inkChg>
        <pc:inkChg chg="add">
          <ac:chgData name="Aggie Menezes" userId="74619c95fa3483c9" providerId="LiveId" clId="{9985A848-EC86-A84C-866A-766BD99E161B}" dt="2021-01-23T04:07:01.973" v="131"/>
          <ac:inkMkLst>
            <pc:docMk/>
            <pc:sldMk cId="534826096" sldId="282"/>
            <ac:inkMk id="21" creationId="{34856A26-6441-4F4E-980B-86ACDEE5041B}"/>
          </ac:inkMkLst>
        </pc:inkChg>
        <pc:inkChg chg="add">
          <ac:chgData name="Aggie Menezes" userId="74619c95fa3483c9" providerId="LiveId" clId="{9985A848-EC86-A84C-866A-766BD99E161B}" dt="2021-01-23T04:07:02.358" v="132"/>
          <ac:inkMkLst>
            <pc:docMk/>
            <pc:sldMk cId="534826096" sldId="282"/>
            <ac:inkMk id="22" creationId="{E42A87B1-7B33-7F49-83FB-22BFD0AD382F}"/>
          </ac:inkMkLst>
        </pc:inkChg>
        <pc:inkChg chg="add">
          <ac:chgData name="Aggie Menezes" userId="74619c95fa3483c9" providerId="LiveId" clId="{9985A848-EC86-A84C-866A-766BD99E161B}" dt="2021-01-23T04:07:03.430" v="133"/>
          <ac:inkMkLst>
            <pc:docMk/>
            <pc:sldMk cId="534826096" sldId="282"/>
            <ac:inkMk id="23" creationId="{1F468D0F-BDEB-3A44-904E-35C440D2E2C9}"/>
          </ac:inkMkLst>
        </pc:inkChg>
        <pc:inkChg chg="add">
          <ac:chgData name="Aggie Menezes" userId="74619c95fa3483c9" providerId="LiveId" clId="{9985A848-EC86-A84C-866A-766BD99E161B}" dt="2021-01-23T04:07:04.100" v="134"/>
          <ac:inkMkLst>
            <pc:docMk/>
            <pc:sldMk cId="534826096" sldId="282"/>
            <ac:inkMk id="35" creationId="{7897798B-752D-704A-B5A1-B6063E44CD8A}"/>
          </ac:inkMkLst>
        </pc:inkChg>
        <pc:inkChg chg="add">
          <ac:chgData name="Aggie Menezes" userId="74619c95fa3483c9" providerId="LiveId" clId="{9985A848-EC86-A84C-866A-766BD99E161B}" dt="2021-01-23T04:07:09.804" v="136"/>
          <ac:inkMkLst>
            <pc:docMk/>
            <pc:sldMk cId="534826096" sldId="282"/>
            <ac:inkMk id="37" creationId="{CA5EF940-3F51-C643-BCFE-F675FF26C1AA}"/>
          </ac:inkMkLst>
        </pc:inkChg>
        <pc:inkChg chg="add">
          <ac:chgData name="Aggie Menezes" userId="74619c95fa3483c9" providerId="LiveId" clId="{9985A848-EC86-A84C-866A-766BD99E161B}" dt="2021-01-23T04:07:10.180" v="137"/>
          <ac:inkMkLst>
            <pc:docMk/>
            <pc:sldMk cId="534826096" sldId="282"/>
            <ac:inkMk id="38" creationId="{1582CEDE-BCD4-8C49-8AC1-DE168FD83845}"/>
          </ac:inkMkLst>
        </pc:inkChg>
        <pc:inkChg chg="add">
          <ac:chgData name="Aggie Menezes" userId="74619c95fa3483c9" providerId="LiveId" clId="{9985A848-EC86-A84C-866A-766BD99E161B}" dt="2021-01-23T04:07:10.685" v="138"/>
          <ac:inkMkLst>
            <pc:docMk/>
            <pc:sldMk cId="534826096" sldId="282"/>
            <ac:inkMk id="39" creationId="{3945DE03-7118-7A45-8516-8A96A8B2C1F8}"/>
          </ac:inkMkLst>
        </pc:inkChg>
        <pc:inkChg chg="add">
          <ac:chgData name="Aggie Menezes" userId="74619c95fa3483c9" providerId="LiveId" clId="{9985A848-EC86-A84C-866A-766BD99E161B}" dt="2021-01-23T04:07:11.175" v="139"/>
          <ac:inkMkLst>
            <pc:docMk/>
            <pc:sldMk cId="534826096" sldId="282"/>
            <ac:inkMk id="40" creationId="{184FBA31-C8E7-344A-8E4A-04B7A3AA67A7}"/>
          </ac:inkMkLst>
        </pc:inkChg>
        <pc:inkChg chg="add">
          <ac:chgData name="Aggie Menezes" userId="74619c95fa3483c9" providerId="LiveId" clId="{9985A848-EC86-A84C-866A-766BD99E161B}" dt="2021-01-23T04:07:11.541" v="140"/>
          <ac:inkMkLst>
            <pc:docMk/>
            <pc:sldMk cId="534826096" sldId="282"/>
            <ac:inkMk id="41" creationId="{8BC501A2-7338-7E4B-95D6-56F40BC87CD0}"/>
          </ac:inkMkLst>
        </pc:inkChg>
        <pc:inkChg chg="add">
          <ac:chgData name="Aggie Menezes" userId="74619c95fa3483c9" providerId="LiveId" clId="{9985A848-EC86-A84C-866A-766BD99E161B}" dt="2021-01-23T04:07:11.779" v="141"/>
          <ac:inkMkLst>
            <pc:docMk/>
            <pc:sldMk cId="534826096" sldId="282"/>
            <ac:inkMk id="42" creationId="{71588851-5A28-9A4B-839C-EAF7299D4986}"/>
          </ac:inkMkLst>
        </pc:inkChg>
        <pc:inkChg chg="add">
          <ac:chgData name="Aggie Menezes" userId="74619c95fa3483c9" providerId="LiveId" clId="{9985A848-EC86-A84C-866A-766BD99E161B}" dt="2021-01-23T04:07:12.432" v="142"/>
          <ac:inkMkLst>
            <pc:docMk/>
            <pc:sldMk cId="534826096" sldId="282"/>
            <ac:inkMk id="43" creationId="{9453EBDA-1FD5-FB4F-81F3-F6CE683387AD}"/>
          </ac:inkMkLst>
        </pc:inkChg>
        <pc:inkChg chg="add">
          <ac:chgData name="Aggie Menezes" userId="74619c95fa3483c9" providerId="LiveId" clId="{9985A848-EC86-A84C-866A-766BD99E161B}" dt="2021-01-23T04:07:12.839" v="143"/>
          <ac:inkMkLst>
            <pc:docMk/>
            <pc:sldMk cId="534826096" sldId="282"/>
            <ac:inkMk id="44" creationId="{4C9BBB86-50CE-CE44-A868-DE2B2E89818D}"/>
          </ac:inkMkLst>
        </pc:inkChg>
        <pc:inkChg chg="add">
          <ac:chgData name="Aggie Menezes" userId="74619c95fa3483c9" providerId="LiveId" clId="{9985A848-EC86-A84C-866A-766BD99E161B}" dt="2021-01-23T04:07:51.352" v="145"/>
          <ac:inkMkLst>
            <pc:docMk/>
            <pc:sldMk cId="534826096" sldId="282"/>
            <ac:inkMk id="46" creationId="{93FD0BA7-EBB8-2546-B71A-CAB6A65F8AF8}"/>
          </ac:inkMkLst>
        </pc:inkChg>
        <pc:inkChg chg="add">
          <ac:chgData name="Aggie Menezes" userId="74619c95fa3483c9" providerId="LiveId" clId="{9985A848-EC86-A84C-866A-766BD99E161B}" dt="2021-01-23T04:07:52.069" v="146"/>
          <ac:inkMkLst>
            <pc:docMk/>
            <pc:sldMk cId="534826096" sldId="282"/>
            <ac:inkMk id="47" creationId="{689D9ED9-A705-DB43-AD79-EDD6665CB2CD}"/>
          </ac:inkMkLst>
        </pc:inkChg>
        <pc:inkChg chg="add">
          <ac:chgData name="Aggie Menezes" userId="74619c95fa3483c9" providerId="LiveId" clId="{9985A848-EC86-A84C-866A-766BD99E161B}" dt="2021-01-23T04:07:52.662" v="147"/>
          <ac:inkMkLst>
            <pc:docMk/>
            <pc:sldMk cId="534826096" sldId="282"/>
            <ac:inkMk id="48" creationId="{D313322F-A6ED-0A4C-ABA2-74D4313DA1F7}"/>
          </ac:inkMkLst>
        </pc:inkChg>
        <pc:inkChg chg="add">
          <ac:chgData name="Aggie Menezes" userId="74619c95fa3483c9" providerId="LiveId" clId="{9985A848-EC86-A84C-866A-766BD99E161B}" dt="2021-01-23T04:07:53.558" v="148"/>
          <ac:inkMkLst>
            <pc:docMk/>
            <pc:sldMk cId="534826096" sldId="282"/>
            <ac:inkMk id="49" creationId="{2C71FCBC-50FB-1741-8976-4DCA1BC9C59E}"/>
          </ac:inkMkLst>
        </pc:inkChg>
        <pc:inkChg chg="add">
          <ac:chgData name="Aggie Menezes" userId="74619c95fa3483c9" providerId="LiveId" clId="{9985A848-EC86-A84C-866A-766BD99E161B}" dt="2021-01-23T04:07:54.703" v="150"/>
          <ac:inkMkLst>
            <pc:docMk/>
            <pc:sldMk cId="534826096" sldId="282"/>
            <ac:inkMk id="51" creationId="{6FF371BA-55B4-6F4B-A488-2CAB06C2B9CE}"/>
          </ac:inkMkLst>
        </pc:inkChg>
        <pc:inkChg chg="add">
          <ac:chgData name="Aggie Menezes" userId="74619c95fa3483c9" providerId="LiveId" clId="{9985A848-EC86-A84C-866A-766BD99E161B}" dt="2021-01-23T04:07:55.895" v="152"/>
          <ac:inkMkLst>
            <pc:docMk/>
            <pc:sldMk cId="534826096" sldId="282"/>
            <ac:inkMk id="53" creationId="{7AB18B0E-8118-D645-A0C4-6A6BB10F3FD3}"/>
          </ac:inkMkLst>
        </pc:inkChg>
        <pc:inkChg chg="add">
          <ac:chgData name="Aggie Menezes" userId="74619c95fa3483c9" providerId="LiveId" clId="{9985A848-EC86-A84C-866A-766BD99E161B}" dt="2021-01-23T04:07:56.792" v="153"/>
          <ac:inkMkLst>
            <pc:docMk/>
            <pc:sldMk cId="534826096" sldId="282"/>
            <ac:inkMk id="54" creationId="{1CA500F3-0F46-1444-892C-CF81C38E2552}"/>
          </ac:inkMkLst>
        </pc:inkChg>
        <pc:inkChg chg="add">
          <ac:chgData name="Aggie Menezes" userId="74619c95fa3483c9" providerId="LiveId" clId="{9985A848-EC86-A84C-866A-766BD99E161B}" dt="2021-01-23T04:07:57.436" v="154"/>
          <ac:inkMkLst>
            <pc:docMk/>
            <pc:sldMk cId="534826096" sldId="282"/>
            <ac:inkMk id="55" creationId="{CCBE3E2B-68EE-E542-A123-B3A026F365B5}"/>
          </ac:inkMkLst>
        </pc:inkChg>
      </pc:sldChg>
      <pc:sldChg chg="addSp delSp">
        <pc:chgData name="Aggie Menezes" userId="74619c95fa3483c9" providerId="LiveId" clId="{9985A848-EC86-A84C-866A-766BD99E161B}" dt="2021-01-25T03:39:42.729" v="242"/>
        <pc:sldMkLst>
          <pc:docMk/>
          <pc:sldMk cId="1298652483" sldId="292"/>
        </pc:sldMkLst>
        <pc:grpChg chg="add del">
          <ac:chgData name="Aggie Menezes" userId="74619c95fa3483c9" providerId="LiveId" clId="{9985A848-EC86-A84C-866A-766BD99E161B}" dt="2021-01-25T03:39:38.552" v="230"/>
          <ac:grpSpMkLst>
            <pc:docMk/>
            <pc:sldMk cId="1298652483" sldId="292"/>
            <ac:grpSpMk id="23" creationId="{1C82BEFD-96EE-774B-830E-0F53319975FC}"/>
          </ac:grpSpMkLst>
        </pc:grpChg>
        <pc:grpChg chg="add del">
          <ac:chgData name="Aggie Menezes" userId="74619c95fa3483c9" providerId="LiveId" clId="{9985A848-EC86-A84C-866A-766BD99E161B}" dt="2021-01-25T03:39:19.882" v="221"/>
          <ac:grpSpMkLst>
            <pc:docMk/>
            <pc:sldMk cId="1298652483" sldId="292"/>
            <ac:grpSpMk id="37" creationId="{953B2A50-2FA4-8348-802E-9AE473B0BB46}"/>
          </ac:grpSpMkLst>
        </pc:grpChg>
        <pc:grpChg chg="add del">
          <ac:chgData name="Aggie Menezes" userId="74619c95fa3483c9" providerId="LiveId" clId="{9985A848-EC86-A84C-866A-766BD99E161B}" dt="2021-01-25T03:39:21.384" v="225"/>
          <ac:grpSpMkLst>
            <pc:docMk/>
            <pc:sldMk cId="1298652483" sldId="292"/>
            <ac:grpSpMk id="39" creationId="{3FD32007-B1C0-074C-AF3E-087BA91A9CE1}"/>
          </ac:grpSpMkLst>
        </pc:grpChg>
        <pc:grpChg chg="add del">
          <ac:chgData name="Aggie Menezes" userId="74619c95fa3483c9" providerId="LiveId" clId="{9985A848-EC86-A84C-866A-766BD99E161B}" dt="2021-01-25T03:39:27.631" v="229"/>
          <ac:grpSpMkLst>
            <pc:docMk/>
            <pc:sldMk cId="1298652483" sldId="292"/>
            <ac:grpSpMk id="43" creationId="{6336D507-15F5-034A-912D-FFFB0E266A7D}"/>
          </ac:grpSpMkLst>
        </pc:grpChg>
        <pc:grpChg chg="add del">
          <ac:chgData name="Aggie Menezes" userId="74619c95fa3483c9" providerId="LiveId" clId="{9985A848-EC86-A84C-866A-766BD99E161B}" dt="2021-01-25T03:39:41.649" v="240"/>
          <ac:grpSpMkLst>
            <pc:docMk/>
            <pc:sldMk cId="1298652483" sldId="292"/>
            <ac:grpSpMk id="47" creationId="{72DF24D3-4D69-F447-8922-15221EEAD5C5}"/>
          </ac:grpSpMkLst>
        </pc:grpChg>
        <pc:inkChg chg="del">
          <ac:chgData name="Aggie Menezes" userId="74619c95fa3483c9" providerId="LiveId" clId="{9985A848-EC86-A84C-866A-766BD99E161B}" dt="2021-01-25T03:39:42.729" v="242"/>
          <ac:inkMkLst>
            <pc:docMk/>
            <pc:sldMk cId="1298652483" sldId="292"/>
            <ac:inkMk id="6" creationId="{2CFB600C-199A-F44F-A001-4A6C49D5F6FE}"/>
          </ac:inkMkLst>
        </pc:inkChg>
        <pc:inkChg chg="add del">
          <ac:chgData name="Aggie Menezes" userId="74619c95fa3483c9" providerId="LiveId" clId="{9985A848-EC86-A84C-866A-766BD99E161B}" dt="2021-01-25T03:39:38.558" v="231"/>
          <ac:inkMkLst>
            <pc:docMk/>
            <pc:sldMk cId="1298652483" sldId="292"/>
            <ac:inkMk id="7" creationId="{721B8537-F72B-ED4D-85B3-6784F3B60BF7}"/>
          </ac:inkMkLst>
        </pc:inkChg>
        <pc:inkChg chg="add del topLvl">
          <ac:chgData name="Aggie Menezes" userId="74619c95fa3483c9" providerId="LiveId" clId="{9985A848-EC86-A84C-866A-766BD99E161B}" dt="2021-01-25T03:39:41.629" v="235"/>
          <ac:inkMkLst>
            <pc:docMk/>
            <pc:sldMk cId="1298652483" sldId="292"/>
            <ac:inkMk id="15" creationId="{E9BD8637-AAB6-9142-97F7-AE97FB884876}"/>
          </ac:inkMkLst>
        </pc:inkChg>
        <pc:inkChg chg="add del topLvl">
          <ac:chgData name="Aggie Menezes" userId="74619c95fa3483c9" providerId="LiveId" clId="{9985A848-EC86-A84C-866A-766BD99E161B}" dt="2021-01-25T03:39:38.552" v="230"/>
          <ac:inkMkLst>
            <pc:docMk/>
            <pc:sldMk cId="1298652483" sldId="292"/>
            <ac:inkMk id="22" creationId="{AFE98AAE-8FE7-1742-A1C5-3EC40BEDF60D}"/>
          </ac:inkMkLst>
        </pc:inkChg>
        <pc:inkChg chg="add del topLvl">
          <ac:chgData name="Aggie Menezes" userId="74619c95fa3483c9" providerId="LiveId" clId="{9985A848-EC86-A84C-866A-766BD99E161B}" dt="2021-01-25T03:39:41.622" v="233"/>
          <ac:inkMkLst>
            <pc:docMk/>
            <pc:sldMk cId="1298652483" sldId="292"/>
            <ac:inkMk id="35" creationId="{67BD2466-4521-AB42-BDE4-4EF438DF812F}"/>
          </ac:inkMkLst>
        </pc:inkChg>
        <pc:inkChg chg="add del topLvl">
          <ac:chgData name="Aggie Menezes" userId="74619c95fa3483c9" providerId="LiveId" clId="{9985A848-EC86-A84C-866A-766BD99E161B}" dt="2021-01-25T03:39:41.633" v="236"/>
          <ac:inkMkLst>
            <pc:docMk/>
            <pc:sldMk cId="1298652483" sldId="292"/>
            <ac:inkMk id="36" creationId="{C3E81309-CF37-A743-A636-CCEE8F92F957}"/>
          </ac:inkMkLst>
        </pc:inkChg>
        <pc:inkChg chg="add del topLvl">
          <ac:chgData name="Aggie Menezes" userId="74619c95fa3483c9" providerId="LiveId" clId="{9985A848-EC86-A84C-866A-766BD99E161B}" dt="2021-01-25T03:39:41.649" v="240"/>
          <ac:inkMkLst>
            <pc:docMk/>
            <pc:sldMk cId="1298652483" sldId="292"/>
            <ac:inkMk id="38" creationId="{3B881348-E08C-694F-A18F-0BC0F8CE2E14}"/>
          </ac:inkMkLst>
        </pc:inkChg>
        <pc:inkChg chg="add del topLvl">
          <ac:chgData name="Aggie Menezes" userId="74619c95fa3483c9" providerId="LiveId" clId="{9985A848-EC86-A84C-866A-766BD99E161B}" dt="2021-01-25T03:39:41.617" v="232"/>
          <ac:inkMkLst>
            <pc:docMk/>
            <pc:sldMk cId="1298652483" sldId="292"/>
            <ac:inkMk id="40" creationId="{BBCF3C7C-3EC7-744E-B57E-4D89BB7DB242}"/>
          </ac:inkMkLst>
        </pc:inkChg>
        <pc:inkChg chg="add del topLvl">
          <ac:chgData name="Aggie Menezes" userId="74619c95fa3483c9" providerId="LiveId" clId="{9985A848-EC86-A84C-866A-766BD99E161B}" dt="2021-01-25T03:39:41.641" v="238"/>
          <ac:inkMkLst>
            <pc:docMk/>
            <pc:sldMk cId="1298652483" sldId="292"/>
            <ac:inkMk id="41" creationId="{7B4A4A50-0CE0-1141-93E6-692BFED02BDF}"/>
          </ac:inkMkLst>
        </pc:inkChg>
        <pc:inkChg chg="add del topLvl">
          <ac:chgData name="Aggie Menezes" userId="74619c95fa3483c9" providerId="LiveId" clId="{9985A848-EC86-A84C-866A-766BD99E161B}" dt="2021-01-25T03:39:41.645" v="239"/>
          <ac:inkMkLst>
            <pc:docMk/>
            <pc:sldMk cId="1298652483" sldId="292"/>
            <ac:inkMk id="42" creationId="{0B694E37-1900-674A-B3B4-89BDA3E7C810}"/>
          </ac:inkMkLst>
        </pc:inkChg>
        <pc:inkChg chg="add del topLvl">
          <ac:chgData name="Aggie Menezes" userId="74619c95fa3483c9" providerId="LiveId" clId="{9985A848-EC86-A84C-866A-766BD99E161B}" dt="2021-01-25T03:39:41.652" v="241"/>
          <ac:inkMkLst>
            <pc:docMk/>
            <pc:sldMk cId="1298652483" sldId="292"/>
            <ac:inkMk id="44" creationId="{826D552C-2898-904A-95B6-5BA2ACF2A924}"/>
          </ac:inkMkLst>
        </pc:inkChg>
        <pc:inkChg chg="add del">
          <ac:chgData name="Aggie Menezes" userId="74619c95fa3483c9" providerId="LiveId" clId="{9985A848-EC86-A84C-866A-766BD99E161B}" dt="2021-01-25T03:39:41.627" v="234"/>
          <ac:inkMkLst>
            <pc:docMk/>
            <pc:sldMk cId="1298652483" sldId="292"/>
            <ac:inkMk id="45" creationId="{BB1E339A-23DE-354E-9288-F666B085C762}"/>
          </ac:inkMkLst>
        </pc:inkChg>
        <pc:inkChg chg="add del">
          <ac:chgData name="Aggie Menezes" userId="74619c95fa3483c9" providerId="LiveId" clId="{9985A848-EC86-A84C-866A-766BD99E161B}" dt="2021-01-25T03:39:41.637" v="237"/>
          <ac:inkMkLst>
            <pc:docMk/>
            <pc:sldMk cId="1298652483" sldId="292"/>
            <ac:inkMk id="46" creationId="{77C9A3C9-EC56-834F-9428-D33633C4D0B5}"/>
          </ac:inkMkLst>
        </pc:inkChg>
      </pc:sldChg>
      <pc:sldChg chg="addSp delSp">
        <pc:chgData name="Aggie Menezes" userId="74619c95fa3483c9" providerId="LiveId" clId="{9985A848-EC86-A84C-866A-766BD99E161B}" dt="2021-01-25T04:07:07.075" v="471"/>
        <pc:sldMkLst>
          <pc:docMk/>
          <pc:sldMk cId="6076760" sldId="293"/>
        </pc:sldMkLst>
        <pc:grpChg chg="add">
          <ac:chgData name="Aggie Menezes" userId="74619c95fa3483c9" providerId="LiveId" clId="{9985A848-EC86-A84C-866A-766BD99E161B}" dt="2021-01-25T03:59:09.627" v="298"/>
          <ac:grpSpMkLst>
            <pc:docMk/>
            <pc:sldMk cId="6076760" sldId="293"/>
            <ac:grpSpMk id="12" creationId="{D999542F-D22C-F845-980C-324CAE44356E}"/>
          </ac:grpSpMkLst>
        </pc:grpChg>
        <pc:grpChg chg="add del">
          <ac:chgData name="Aggie Menezes" userId="74619c95fa3483c9" providerId="LiveId" clId="{9985A848-EC86-A84C-866A-766BD99E161B}" dt="2021-01-25T03:59:23.259" v="306"/>
          <ac:grpSpMkLst>
            <pc:docMk/>
            <pc:sldMk cId="6076760" sldId="293"/>
            <ac:grpSpMk id="31" creationId="{1934ECB0-74E8-6A4F-AA7E-AD4D2F417586}"/>
          </ac:grpSpMkLst>
        </pc:grpChg>
        <pc:grpChg chg="add">
          <ac:chgData name="Aggie Menezes" userId="74619c95fa3483c9" providerId="LiveId" clId="{9985A848-EC86-A84C-866A-766BD99E161B}" dt="2021-01-25T03:59:23.259" v="306"/>
          <ac:grpSpMkLst>
            <pc:docMk/>
            <pc:sldMk cId="6076760" sldId="293"/>
            <ac:grpSpMk id="35" creationId="{D15464A8-DFDB-A948-B710-4CA4BBCFB789}"/>
          </ac:grpSpMkLst>
        </pc:grpChg>
        <pc:grpChg chg="add del">
          <ac:chgData name="Aggie Menezes" userId="74619c95fa3483c9" providerId="LiveId" clId="{9985A848-EC86-A84C-866A-766BD99E161B}" dt="2021-01-25T04:01:28.545" v="359"/>
          <ac:grpSpMkLst>
            <pc:docMk/>
            <pc:sldMk cId="6076760" sldId="293"/>
            <ac:grpSpMk id="38" creationId="{8C5F1558-0DB3-D44C-8CAD-35BAB654E6C5}"/>
          </ac:grpSpMkLst>
        </pc:grpChg>
        <pc:grpChg chg="add del">
          <ac:chgData name="Aggie Menezes" userId="74619c95fa3483c9" providerId="LiveId" clId="{9985A848-EC86-A84C-866A-766BD99E161B}" dt="2021-01-25T04:00:23.466" v="320"/>
          <ac:grpSpMkLst>
            <pc:docMk/>
            <pc:sldMk cId="6076760" sldId="293"/>
            <ac:grpSpMk id="42" creationId="{2B474AD9-1FB4-E842-8269-F83000D87FDC}"/>
          </ac:grpSpMkLst>
        </pc:grpChg>
        <pc:grpChg chg="add del">
          <ac:chgData name="Aggie Menezes" userId="74619c95fa3483c9" providerId="LiveId" clId="{9985A848-EC86-A84C-866A-766BD99E161B}" dt="2021-01-25T04:01:28.584" v="366"/>
          <ac:grpSpMkLst>
            <pc:docMk/>
            <pc:sldMk cId="6076760" sldId="293"/>
            <ac:grpSpMk id="49" creationId="{75BABC23-DE71-6F43-A516-C2A35EC066C2}"/>
          </ac:grpSpMkLst>
        </pc:grpChg>
        <pc:grpChg chg="add del">
          <ac:chgData name="Aggie Menezes" userId="74619c95fa3483c9" providerId="LiveId" clId="{9985A848-EC86-A84C-866A-766BD99E161B}" dt="2021-01-25T04:01:30.005" v="377"/>
          <ac:grpSpMkLst>
            <pc:docMk/>
            <pc:sldMk cId="6076760" sldId="293"/>
            <ac:grpSpMk id="65" creationId="{A5EF5122-4728-734B-9015-570F7A773432}"/>
          </ac:grpSpMkLst>
        </pc:grpChg>
        <pc:grpChg chg="add del">
          <ac:chgData name="Aggie Menezes" userId="74619c95fa3483c9" providerId="LiveId" clId="{9985A848-EC86-A84C-866A-766BD99E161B}" dt="2021-01-25T04:01:24.470" v="350"/>
          <ac:grpSpMkLst>
            <pc:docMk/>
            <pc:sldMk cId="6076760" sldId="293"/>
            <ac:grpSpMk id="75" creationId="{0DBA2E86-FF2E-8942-884F-6BBD04C030D1}"/>
          </ac:grpSpMkLst>
        </pc:grpChg>
        <pc:grpChg chg="add">
          <ac:chgData name="Aggie Menezes" userId="74619c95fa3483c9" providerId="LiveId" clId="{9985A848-EC86-A84C-866A-766BD99E161B}" dt="2021-01-25T04:02:03.716" v="384"/>
          <ac:grpSpMkLst>
            <pc:docMk/>
            <pc:sldMk cId="6076760" sldId="293"/>
            <ac:grpSpMk id="82" creationId="{6BBC98FC-64FD-224F-90E1-32728C6F800F}"/>
          </ac:grpSpMkLst>
        </pc:grpChg>
        <pc:grpChg chg="add">
          <ac:chgData name="Aggie Menezes" userId="74619c95fa3483c9" providerId="LiveId" clId="{9985A848-EC86-A84C-866A-766BD99E161B}" dt="2021-01-25T04:03:48.725" v="388"/>
          <ac:grpSpMkLst>
            <pc:docMk/>
            <pc:sldMk cId="6076760" sldId="293"/>
            <ac:grpSpMk id="86" creationId="{6597A9EC-22ED-9F40-862D-C8C6993FD92E}"/>
          </ac:grpSpMkLst>
        </pc:grpChg>
        <pc:grpChg chg="add">
          <ac:chgData name="Aggie Menezes" userId="74619c95fa3483c9" providerId="LiveId" clId="{9985A848-EC86-A84C-866A-766BD99E161B}" dt="2021-01-25T04:05:10.438" v="392"/>
          <ac:grpSpMkLst>
            <pc:docMk/>
            <pc:sldMk cId="6076760" sldId="293"/>
            <ac:grpSpMk id="90" creationId="{E3F5C4D2-CF44-644F-A855-4E293F495E8B}"/>
          </ac:grpSpMkLst>
        </pc:grpChg>
        <pc:grpChg chg="add del">
          <ac:chgData name="Aggie Menezes" userId="74619c95fa3483c9" providerId="LiveId" clId="{9985A848-EC86-A84C-866A-766BD99E161B}" dt="2021-01-25T04:05:18.401" v="401"/>
          <ac:grpSpMkLst>
            <pc:docMk/>
            <pc:sldMk cId="6076760" sldId="293"/>
            <ac:grpSpMk id="93" creationId="{045A0579-0543-F347-8B91-240E7205248C}"/>
          </ac:grpSpMkLst>
        </pc:grpChg>
        <pc:grpChg chg="add del">
          <ac:chgData name="Aggie Menezes" userId="74619c95fa3483c9" providerId="LiveId" clId="{9985A848-EC86-A84C-866A-766BD99E161B}" dt="2021-01-25T04:05:22.213" v="410"/>
          <ac:grpSpMkLst>
            <pc:docMk/>
            <pc:sldMk cId="6076760" sldId="293"/>
            <ac:grpSpMk id="99" creationId="{E37C19BC-FE51-B141-9246-3576E1D29E6B}"/>
          </ac:grpSpMkLst>
        </pc:grpChg>
        <pc:grpChg chg="add del">
          <ac:chgData name="Aggie Menezes" userId="74619c95fa3483c9" providerId="LiveId" clId="{9985A848-EC86-A84C-866A-766BD99E161B}" dt="2021-01-25T04:05:25.137" v="417"/>
          <ac:grpSpMkLst>
            <pc:docMk/>
            <pc:sldMk cId="6076760" sldId="293"/>
            <ac:grpSpMk id="108" creationId="{60AA95D9-713E-1943-84D5-D4A452B6EEB9}"/>
          </ac:grpSpMkLst>
        </pc:grpChg>
        <pc:grpChg chg="add">
          <ac:chgData name="Aggie Menezes" userId="74619c95fa3483c9" providerId="LiveId" clId="{9985A848-EC86-A84C-866A-766BD99E161B}" dt="2021-01-25T04:05:25.137" v="417"/>
          <ac:grpSpMkLst>
            <pc:docMk/>
            <pc:sldMk cId="6076760" sldId="293"/>
            <ac:grpSpMk id="115" creationId="{B8E365EA-28D0-B440-AA5C-1B229E108126}"/>
          </ac:grpSpMkLst>
        </pc:grpChg>
        <pc:grpChg chg="add">
          <ac:chgData name="Aggie Menezes" userId="74619c95fa3483c9" providerId="LiveId" clId="{9985A848-EC86-A84C-866A-766BD99E161B}" dt="2021-01-25T04:05:25.137" v="417"/>
          <ac:grpSpMkLst>
            <pc:docMk/>
            <pc:sldMk cId="6076760" sldId="293"/>
            <ac:grpSpMk id="116" creationId="{18271C35-7EF1-1244-9348-46AAA152EC46}"/>
          </ac:grpSpMkLst>
        </pc:grpChg>
        <pc:grpChg chg="add">
          <ac:chgData name="Aggie Menezes" userId="74619c95fa3483c9" providerId="LiveId" clId="{9985A848-EC86-A84C-866A-766BD99E161B}" dt="2021-01-25T04:05:37.585" v="433"/>
          <ac:grpSpMkLst>
            <pc:docMk/>
            <pc:sldMk cId="6076760" sldId="293"/>
            <ac:grpSpMk id="125" creationId="{A8526B30-4423-1843-8C62-1FC74657F085}"/>
          </ac:grpSpMkLst>
        </pc:grpChg>
        <pc:grpChg chg="add">
          <ac:chgData name="Aggie Menezes" userId="74619c95fa3483c9" providerId="LiveId" clId="{9985A848-EC86-A84C-866A-766BD99E161B}" dt="2021-01-25T04:05:42.957" v="436"/>
          <ac:grpSpMkLst>
            <pc:docMk/>
            <pc:sldMk cId="6076760" sldId="293"/>
            <ac:grpSpMk id="128" creationId="{E989A663-8D9E-EF46-932D-9E1A154F3C25}"/>
          </ac:grpSpMkLst>
        </pc:grpChg>
        <pc:grpChg chg="add del">
          <ac:chgData name="Aggie Menezes" userId="74619c95fa3483c9" providerId="LiveId" clId="{9985A848-EC86-A84C-866A-766BD99E161B}" dt="2021-01-25T04:06:11.922" v="447"/>
          <ac:grpSpMkLst>
            <pc:docMk/>
            <pc:sldMk cId="6076760" sldId="293"/>
            <ac:grpSpMk id="131" creationId="{C398B374-8D0F-B940-AE89-9FB15F0F0557}"/>
          </ac:grpSpMkLst>
        </pc:grpChg>
        <pc:grpChg chg="add del">
          <ac:chgData name="Aggie Menezes" userId="74619c95fa3483c9" providerId="LiveId" clId="{9985A848-EC86-A84C-866A-766BD99E161B}" dt="2021-01-25T04:06:14.342" v="449"/>
          <ac:grpSpMkLst>
            <pc:docMk/>
            <pc:sldMk cId="6076760" sldId="293"/>
            <ac:grpSpMk id="139" creationId="{8A1B7C2F-F2FA-D54B-87DB-94BE9B95749A}"/>
          </ac:grpSpMkLst>
        </pc:grpChg>
        <pc:grpChg chg="add del">
          <ac:chgData name="Aggie Menezes" userId="74619c95fa3483c9" providerId="LiveId" clId="{9985A848-EC86-A84C-866A-766BD99E161B}" dt="2021-01-25T04:06:15.646" v="451"/>
          <ac:grpSpMkLst>
            <pc:docMk/>
            <pc:sldMk cId="6076760" sldId="293"/>
            <ac:grpSpMk id="141" creationId="{F5BD8CD9-794D-CC47-ABAC-01C007998248}"/>
          </ac:grpSpMkLst>
        </pc:grpChg>
        <pc:grpChg chg="add del">
          <ac:chgData name="Aggie Menezes" userId="74619c95fa3483c9" providerId="LiveId" clId="{9985A848-EC86-A84C-866A-766BD99E161B}" dt="2021-01-25T04:06:16.337" v="453"/>
          <ac:grpSpMkLst>
            <pc:docMk/>
            <pc:sldMk cId="6076760" sldId="293"/>
            <ac:grpSpMk id="143" creationId="{899A751A-D096-1146-881C-21DF29B7D0D6}"/>
          </ac:grpSpMkLst>
        </pc:grpChg>
        <pc:grpChg chg="add del">
          <ac:chgData name="Aggie Menezes" userId="74619c95fa3483c9" providerId="LiveId" clId="{9985A848-EC86-A84C-866A-766BD99E161B}" dt="2021-01-25T04:07:05.448" v="468"/>
          <ac:grpSpMkLst>
            <pc:docMk/>
            <pc:sldMk cId="6076760" sldId="293"/>
            <ac:grpSpMk id="145" creationId="{1CF23A0F-CF59-D946-B49B-4FF7099FF0CA}"/>
          </ac:grpSpMkLst>
        </pc:grpChg>
        <pc:grpChg chg="add del">
          <ac:chgData name="Aggie Menezes" userId="74619c95fa3483c9" providerId="LiveId" clId="{9985A848-EC86-A84C-866A-766BD99E161B}" dt="2021-01-25T04:06:25.087" v="464"/>
          <ac:grpSpMkLst>
            <pc:docMk/>
            <pc:sldMk cId="6076760" sldId="293"/>
            <ac:grpSpMk id="150" creationId="{00AC7335-9A99-FB4D-825C-FC46BFEC8229}"/>
          </ac:grpSpMkLst>
        </pc:grpChg>
        <pc:grpChg chg="add del">
          <ac:chgData name="Aggie Menezes" userId="74619c95fa3483c9" providerId="LiveId" clId="{9985A848-EC86-A84C-866A-766BD99E161B}" dt="2021-01-25T04:06:26.733" v="466"/>
          <ac:grpSpMkLst>
            <pc:docMk/>
            <pc:sldMk cId="6076760" sldId="293"/>
            <ac:grpSpMk id="156" creationId="{70366539-4E7E-3F44-B4D8-6ABA61F0BC4D}"/>
          </ac:grpSpMkLst>
        </pc:grpChg>
        <pc:grpChg chg="add del">
          <ac:chgData name="Aggie Menezes" userId="74619c95fa3483c9" providerId="LiveId" clId="{9985A848-EC86-A84C-866A-766BD99E161B}" dt="2021-01-25T04:07:05.448" v="468"/>
          <ac:grpSpMkLst>
            <pc:docMk/>
            <pc:sldMk cId="6076760" sldId="293"/>
            <ac:grpSpMk id="158" creationId="{DF578305-1DC3-6B4C-A1B8-6EB2693A5BF3}"/>
          </ac:grpSpMkLst>
        </pc:grpChg>
        <pc:grpChg chg="add">
          <ac:chgData name="Aggie Menezes" userId="74619c95fa3483c9" providerId="LiveId" clId="{9985A848-EC86-A84C-866A-766BD99E161B}" dt="2021-01-25T04:07:05.448" v="468"/>
          <ac:grpSpMkLst>
            <pc:docMk/>
            <pc:sldMk cId="6076760" sldId="293"/>
            <ac:grpSpMk id="160" creationId="{17EE0B64-E1BB-8545-AE14-4CB4B0AC550B}"/>
          </ac:grpSpMkLst>
        </pc:grpChg>
        <pc:grpChg chg="add">
          <ac:chgData name="Aggie Menezes" userId="74619c95fa3483c9" providerId="LiveId" clId="{9985A848-EC86-A84C-866A-766BD99E161B}" dt="2021-01-25T04:07:07.075" v="471"/>
          <ac:grpSpMkLst>
            <pc:docMk/>
            <pc:sldMk cId="6076760" sldId="293"/>
            <ac:grpSpMk id="163" creationId="{7DF1016A-183E-1F43-A061-D81E92C80672}"/>
          </ac:grpSpMkLst>
        </pc:grpChg>
        <pc:inkChg chg="add">
          <ac:chgData name="Aggie Menezes" userId="74619c95fa3483c9" providerId="LiveId" clId="{9985A848-EC86-A84C-866A-766BD99E161B}" dt="2021-01-25T03:59:07.475" v="293"/>
          <ac:inkMkLst>
            <pc:docMk/>
            <pc:sldMk cId="6076760" sldId="293"/>
            <ac:inkMk id="4" creationId="{F62660E3-C2BE-B84D-8ED8-97DCF147FFC3}"/>
          </ac:inkMkLst>
        </pc:inkChg>
        <pc:inkChg chg="add">
          <ac:chgData name="Aggie Menezes" userId="74619c95fa3483c9" providerId="LiveId" clId="{9985A848-EC86-A84C-866A-766BD99E161B}" dt="2021-01-25T03:59:08.108" v="294"/>
          <ac:inkMkLst>
            <pc:docMk/>
            <pc:sldMk cId="6076760" sldId="293"/>
            <ac:inkMk id="5" creationId="{48393B2B-6144-6B43-9CF6-6D3422890BAD}"/>
          </ac:inkMkLst>
        </pc:inkChg>
        <pc:inkChg chg="add">
          <ac:chgData name="Aggie Menezes" userId="74619c95fa3483c9" providerId="LiveId" clId="{9985A848-EC86-A84C-866A-766BD99E161B}" dt="2021-01-25T03:59:08.361" v="295"/>
          <ac:inkMkLst>
            <pc:docMk/>
            <pc:sldMk cId="6076760" sldId="293"/>
            <ac:inkMk id="8" creationId="{A3BA9905-9BB9-EA49-89CC-13855D0A91D8}"/>
          </ac:inkMkLst>
        </pc:inkChg>
        <pc:inkChg chg="add">
          <ac:chgData name="Aggie Menezes" userId="74619c95fa3483c9" providerId="LiveId" clId="{9985A848-EC86-A84C-866A-766BD99E161B}" dt="2021-01-25T03:59:08.574" v="296"/>
          <ac:inkMkLst>
            <pc:docMk/>
            <pc:sldMk cId="6076760" sldId="293"/>
            <ac:inkMk id="9" creationId="{94CFF238-5CC9-214F-B520-63CE5F1EEE07}"/>
          </ac:inkMkLst>
        </pc:inkChg>
        <pc:inkChg chg="add">
          <ac:chgData name="Aggie Menezes" userId="74619c95fa3483c9" providerId="LiveId" clId="{9985A848-EC86-A84C-866A-766BD99E161B}" dt="2021-01-25T03:59:08.718" v="297"/>
          <ac:inkMkLst>
            <pc:docMk/>
            <pc:sldMk cId="6076760" sldId="293"/>
            <ac:inkMk id="10" creationId="{E1F35E7B-93A4-DB49-BCB7-8F445BD45DEF}"/>
          </ac:inkMkLst>
        </pc:inkChg>
        <pc:inkChg chg="add topLvl">
          <ac:chgData name="Aggie Menezes" userId="74619c95fa3483c9" providerId="LiveId" clId="{9985A848-EC86-A84C-866A-766BD99E161B}" dt="2021-01-25T03:59:23.259" v="306"/>
          <ac:inkMkLst>
            <pc:docMk/>
            <pc:sldMk cId="6076760" sldId="293"/>
            <ac:inkMk id="13" creationId="{28DC23F8-0CEE-1848-8647-7D78956F1502}"/>
          </ac:inkMkLst>
        </pc:inkChg>
        <pc:inkChg chg="add topLvl">
          <ac:chgData name="Aggie Menezes" userId="74619c95fa3483c9" providerId="LiveId" clId="{9985A848-EC86-A84C-866A-766BD99E161B}" dt="2021-01-25T03:59:23.259" v="306"/>
          <ac:inkMkLst>
            <pc:docMk/>
            <pc:sldMk cId="6076760" sldId="293"/>
            <ac:inkMk id="20" creationId="{A4483A88-A681-2140-86FE-C480CB23D186}"/>
          </ac:inkMkLst>
        </pc:inkChg>
        <pc:inkChg chg="add topLvl">
          <ac:chgData name="Aggie Menezes" userId="74619c95fa3483c9" providerId="LiveId" clId="{9985A848-EC86-A84C-866A-766BD99E161B}" dt="2021-01-25T03:59:23.259" v="306"/>
          <ac:inkMkLst>
            <pc:docMk/>
            <pc:sldMk cId="6076760" sldId="293"/>
            <ac:inkMk id="21" creationId="{D63B414D-D118-9D4F-BEA5-B9269227C4DD}"/>
          </ac:inkMkLst>
        </pc:inkChg>
        <pc:inkChg chg="add topLvl">
          <ac:chgData name="Aggie Menezes" userId="74619c95fa3483c9" providerId="LiveId" clId="{9985A848-EC86-A84C-866A-766BD99E161B}" dt="2021-01-25T03:59:23.259" v="306"/>
          <ac:inkMkLst>
            <pc:docMk/>
            <pc:sldMk cId="6076760" sldId="293"/>
            <ac:inkMk id="23" creationId="{21BA3C94-C7A1-E14B-9B4F-066E72A9523A}"/>
          </ac:inkMkLst>
        </pc:inkChg>
        <pc:inkChg chg="add topLvl">
          <ac:chgData name="Aggie Menezes" userId="74619c95fa3483c9" providerId="LiveId" clId="{9985A848-EC86-A84C-866A-766BD99E161B}" dt="2021-01-25T03:59:23.259" v="306"/>
          <ac:inkMkLst>
            <pc:docMk/>
            <pc:sldMk cId="6076760" sldId="293"/>
            <ac:inkMk id="30" creationId="{B93CCA84-D868-BB47-B432-A11D2359FE49}"/>
          </ac:inkMkLst>
        </pc:inkChg>
        <pc:inkChg chg="add">
          <ac:chgData name="Aggie Menezes" userId="74619c95fa3483c9" providerId="LiveId" clId="{9985A848-EC86-A84C-866A-766BD99E161B}" dt="2021-01-25T03:59:22.728" v="305"/>
          <ac:inkMkLst>
            <pc:docMk/>
            <pc:sldMk cId="6076760" sldId="293"/>
            <ac:inkMk id="32" creationId="{4AC035E9-3B17-2E42-B64D-13A64AEEA05F}"/>
          </ac:inkMkLst>
        </pc:inkChg>
        <pc:inkChg chg="add del topLvl">
          <ac:chgData name="Aggie Menezes" userId="74619c95fa3483c9" providerId="LiveId" clId="{9985A848-EC86-A84C-866A-766BD99E161B}" dt="2021-01-25T04:01:28.614" v="374"/>
          <ac:inkMkLst>
            <pc:docMk/>
            <pc:sldMk cId="6076760" sldId="293"/>
            <ac:inkMk id="36" creationId="{B3C912F2-FF29-7F4D-AC5B-4090ABF6142B}"/>
          </ac:inkMkLst>
        </pc:inkChg>
        <pc:inkChg chg="add del topLvl">
          <ac:chgData name="Aggie Menezes" userId="74619c95fa3483c9" providerId="LiveId" clId="{9985A848-EC86-A84C-866A-766BD99E161B}" dt="2021-01-25T04:01:28.545" v="359"/>
          <ac:inkMkLst>
            <pc:docMk/>
            <pc:sldMk cId="6076760" sldId="293"/>
            <ac:inkMk id="37" creationId="{CE5B8EBE-DFB1-A944-97A0-55D49D4DD93D}"/>
          </ac:inkMkLst>
        </pc:inkChg>
        <pc:inkChg chg="add">
          <ac:chgData name="Aggie Menezes" userId="74619c95fa3483c9" providerId="LiveId" clId="{9985A848-EC86-A84C-866A-766BD99E161B}" dt="2021-01-25T04:00:04.861" v="310"/>
          <ac:inkMkLst>
            <pc:docMk/>
            <pc:sldMk cId="6076760" sldId="293"/>
            <ac:inkMk id="39" creationId="{8FA6274E-BB66-C548-83D0-74A69F5066D4}"/>
          </ac:inkMkLst>
        </pc:inkChg>
        <pc:inkChg chg="add del topLvl">
          <ac:chgData name="Aggie Menezes" userId="74619c95fa3483c9" providerId="LiveId" clId="{9985A848-EC86-A84C-866A-766BD99E161B}" dt="2021-01-25T04:01:28.557" v="361"/>
          <ac:inkMkLst>
            <pc:docMk/>
            <pc:sldMk cId="6076760" sldId="293"/>
            <ac:inkMk id="40" creationId="{B2AD9D7F-DAE0-6B4B-9C21-E3B2FAE0974F}"/>
          </ac:inkMkLst>
        </pc:inkChg>
        <pc:inkChg chg="add del topLvl">
          <ac:chgData name="Aggie Menezes" userId="74619c95fa3483c9" providerId="LiveId" clId="{9985A848-EC86-A84C-866A-766BD99E161B}" dt="2021-01-25T04:01:28.512" v="352"/>
          <ac:inkMkLst>
            <pc:docMk/>
            <pc:sldMk cId="6076760" sldId="293"/>
            <ac:inkMk id="41" creationId="{0E943177-0BC7-F64C-B312-26E516D5E9A6}"/>
          </ac:inkMkLst>
        </pc:inkChg>
        <pc:inkChg chg="add del topLvl">
          <ac:chgData name="Aggie Menezes" userId="74619c95fa3483c9" providerId="LiveId" clId="{9985A848-EC86-A84C-866A-766BD99E161B}" dt="2021-01-25T04:01:28.604" v="371"/>
          <ac:inkMkLst>
            <pc:docMk/>
            <pc:sldMk cId="6076760" sldId="293"/>
            <ac:inkMk id="43" creationId="{26BBC615-4521-F74B-A7B7-CB457EDCCC9E}"/>
          </ac:inkMkLst>
        </pc:inkChg>
        <pc:inkChg chg="add del">
          <ac:chgData name="Aggie Menezes" userId="74619c95fa3483c9" providerId="LiveId" clId="{9985A848-EC86-A84C-866A-766BD99E161B}" dt="2021-01-25T04:01:28.592" v="368"/>
          <ac:inkMkLst>
            <pc:docMk/>
            <pc:sldMk cId="6076760" sldId="293"/>
            <ac:inkMk id="44" creationId="{41E8545C-7A65-A043-96DC-513E940AB2C4}"/>
          </ac:inkMkLst>
        </pc:inkChg>
        <pc:inkChg chg="add del topLvl">
          <ac:chgData name="Aggie Menezes" userId="74619c95fa3483c9" providerId="LiveId" clId="{9985A848-EC86-A84C-866A-766BD99E161B}" dt="2021-01-25T04:01:28.584" v="366"/>
          <ac:inkMkLst>
            <pc:docMk/>
            <pc:sldMk cId="6076760" sldId="293"/>
            <ac:inkMk id="45" creationId="{C823A74C-F833-B84B-914B-CC39423945F2}"/>
          </ac:inkMkLst>
        </pc:inkChg>
        <pc:inkChg chg="add del">
          <ac:chgData name="Aggie Menezes" userId="74619c95fa3483c9" providerId="LiveId" clId="{9985A848-EC86-A84C-866A-766BD99E161B}" dt="2021-01-25T04:01:28.540" v="358"/>
          <ac:inkMkLst>
            <pc:docMk/>
            <pc:sldMk cId="6076760" sldId="293"/>
            <ac:inkMk id="46" creationId="{2EFBF23A-0946-3C4B-8822-8F46CC13116F}"/>
          </ac:inkMkLst>
        </pc:inkChg>
        <pc:inkChg chg="add del">
          <ac:chgData name="Aggie Menezes" userId="74619c95fa3483c9" providerId="LiveId" clId="{9985A848-EC86-A84C-866A-766BD99E161B}" dt="2021-01-25T04:01:28.521" v="354"/>
          <ac:inkMkLst>
            <pc:docMk/>
            <pc:sldMk cId="6076760" sldId="293"/>
            <ac:inkMk id="47" creationId="{BCCC585E-1A9E-584D-8864-5D858DA503D1}"/>
          </ac:inkMkLst>
        </pc:inkChg>
        <pc:inkChg chg="add del">
          <ac:chgData name="Aggie Menezes" userId="74619c95fa3483c9" providerId="LiveId" clId="{9985A848-EC86-A84C-866A-766BD99E161B}" dt="2021-01-25T04:01:29.379" v="376"/>
          <ac:inkMkLst>
            <pc:docMk/>
            <pc:sldMk cId="6076760" sldId="293"/>
            <ac:inkMk id="48" creationId="{0BB46E65-5EA1-1946-A9AA-BEF0CE6E64DD}"/>
          </ac:inkMkLst>
        </pc:inkChg>
        <pc:inkChg chg="add del">
          <ac:chgData name="Aggie Menezes" userId="74619c95fa3483c9" providerId="LiveId" clId="{9985A848-EC86-A84C-866A-766BD99E161B}" dt="2021-01-25T04:01:28.573" v="364"/>
          <ac:inkMkLst>
            <pc:docMk/>
            <pc:sldMk cId="6076760" sldId="293"/>
            <ac:inkMk id="50" creationId="{5804F778-C9CE-E542-B54C-1A9355B2F9A8}"/>
          </ac:inkMkLst>
        </pc:inkChg>
        <pc:inkChg chg="add del">
          <ac:chgData name="Aggie Menezes" userId="74619c95fa3483c9" providerId="LiveId" clId="{9985A848-EC86-A84C-866A-766BD99E161B}" dt="2021-01-25T04:01:28.589" v="367"/>
          <ac:inkMkLst>
            <pc:docMk/>
            <pc:sldMk cId="6076760" sldId="293"/>
            <ac:inkMk id="51" creationId="{E065B2DE-81AA-EB40-9B76-44C10D9D62C3}"/>
          </ac:inkMkLst>
        </pc:inkChg>
        <pc:inkChg chg="add del">
          <ac:chgData name="Aggie Menezes" userId="74619c95fa3483c9" providerId="LiveId" clId="{9985A848-EC86-A84C-866A-766BD99E161B}" dt="2021-01-25T04:01:28.563" v="362"/>
          <ac:inkMkLst>
            <pc:docMk/>
            <pc:sldMk cId="6076760" sldId="293"/>
            <ac:inkMk id="52" creationId="{540E9ADD-329E-2141-86AF-B602CBFDB083}"/>
          </ac:inkMkLst>
        </pc:inkChg>
        <pc:inkChg chg="add del">
          <ac:chgData name="Aggie Menezes" userId="74619c95fa3483c9" providerId="LiveId" clId="{9985A848-EC86-A84C-866A-766BD99E161B}" dt="2021-01-25T04:01:28.552" v="360"/>
          <ac:inkMkLst>
            <pc:docMk/>
            <pc:sldMk cId="6076760" sldId="293"/>
            <ac:inkMk id="53" creationId="{9A0396BD-0AF5-8348-8269-423E8CD2D602}"/>
          </ac:inkMkLst>
        </pc:inkChg>
        <pc:inkChg chg="add del">
          <ac:chgData name="Aggie Menezes" userId="74619c95fa3483c9" providerId="LiveId" clId="{9985A848-EC86-A84C-866A-766BD99E161B}" dt="2021-01-25T04:01:28.536" v="357"/>
          <ac:inkMkLst>
            <pc:docMk/>
            <pc:sldMk cId="6076760" sldId="293"/>
            <ac:inkMk id="54" creationId="{88536E67-A196-2746-818E-05200A69CFE4}"/>
          </ac:inkMkLst>
        </pc:inkChg>
        <pc:inkChg chg="add del">
          <ac:chgData name="Aggie Menezes" userId="74619c95fa3483c9" providerId="LiveId" clId="{9985A848-EC86-A84C-866A-766BD99E161B}" dt="2021-01-25T04:01:28.608" v="372"/>
          <ac:inkMkLst>
            <pc:docMk/>
            <pc:sldMk cId="6076760" sldId="293"/>
            <ac:inkMk id="55" creationId="{813CD0FC-5846-144B-8A9E-8D8AC0FDC13B}"/>
          </ac:inkMkLst>
        </pc:inkChg>
        <pc:inkChg chg="add del">
          <ac:chgData name="Aggie Menezes" userId="74619c95fa3483c9" providerId="LiveId" clId="{9985A848-EC86-A84C-866A-766BD99E161B}" dt="2021-01-25T04:01:28.529" v="356"/>
          <ac:inkMkLst>
            <pc:docMk/>
            <pc:sldMk cId="6076760" sldId="293"/>
            <ac:inkMk id="56" creationId="{2105BB3E-DC69-D94D-9E36-68111A7A48BE}"/>
          </ac:inkMkLst>
        </pc:inkChg>
        <pc:inkChg chg="add del">
          <ac:chgData name="Aggie Menezes" userId="74619c95fa3483c9" providerId="LiveId" clId="{9985A848-EC86-A84C-866A-766BD99E161B}" dt="2021-01-25T04:01:28.617" v="375"/>
          <ac:inkMkLst>
            <pc:docMk/>
            <pc:sldMk cId="6076760" sldId="293"/>
            <ac:inkMk id="57" creationId="{D8B2856E-D459-D94E-9374-4896DFE0C1DD}"/>
          </ac:inkMkLst>
        </pc:inkChg>
        <pc:inkChg chg="add del">
          <ac:chgData name="Aggie Menezes" userId="74619c95fa3483c9" providerId="LiveId" clId="{9985A848-EC86-A84C-866A-766BD99E161B}" dt="2021-01-25T04:01:28.597" v="369"/>
          <ac:inkMkLst>
            <pc:docMk/>
            <pc:sldMk cId="6076760" sldId="293"/>
            <ac:inkMk id="58" creationId="{F30CE182-7F52-1346-8AD6-85D0D7622173}"/>
          </ac:inkMkLst>
        </pc:inkChg>
        <pc:inkChg chg="add del">
          <ac:chgData name="Aggie Menezes" userId="74619c95fa3483c9" providerId="LiveId" clId="{9985A848-EC86-A84C-866A-766BD99E161B}" dt="2021-01-25T04:01:28.568" v="363"/>
          <ac:inkMkLst>
            <pc:docMk/>
            <pc:sldMk cId="6076760" sldId="293"/>
            <ac:inkMk id="59" creationId="{03CFBADC-A50E-2645-86F8-9DF75A816F42}"/>
          </ac:inkMkLst>
        </pc:inkChg>
        <pc:inkChg chg="add del topLvl">
          <ac:chgData name="Aggie Menezes" userId="74619c95fa3483c9" providerId="LiveId" clId="{9985A848-EC86-A84C-866A-766BD99E161B}" dt="2021-01-25T04:01:30.005" v="377"/>
          <ac:inkMkLst>
            <pc:docMk/>
            <pc:sldMk cId="6076760" sldId="293"/>
            <ac:inkMk id="60" creationId="{40DF1537-0D4F-3A4A-832D-EF61BA64E0B9}"/>
          </ac:inkMkLst>
        </pc:inkChg>
        <pc:inkChg chg="add del">
          <ac:chgData name="Aggie Menezes" userId="74619c95fa3483c9" providerId="LiveId" clId="{9985A848-EC86-A84C-866A-766BD99E161B}" dt="2021-01-25T04:01:28.579" v="365"/>
          <ac:inkMkLst>
            <pc:docMk/>
            <pc:sldMk cId="6076760" sldId="293"/>
            <ac:inkMk id="61" creationId="{A1E60E50-A7EF-6549-A9E7-0C34EFD29135}"/>
          </ac:inkMkLst>
        </pc:inkChg>
        <pc:inkChg chg="add del">
          <ac:chgData name="Aggie Menezes" userId="74619c95fa3483c9" providerId="LiveId" clId="{9985A848-EC86-A84C-866A-766BD99E161B}" dt="2021-01-25T04:01:28.518" v="353"/>
          <ac:inkMkLst>
            <pc:docMk/>
            <pc:sldMk cId="6076760" sldId="293"/>
            <ac:inkMk id="62" creationId="{220DD909-FC42-4348-AAF1-ED7D0451B4E5}"/>
          </ac:inkMkLst>
        </pc:inkChg>
        <pc:inkChg chg="add topLvl">
          <ac:chgData name="Aggie Menezes" userId="74619c95fa3483c9" providerId="LiveId" clId="{9985A848-EC86-A84C-866A-766BD99E161B}" dt="2021-01-25T04:01:30.005" v="377"/>
          <ac:inkMkLst>
            <pc:docMk/>
            <pc:sldMk cId="6076760" sldId="293"/>
            <ac:inkMk id="64" creationId="{ED04AE1F-D96A-744A-ABDD-46D8D9FAA25D}"/>
          </ac:inkMkLst>
        </pc:inkChg>
        <pc:inkChg chg="add del">
          <ac:chgData name="Aggie Menezes" userId="74619c95fa3483c9" providerId="LiveId" clId="{9985A848-EC86-A84C-866A-766BD99E161B}" dt="2021-01-25T04:01:28.601" v="370"/>
          <ac:inkMkLst>
            <pc:docMk/>
            <pc:sldMk cId="6076760" sldId="293"/>
            <ac:inkMk id="66" creationId="{C38DF61F-54AD-C54B-BC79-A8D6B4F9FD16}"/>
          </ac:inkMkLst>
        </pc:inkChg>
        <pc:inkChg chg="add del">
          <ac:chgData name="Aggie Menezes" userId="74619c95fa3483c9" providerId="LiveId" clId="{9985A848-EC86-A84C-866A-766BD99E161B}" dt="2021-01-25T04:01:28.523" v="355"/>
          <ac:inkMkLst>
            <pc:docMk/>
            <pc:sldMk cId="6076760" sldId="293"/>
            <ac:inkMk id="67" creationId="{19B26CDC-AE13-4D48-8C1C-C605B55042FD}"/>
          </ac:inkMkLst>
        </pc:inkChg>
        <pc:inkChg chg="add del">
          <ac:chgData name="Aggie Menezes" userId="74619c95fa3483c9" providerId="LiveId" clId="{9985A848-EC86-A84C-866A-766BD99E161B}" dt="2021-01-25T04:01:28.611" v="373"/>
          <ac:inkMkLst>
            <pc:docMk/>
            <pc:sldMk cId="6076760" sldId="293"/>
            <ac:inkMk id="68" creationId="{1BCAE164-3D3D-4D4B-B1CE-EE4AC1F7865B}"/>
          </ac:inkMkLst>
        </pc:inkChg>
        <pc:inkChg chg="add del">
          <ac:chgData name="Aggie Menezes" userId="74619c95fa3483c9" providerId="LiveId" clId="{9985A848-EC86-A84C-866A-766BD99E161B}" dt="2021-01-25T04:01:24.452" v="346"/>
          <ac:inkMkLst>
            <pc:docMk/>
            <pc:sldMk cId="6076760" sldId="293"/>
            <ac:inkMk id="69" creationId="{F0C0E0A5-EB91-734D-BC31-922EEF70BD0A}"/>
          </ac:inkMkLst>
        </pc:inkChg>
        <pc:inkChg chg="add del topLvl">
          <ac:chgData name="Aggie Menezes" userId="74619c95fa3483c9" providerId="LiveId" clId="{9985A848-EC86-A84C-866A-766BD99E161B}" dt="2021-01-25T04:01:24.473" v="351"/>
          <ac:inkMkLst>
            <pc:docMk/>
            <pc:sldMk cId="6076760" sldId="293"/>
            <ac:inkMk id="70" creationId="{2E8411D6-60FA-834D-9617-279F8AB04595}"/>
          </ac:inkMkLst>
        </pc:inkChg>
        <pc:inkChg chg="add del topLvl">
          <ac:chgData name="Aggie Menezes" userId="74619c95fa3483c9" providerId="LiveId" clId="{9985A848-EC86-A84C-866A-766BD99E161B}" dt="2021-01-25T04:01:24.470" v="350"/>
          <ac:inkMkLst>
            <pc:docMk/>
            <pc:sldMk cId="6076760" sldId="293"/>
            <ac:inkMk id="71" creationId="{4BDF8150-9842-E541-97C7-E063AE4B8F36}"/>
          </ac:inkMkLst>
        </pc:inkChg>
        <pc:inkChg chg="add del">
          <ac:chgData name="Aggie Menezes" userId="74619c95fa3483c9" providerId="LiveId" clId="{9985A848-EC86-A84C-866A-766BD99E161B}" dt="2021-01-25T04:01:24.456" v="347"/>
          <ac:inkMkLst>
            <pc:docMk/>
            <pc:sldMk cId="6076760" sldId="293"/>
            <ac:inkMk id="72" creationId="{0A8F5BD2-4B09-9847-9FFC-F9C6E6ABB8B3}"/>
          </ac:inkMkLst>
        </pc:inkChg>
        <pc:inkChg chg="add del">
          <ac:chgData name="Aggie Menezes" userId="74619c95fa3483c9" providerId="LiveId" clId="{9985A848-EC86-A84C-866A-766BD99E161B}" dt="2021-01-25T04:01:24.461" v="348"/>
          <ac:inkMkLst>
            <pc:docMk/>
            <pc:sldMk cId="6076760" sldId="293"/>
            <ac:inkMk id="73" creationId="{3FC78B6C-E00D-9847-8314-C14D72038506}"/>
          </ac:inkMkLst>
        </pc:inkChg>
        <pc:inkChg chg="add del">
          <ac:chgData name="Aggie Menezes" userId="74619c95fa3483c9" providerId="LiveId" clId="{9985A848-EC86-A84C-866A-766BD99E161B}" dt="2021-01-25T04:01:24.465" v="349"/>
          <ac:inkMkLst>
            <pc:docMk/>
            <pc:sldMk cId="6076760" sldId="293"/>
            <ac:inkMk id="74" creationId="{D2CEA117-74D2-7A45-B487-7C1146411DDE}"/>
          </ac:inkMkLst>
        </pc:inkChg>
        <pc:inkChg chg="add">
          <ac:chgData name="Aggie Menezes" userId="74619c95fa3483c9" providerId="LiveId" clId="{9985A848-EC86-A84C-866A-766BD99E161B}" dt="2021-01-25T04:01:59.433" v="378"/>
          <ac:inkMkLst>
            <pc:docMk/>
            <pc:sldMk cId="6076760" sldId="293"/>
            <ac:inkMk id="76" creationId="{B9951BFF-E356-8A4E-9D43-509C1D65B26A}"/>
          </ac:inkMkLst>
        </pc:inkChg>
        <pc:inkChg chg="add">
          <ac:chgData name="Aggie Menezes" userId="74619c95fa3483c9" providerId="LiveId" clId="{9985A848-EC86-A84C-866A-766BD99E161B}" dt="2021-01-25T04:02:00.026" v="379"/>
          <ac:inkMkLst>
            <pc:docMk/>
            <pc:sldMk cId="6076760" sldId="293"/>
            <ac:inkMk id="77" creationId="{913ED982-C8C8-8D44-B9FB-D3FECAF13C5D}"/>
          </ac:inkMkLst>
        </pc:inkChg>
        <pc:inkChg chg="add">
          <ac:chgData name="Aggie Menezes" userId="74619c95fa3483c9" providerId="LiveId" clId="{9985A848-EC86-A84C-866A-766BD99E161B}" dt="2021-01-25T04:02:00.646" v="380"/>
          <ac:inkMkLst>
            <pc:docMk/>
            <pc:sldMk cId="6076760" sldId="293"/>
            <ac:inkMk id="78" creationId="{9E7BCBD0-2519-8D49-B72A-90B2D8110D1F}"/>
          </ac:inkMkLst>
        </pc:inkChg>
        <pc:inkChg chg="add">
          <ac:chgData name="Aggie Menezes" userId="74619c95fa3483c9" providerId="LiveId" clId="{9985A848-EC86-A84C-866A-766BD99E161B}" dt="2021-01-25T04:02:01.366" v="381"/>
          <ac:inkMkLst>
            <pc:docMk/>
            <pc:sldMk cId="6076760" sldId="293"/>
            <ac:inkMk id="79" creationId="{B06A9CB4-160F-0848-9038-FF6871EA1C4E}"/>
          </ac:inkMkLst>
        </pc:inkChg>
        <pc:inkChg chg="add">
          <ac:chgData name="Aggie Menezes" userId="74619c95fa3483c9" providerId="LiveId" clId="{9985A848-EC86-A84C-866A-766BD99E161B}" dt="2021-01-25T04:02:01.866" v="382"/>
          <ac:inkMkLst>
            <pc:docMk/>
            <pc:sldMk cId="6076760" sldId="293"/>
            <ac:inkMk id="80" creationId="{AD3FCC04-95CD-3840-9E23-44F47B7FFEAA}"/>
          </ac:inkMkLst>
        </pc:inkChg>
        <pc:inkChg chg="add">
          <ac:chgData name="Aggie Menezes" userId="74619c95fa3483c9" providerId="LiveId" clId="{9985A848-EC86-A84C-866A-766BD99E161B}" dt="2021-01-25T04:02:02.707" v="383"/>
          <ac:inkMkLst>
            <pc:docMk/>
            <pc:sldMk cId="6076760" sldId="293"/>
            <ac:inkMk id="81" creationId="{BA57E9EB-FDE4-AE48-A676-65D240DE5AE3}"/>
          </ac:inkMkLst>
        </pc:inkChg>
        <pc:inkChg chg="add">
          <ac:chgData name="Aggie Menezes" userId="74619c95fa3483c9" providerId="LiveId" clId="{9985A848-EC86-A84C-866A-766BD99E161B}" dt="2021-01-25T04:03:46.228" v="385"/>
          <ac:inkMkLst>
            <pc:docMk/>
            <pc:sldMk cId="6076760" sldId="293"/>
            <ac:inkMk id="83" creationId="{42201E8F-1106-8948-B0B9-643E707FD72B}"/>
          </ac:inkMkLst>
        </pc:inkChg>
        <pc:inkChg chg="add">
          <ac:chgData name="Aggie Menezes" userId="74619c95fa3483c9" providerId="LiveId" clId="{9985A848-EC86-A84C-866A-766BD99E161B}" dt="2021-01-25T04:03:47.660" v="386"/>
          <ac:inkMkLst>
            <pc:docMk/>
            <pc:sldMk cId="6076760" sldId="293"/>
            <ac:inkMk id="84" creationId="{F644AB79-34AB-994C-8C05-8AABF4B4542E}"/>
          </ac:inkMkLst>
        </pc:inkChg>
        <pc:inkChg chg="add">
          <ac:chgData name="Aggie Menezes" userId="74619c95fa3483c9" providerId="LiveId" clId="{9985A848-EC86-A84C-866A-766BD99E161B}" dt="2021-01-25T04:03:47.944" v="387"/>
          <ac:inkMkLst>
            <pc:docMk/>
            <pc:sldMk cId="6076760" sldId="293"/>
            <ac:inkMk id="85" creationId="{C6DA2964-1A45-D54C-A77C-07E7D812C15F}"/>
          </ac:inkMkLst>
        </pc:inkChg>
        <pc:inkChg chg="add">
          <ac:chgData name="Aggie Menezes" userId="74619c95fa3483c9" providerId="LiveId" clId="{9985A848-EC86-A84C-866A-766BD99E161B}" dt="2021-01-25T04:05:07.732" v="389"/>
          <ac:inkMkLst>
            <pc:docMk/>
            <pc:sldMk cId="6076760" sldId="293"/>
            <ac:inkMk id="87" creationId="{C01C17AC-2C19-674A-92DA-D1B3C6F77C37}"/>
          </ac:inkMkLst>
        </pc:inkChg>
        <pc:inkChg chg="add">
          <ac:chgData name="Aggie Menezes" userId="74619c95fa3483c9" providerId="LiveId" clId="{9985A848-EC86-A84C-866A-766BD99E161B}" dt="2021-01-25T04:05:08.590" v="390"/>
          <ac:inkMkLst>
            <pc:docMk/>
            <pc:sldMk cId="6076760" sldId="293"/>
            <ac:inkMk id="88" creationId="{729F9419-1469-8541-B45F-B679F4ECB3A2}"/>
          </ac:inkMkLst>
        </pc:inkChg>
        <pc:inkChg chg="add">
          <ac:chgData name="Aggie Menezes" userId="74619c95fa3483c9" providerId="LiveId" clId="{9985A848-EC86-A84C-866A-766BD99E161B}" dt="2021-01-25T04:05:09.909" v="391"/>
          <ac:inkMkLst>
            <pc:docMk/>
            <pc:sldMk cId="6076760" sldId="293"/>
            <ac:inkMk id="89" creationId="{0BF456A5-3876-9C4D-AF3C-FF85C0B703BF}"/>
          </ac:inkMkLst>
        </pc:inkChg>
        <pc:inkChg chg="add topLvl">
          <ac:chgData name="Aggie Menezes" userId="74619c95fa3483c9" providerId="LiveId" clId="{9985A848-EC86-A84C-866A-766BD99E161B}" dt="2021-01-25T04:05:25.137" v="417"/>
          <ac:inkMkLst>
            <pc:docMk/>
            <pc:sldMk cId="6076760" sldId="293"/>
            <ac:inkMk id="91" creationId="{73024E90-82AB-1544-88B0-D92B381812F7}"/>
          </ac:inkMkLst>
        </pc:inkChg>
        <pc:inkChg chg="add topLvl">
          <ac:chgData name="Aggie Menezes" userId="74619c95fa3483c9" providerId="LiveId" clId="{9985A848-EC86-A84C-866A-766BD99E161B}" dt="2021-01-25T04:05:25.137" v="417"/>
          <ac:inkMkLst>
            <pc:docMk/>
            <pc:sldMk cId="6076760" sldId="293"/>
            <ac:inkMk id="92" creationId="{0A6E9EE3-0CBE-4A44-97F6-3BACA0EDE5C8}"/>
          </ac:inkMkLst>
        </pc:inkChg>
        <pc:inkChg chg="add topLvl">
          <ac:chgData name="Aggie Menezes" userId="74619c95fa3483c9" providerId="LiveId" clId="{9985A848-EC86-A84C-866A-766BD99E161B}" dt="2021-01-25T04:05:25.137" v="417"/>
          <ac:inkMkLst>
            <pc:docMk/>
            <pc:sldMk cId="6076760" sldId="293"/>
            <ac:inkMk id="94" creationId="{64A568CC-5EF4-A744-8C37-E39194C7CC58}"/>
          </ac:inkMkLst>
        </pc:inkChg>
        <pc:inkChg chg="add topLvl">
          <ac:chgData name="Aggie Menezes" userId="74619c95fa3483c9" providerId="LiveId" clId="{9985A848-EC86-A84C-866A-766BD99E161B}" dt="2021-01-25T04:05:25.137" v="417"/>
          <ac:inkMkLst>
            <pc:docMk/>
            <pc:sldMk cId="6076760" sldId="293"/>
            <ac:inkMk id="95" creationId="{809E0C6F-318D-5949-8F44-DB1B6745231E}"/>
          </ac:inkMkLst>
        </pc:inkChg>
        <pc:inkChg chg="add topLvl">
          <ac:chgData name="Aggie Menezes" userId="74619c95fa3483c9" providerId="LiveId" clId="{9985A848-EC86-A84C-866A-766BD99E161B}" dt="2021-01-25T04:05:25.137" v="417"/>
          <ac:inkMkLst>
            <pc:docMk/>
            <pc:sldMk cId="6076760" sldId="293"/>
            <ac:inkMk id="96" creationId="{F37AA088-56A3-7F4A-8793-78E8B99C1A36}"/>
          </ac:inkMkLst>
        </pc:inkChg>
        <pc:inkChg chg="add topLvl">
          <ac:chgData name="Aggie Menezes" userId="74619c95fa3483c9" providerId="LiveId" clId="{9985A848-EC86-A84C-866A-766BD99E161B}" dt="2021-01-25T04:05:25.137" v="417"/>
          <ac:inkMkLst>
            <pc:docMk/>
            <pc:sldMk cId="6076760" sldId="293"/>
            <ac:inkMk id="97" creationId="{41AA6C48-07A4-514C-845C-0A72A9F82A19}"/>
          </ac:inkMkLst>
        </pc:inkChg>
        <pc:inkChg chg="add topLvl">
          <ac:chgData name="Aggie Menezes" userId="74619c95fa3483c9" providerId="LiveId" clId="{9985A848-EC86-A84C-866A-766BD99E161B}" dt="2021-01-25T04:05:25.137" v="417"/>
          <ac:inkMkLst>
            <pc:docMk/>
            <pc:sldMk cId="6076760" sldId="293"/>
            <ac:inkMk id="98" creationId="{70A8BCA9-E708-F34D-B15A-372F307E3FF4}"/>
          </ac:inkMkLst>
        </pc:inkChg>
        <pc:inkChg chg="add topLvl">
          <ac:chgData name="Aggie Menezes" userId="74619c95fa3483c9" providerId="LiveId" clId="{9985A848-EC86-A84C-866A-766BD99E161B}" dt="2021-01-25T04:05:25.137" v="417"/>
          <ac:inkMkLst>
            <pc:docMk/>
            <pc:sldMk cId="6076760" sldId="293"/>
            <ac:inkMk id="100" creationId="{D13C5233-00D5-BE4C-BE78-45A9B325E4D5}"/>
          </ac:inkMkLst>
        </pc:inkChg>
        <pc:inkChg chg="add del topLvl">
          <ac:chgData name="Aggie Menezes" userId="74619c95fa3483c9" providerId="LiveId" clId="{9985A848-EC86-A84C-866A-766BD99E161B}" dt="2021-01-25T04:05:32.571" v="420"/>
          <ac:inkMkLst>
            <pc:docMk/>
            <pc:sldMk cId="6076760" sldId="293"/>
            <ac:inkMk id="101" creationId="{A3D16CD2-E3A5-3B49-8F24-3E904B8D2816}"/>
          </ac:inkMkLst>
        </pc:inkChg>
        <pc:inkChg chg="add del topLvl">
          <ac:chgData name="Aggie Menezes" userId="74619c95fa3483c9" providerId="LiveId" clId="{9985A848-EC86-A84C-866A-766BD99E161B}" dt="2021-01-25T04:05:32.592" v="423"/>
          <ac:inkMkLst>
            <pc:docMk/>
            <pc:sldMk cId="6076760" sldId="293"/>
            <ac:inkMk id="102" creationId="{3730F937-5449-6B44-99EC-4A1F17404FA2}"/>
          </ac:inkMkLst>
        </pc:inkChg>
        <pc:inkChg chg="add del topLvl">
          <ac:chgData name="Aggie Menezes" userId="74619c95fa3483c9" providerId="LiveId" clId="{9985A848-EC86-A84C-866A-766BD99E161B}" dt="2021-01-25T04:05:32.578" v="421"/>
          <ac:inkMkLst>
            <pc:docMk/>
            <pc:sldMk cId="6076760" sldId="293"/>
            <ac:inkMk id="103" creationId="{0DB7617C-FA62-DA44-90BD-688E2E789B00}"/>
          </ac:inkMkLst>
        </pc:inkChg>
        <pc:inkChg chg="add del topLvl">
          <ac:chgData name="Aggie Menezes" userId="74619c95fa3483c9" providerId="LiveId" clId="{9985A848-EC86-A84C-866A-766BD99E161B}" dt="2021-01-25T04:05:32.555" v="418"/>
          <ac:inkMkLst>
            <pc:docMk/>
            <pc:sldMk cId="6076760" sldId="293"/>
            <ac:inkMk id="104" creationId="{94142E8B-7899-7143-B3CE-B4FB90A02416}"/>
          </ac:inkMkLst>
        </pc:inkChg>
        <pc:inkChg chg="add del topLvl">
          <ac:chgData name="Aggie Menezes" userId="74619c95fa3483c9" providerId="LiveId" clId="{9985A848-EC86-A84C-866A-766BD99E161B}" dt="2021-01-25T04:05:32.585" v="422"/>
          <ac:inkMkLst>
            <pc:docMk/>
            <pc:sldMk cId="6076760" sldId="293"/>
            <ac:inkMk id="105" creationId="{451BCCE6-8A08-1F4D-A570-269C3ADF6A40}"/>
          </ac:inkMkLst>
        </pc:inkChg>
        <pc:inkChg chg="add del topLvl">
          <ac:chgData name="Aggie Menezes" userId="74619c95fa3483c9" providerId="LiveId" clId="{9985A848-EC86-A84C-866A-766BD99E161B}" dt="2021-01-25T04:05:32.563" v="419"/>
          <ac:inkMkLst>
            <pc:docMk/>
            <pc:sldMk cId="6076760" sldId="293"/>
            <ac:inkMk id="106" creationId="{94054F80-B33C-124E-8BF8-965C25BC79D1}"/>
          </ac:inkMkLst>
        </pc:inkChg>
        <pc:inkChg chg="add del topLvl">
          <ac:chgData name="Aggie Menezes" userId="74619c95fa3483c9" providerId="LiveId" clId="{9985A848-EC86-A84C-866A-766BD99E161B}" dt="2021-01-25T04:05:32.598" v="424"/>
          <ac:inkMkLst>
            <pc:docMk/>
            <pc:sldMk cId="6076760" sldId="293"/>
            <ac:inkMk id="107" creationId="{585633DD-DDBC-E844-8CD6-EF2182204303}"/>
          </ac:inkMkLst>
        </pc:inkChg>
        <pc:inkChg chg="add">
          <ac:chgData name="Aggie Menezes" userId="74619c95fa3483c9" providerId="LiveId" clId="{9985A848-EC86-A84C-866A-766BD99E161B}" dt="2021-01-25T04:05:22.289" v="411"/>
          <ac:inkMkLst>
            <pc:docMk/>
            <pc:sldMk cId="6076760" sldId="293"/>
            <ac:inkMk id="109" creationId="{FA3FCF8A-F2D1-484E-B6BE-56533A51EEC4}"/>
          </ac:inkMkLst>
        </pc:inkChg>
        <pc:inkChg chg="add">
          <ac:chgData name="Aggie Menezes" userId="74619c95fa3483c9" providerId="LiveId" clId="{9985A848-EC86-A84C-866A-766BD99E161B}" dt="2021-01-25T04:05:22.786" v="412"/>
          <ac:inkMkLst>
            <pc:docMk/>
            <pc:sldMk cId="6076760" sldId="293"/>
            <ac:inkMk id="110" creationId="{ED42DE99-1DA1-1741-A52E-84E523AE1415}"/>
          </ac:inkMkLst>
        </pc:inkChg>
        <pc:inkChg chg="add">
          <ac:chgData name="Aggie Menezes" userId="74619c95fa3483c9" providerId="LiveId" clId="{9985A848-EC86-A84C-866A-766BD99E161B}" dt="2021-01-25T04:05:23.119" v="413"/>
          <ac:inkMkLst>
            <pc:docMk/>
            <pc:sldMk cId="6076760" sldId="293"/>
            <ac:inkMk id="111" creationId="{2ABB64FF-E9A7-B649-B161-38823E9FB7E6}"/>
          </ac:inkMkLst>
        </pc:inkChg>
        <pc:inkChg chg="add">
          <ac:chgData name="Aggie Menezes" userId="74619c95fa3483c9" providerId="LiveId" clId="{9985A848-EC86-A84C-866A-766BD99E161B}" dt="2021-01-25T04:05:23.795" v="414"/>
          <ac:inkMkLst>
            <pc:docMk/>
            <pc:sldMk cId="6076760" sldId="293"/>
            <ac:inkMk id="112" creationId="{CA8102B2-9BC2-BA40-908E-B693DA7C6FF2}"/>
          </ac:inkMkLst>
        </pc:inkChg>
        <pc:inkChg chg="add">
          <ac:chgData name="Aggie Menezes" userId="74619c95fa3483c9" providerId="LiveId" clId="{9985A848-EC86-A84C-866A-766BD99E161B}" dt="2021-01-25T04:05:24.329" v="415"/>
          <ac:inkMkLst>
            <pc:docMk/>
            <pc:sldMk cId="6076760" sldId="293"/>
            <ac:inkMk id="113" creationId="{543FA5B0-64DE-B741-B38C-0DF14A2E6B96}"/>
          </ac:inkMkLst>
        </pc:inkChg>
        <pc:inkChg chg="add">
          <ac:chgData name="Aggie Menezes" userId="74619c95fa3483c9" providerId="LiveId" clId="{9985A848-EC86-A84C-866A-766BD99E161B}" dt="2021-01-25T04:05:24.486" v="416"/>
          <ac:inkMkLst>
            <pc:docMk/>
            <pc:sldMk cId="6076760" sldId="293"/>
            <ac:inkMk id="114" creationId="{C8317D74-930B-A24F-9FF3-C5DFEFDDA244}"/>
          </ac:inkMkLst>
        </pc:inkChg>
        <pc:inkChg chg="add">
          <ac:chgData name="Aggie Menezes" userId="74619c95fa3483c9" providerId="LiveId" clId="{9985A848-EC86-A84C-866A-766BD99E161B}" dt="2021-01-25T04:05:34.407" v="425"/>
          <ac:inkMkLst>
            <pc:docMk/>
            <pc:sldMk cId="6076760" sldId="293"/>
            <ac:inkMk id="117" creationId="{DD180667-75FA-6B4E-96C3-4A0C0EA6134D}"/>
          </ac:inkMkLst>
        </pc:inkChg>
        <pc:inkChg chg="add">
          <ac:chgData name="Aggie Menezes" userId="74619c95fa3483c9" providerId="LiveId" clId="{9985A848-EC86-A84C-866A-766BD99E161B}" dt="2021-01-25T04:05:34.714" v="426"/>
          <ac:inkMkLst>
            <pc:docMk/>
            <pc:sldMk cId="6076760" sldId="293"/>
            <ac:inkMk id="118" creationId="{1323123F-8A82-A446-A20F-A0C74226EA0D}"/>
          </ac:inkMkLst>
        </pc:inkChg>
        <pc:inkChg chg="add">
          <ac:chgData name="Aggie Menezes" userId="74619c95fa3483c9" providerId="LiveId" clId="{9985A848-EC86-A84C-866A-766BD99E161B}" dt="2021-01-25T04:05:35.180" v="427"/>
          <ac:inkMkLst>
            <pc:docMk/>
            <pc:sldMk cId="6076760" sldId="293"/>
            <ac:inkMk id="119" creationId="{68E40BD0-D104-2C41-A0C7-9ED76E026C6E}"/>
          </ac:inkMkLst>
        </pc:inkChg>
        <pc:inkChg chg="add">
          <ac:chgData name="Aggie Menezes" userId="74619c95fa3483c9" providerId="LiveId" clId="{9985A848-EC86-A84C-866A-766BD99E161B}" dt="2021-01-25T04:05:35.673" v="428"/>
          <ac:inkMkLst>
            <pc:docMk/>
            <pc:sldMk cId="6076760" sldId="293"/>
            <ac:inkMk id="120" creationId="{0BE60A14-6977-2545-A720-7BBF0BD49F6B}"/>
          </ac:inkMkLst>
        </pc:inkChg>
        <pc:inkChg chg="add">
          <ac:chgData name="Aggie Menezes" userId="74619c95fa3483c9" providerId="LiveId" clId="{9985A848-EC86-A84C-866A-766BD99E161B}" dt="2021-01-25T04:05:35.895" v="429"/>
          <ac:inkMkLst>
            <pc:docMk/>
            <pc:sldMk cId="6076760" sldId="293"/>
            <ac:inkMk id="121" creationId="{6341E020-2E8D-4043-B3C2-A83897A82D58}"/>
          </ac:inkMkLst>
        </pc:inkChg>
        <pc:inkChg chg="add">
          <ac:chgData name="Aggie Menezes" userId="74619c95fa3483c9" providerId="LiveId" clId="{9985A848-EC86-A84C-866A-766BD99E161B}" dt="2021-01-25T04:05:36.045" v="430"/>
          <ac:inkMkLst>
            <pc:docMk/>
            <pc:sldMk cId="6076760" sldId="293"/>
            <ac:inkMk id="122" creationId="{62858D07-FE6B-BB47-9D95-4C77B4CC6AB3}"/>
          </ac:inkMkLst>
        </pc:inkChg>
        <pc:inkChg chg="add">
          <ac:chgData name="Aggie Menezes" userId="74619c95fa3483c9" providerId="LiveId" clId="{9985A848-EC86-A84C-866A-766BD99E161B}" dt="2021-01-25T04:05:36.404" v="431"/>
          <ac:inkMkLst>
            <pc:docMk/>
            <pc:sldMk cId="6076760" sldId="293"/>
            <ac:inkMk id="123" creationId="{2F01B61C-DEA5-FC41-8A2E-59F4C8CAFA3D}"/>
          </ac:inkMkLst>
        </pc:inkChg>
        <pc:inkChg chg="add">
          <ac:chgData name="Aggie Menezes" userId="74619c95fa3483c9" providerId="LiveId" clId="{9985A848-EC86-A84C-866A-766BD99E161B}" dt="2021-01-25T04:05:36.686" v="432"/>
          <ac:inkMkLst>
            <pc:docMk/>
            <pc:sldMk cId="6076760" sldId="293"/>
            <ac:inkMk id="124" creationId="{49532A90-86FA-2D45-95E8-C5F4D66361F1}"/>
          </ac:inkMkLst>
        </pc:inkChg>
        <pc:inkChg chg="add">
          <ac:chgData name="Aggie Menezes" userId="74619c95fa3483c9" providerId="LiveId" clId="{9985A848-EC86-A84C-866A-766BD99E161B}" dt="2021-01-25T04:05:41.923" v="434"/>
          <ac:inkMkLst>
            <pc:docMk/>
            <pc:sldMk cId="6076760" sldId="293"/>
            <ac:inkMk id="126" creationId="{1603C64F-D8F6-8441-A584-78CB51405B63}"/>
          </ac:inkMkLst>
        </pc:inkChg>
        <pc:inkChg chg="add">
          <ac:chgData name="Aggie Menezes" userId="74619c95fa3483c9" providerId="LiveId" clId="{9985A848-EC86-A84C-866A-766BD99E161B}" dt="2021-01-25T04:05:42.140" v="435"/>
          <ac:inkMkLst>
            <pc:docMk/>
            <pc:sldMk cId="6076760" sldId="293"/>
            <ac:inkMk id="127" creationId="{50087A01-3724-C845-A415-377957CE956F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29" creationId="{0C9E414C-1539-5B45-AEBC-86582186447C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30" creationId="{92AFB5AC-0248-3A4C-971D-AAEADD9592B5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32" creationId="{CAAF3930-BE91-D94E-ABBC-A61A6A2C6B7D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33" creationId="{B2CC95EC-4E2C-BB49-8CD4-BC91E139651B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34" creationId="{8894AAC9-895C-8F45-82D3-C7F164450525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35" creationId="{3AD6142B-E873-7A43-8C6D-43AEBC3BDD77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36" creationId="{08303B16-E73A-7A4D-AB77-BF07C1BA9C16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37" creationId="{4AA216D9-2C1A-DD48-8B76-E399DEBD322E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38" creationId="{AA6A730A-6E9C-304D-8288-BF62B0C74595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40" creationId="{C5188C44-E36C-334C-AE1B-7448EEFDF2FF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42" creationId="{B720F2B4-EFBB-8B41-AD43-136F4C6FB7E4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44" creationId="{AD7F9A15-2A8C-6D40-99AF-B74A2292B5FE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46" creationId="{52CA2EC9-2FC3-864A-9DE4-2833015731E6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47" creationId="{8624ADB5-020C-AB40-B3B8-45BD9D4B2D71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48" creationId="{47D26147-5579-7A47-9F39-9695AC0CDF6A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49" creationId="{4BA3B976-809B-D949-9C18-040B92E956B3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51" creationId="{1144A6C6-0974-CE4E-AC05-09BC2B783680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52" creationId="{AE2D3989-2DFB-4845-B1D4-56EE4631C1F4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53" creationId="{3E584A45-F520-0844-BC85-1B183A605D12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54" creationId="{9B0245DD-ACDE-604D-A4FC-11719B780607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55" creationId="{2182CE72-73A1-394B-9DBD-22F5984040CA}"/>
          </ac:inkMkLst>
        </pc:inkChg>
        <pc:inkChg chg="add topLvl">
          <ac:chgData name="Aggie Menezes" userId="74619c95fa3483c9" providerId="LiveId" clId="{9985A848-EC86-A84C-866A-766BD99E161B}" dt="2021-01-25T04:07:05.448" v="468"/>
          <ac:inkMkLst>
            <pc:docMk/>
            <pc:sldMk cId="6076760" sldId="293"/>
            <ac:inkMk id="157" creationId="{E3FE51C0-702B-5747-BE22-E6BCC6E34E6A}"/>
          </ac:inkMkLst>
        </pc:inkChg>
        <pc:inkChg chg="add">
          <ac:chgData name="Aggie Menezes" userId="74619c95fa3483c9" providerId="LiveId" clId="{9985A848-EC86-A84C-866A-766BD99E161B}" dt="2021-01-25T04:07:04.878" v="467"/>
          <ac:inkMkLst>
            <pc:docMk/>
            <pc:sldMk cId="6076760" sldId="293"/>
            <ac:inkMk id="159" creationId="{0606F7E1-0638-CB49-93E3-F441FFE1D262}"/>
          </ac:inkMkLst>
        </pc:inkChg>
        <pc:inkChg chg="add">
          <ac:chgData name="Aggie Menezes" userId="74619c95fa3483c9" providerId="LiveId" clId="{9985A848-EC86-A84C-866A-766BD99E161B}" dt="2021-01-25T04:07:05.986" v="469"/>
          <ac:inkMkLst>
            <pc:docMk/>
            <pc:sldMk cId="6076760" sldId="293"/>
            <ac:inkMk id="161" creationId="{1923601D-5AD1-594A-92C4-F59CB2562511}"/>
          </ac:inkMkLst>
        </pc:inkChg>
        <pc:inkChg chg="add">
          <ac:chgData name="Aggie Menezes" userId="74619c95fa3483c9" providerId="LiveId" clId="{9985A848-EC86-A84C-866A-766BD99E161B}" dt="2021-01-25T04:07:06.433" v="470"/>
          <ac:inkMkLst>
            <pc:docMk/>
            <pc:sldMk cId="6076760" sldId="293"/>
            <ac:inkMk id="162" creationId="{6F050B5E-9990-D44A-8C05-17AA202B8188}"/>
          </ac:inkMkLst>
        </pc:inkChg>
      </pc:sldChg>
      <pc:sldChg chg="addSp delSp">
        <pc:chgData name="Aggie Menezes" userId="74619c95fa3483c9" providerId="LiveId" clId="{9985A848-EC86-A84C-866A-766BD99E161B}" dt="2021-01-25T04:31:39.578" v="554"/>
        <pc:sldMkLst>
          <pc:docMk/>
          <pc:sldMk cId="2661242870" sldId="294"/>
        </pc:sldMkLst>
        <pc:grpChg chg="add">
          <ac:chgData name="Aggie Menezes" userId="74619c95fa3483c9" providerId="LiveId" clId="{9985A848-EC86-A84C-866A-766BD99E161B}" dt="2021-01-25T04:26:56.848" v="477"/>
          <ac:grpSpMkLst>
            <pc:docMk/>
            <pc:sldMk cId="2661242870" sldId="294"/>
            <ac:grpSpMk id="18" creationId="{84B21C24-534B-954C-B636-C0A8723BED4F}"/>
          </ac:grpSpMkLst>
        </pc:grpChg>
        <pc:grpChg chg="add del">
          <ac:chgData name="Aggie Menezes" userId="74619c95fa3483c9" providerId="LiveId" clId="{9985A848-EC86-A84C-866A-766BD99E161B}" dt="2021-01-25T04:27:14.331" v="490"/>
          <ac:grpSpMkLst>
            <pc:docMk/>
            <pc:sldMk cId="2661242870" sldId="294"/>
            <ac:grpSpMk id="25" creationId="{C2372AF6-64E5-3F4B-B030-59DE96A802C0}"/>
          </ac:grpSpMkLst>
        </pc:grpChg>
        <pc:grpChg chg="add">
          <ac:chgData name="Aggie Menezes" userId="74619c95fa3483c9" providerId="LiveId" clId="{9985A848-EC86-A84C-866A-766BD99E161B}" dt="2021-01-25T04:27:12.181" v="486"/>
          <ac:grpSpMkLst>
            <pc:docMk/>
            <pc:sldMk cId="2661242870" sldId="294"/>
            <ac:grpSpMk id="29" creationId="{B29848A9-B08D-8A46-B281-A7F233D4A79C}"/>
          </ac:grpSpMkLst>
        </pc:grpChg>
        <pc:grpChg chg="add">
          <ac:chgData name="Aggie Menezes" userId="74619c95fa3483c9" providerId="LiveId" clId="{9985A848-EC86-A84C-866A-766BD99E161B}" dt="2021-01-25T04:27:14.331" v="490"/>
          <ac:grpSpMkLst>
            <pc:docMk/>
            <pc:sldMk cId="2661242870" sldId="294"/>
            <ac:grpSpMk id="50" creationId="{F8E48434-4BB9-F346-A9B3-CB610EB9BB63}"/>
          </ac:grpSpMkLst>
        </pc:grpChg>
        <pc:grpChg chg="add del">
          <ac:chgData name="Aggie Menezes" userId="74619c95fa3483c9" providerId="LiveId" clId="{9985A848-EC86-A84C-866A-766BD99E161B}" dt="2021-01-25T04:27:54.614" v="496"/>
          <ac:grpSpMkLst>
            <pc:docMk/>
            <pc:sldMk cId="2661242870" sldId="294"/>
            <ac:grpSpMk id="55" creationId="{F743AE76-E7BB-FE47-9CD9-DD960C9E7855}"/>
          </ac:grpSpMkLst>
        </pc:grpChg>
        <pc:grpChg chg="add del">
          <ac:chgData name="Aggie Menezes" userId="74619c95fa3483c9" providerId="LiveId" clId="{9985A848-EC86-A84C-866A-766BD99E161B}" dt="2021-01-25T04:28:10.647" v="518"/>
          <ac:grpSpMkLst>
            <pc:docMk/>
            <pc:sldMk cId="2661242870" sldId="294"/>
            <ac:grpSpMk id="57" creationId="{61CA2BE7-565C-5941-96EB-EBF5CE2BCB6C}"/>
          </ac:grpSpMkLst>
        </pc:grpChg>
        <pc:grpChg chg="add del">
          <ac:chgData name="Aggie Menezes" userId="74619c95fa3483c9" providerId="LiveId" clId="{9985A848-EC86-A84C-866A-766BD99E161B}" dt="2021-01-25T04:28:01.768" v="505"/>
          <ac:grpSpMkLst>
            <pc:docMk/>
            <pc:sldMk cId="2661242870" sldId="294"/>
            <ac:grpSpMk id="62" creationId="{9C6FBCBC-1BFD-AD4F-A1CC-B2B768049D94}"/>
          </ac:grpSpMkLst>
        </pc:grpChg>
        <pc:grpChg chg="add del">
          <ac:chgData name="Aggie Menezes" userId="74619c95fa3483c9" providerId="LiveId" clId="{9985A848-EC86-A84C-866A-766BD99E161B}" dt="2021-01-25T04:28:02.817" v="507"/>
          <ac:grpSpMkLst>
            <pc:docMk/>
            <pc:sldMk cId="2661242870" sldId="294"/>
            <ac:grpSpMk id="67" creationId="{BE07DB77-57CC-BC41-BD38-B0D5E1D1F46D}"/>
          </ac:grpSpMkLst>
        </pc:grpChg>
        <pc:grpChg chg="add del">
          <ac:chgData name="Aggie Menezes" userId="74619c95fa3483c9" providerId="LiveId" clId="{9985A848-EC86-A84C-866A-766BD99E161B}" dt="2021-01-25T04:28:05.999" v="510"/>
          <ac:grpSpMkLst>
            <pc:docMk/>
            <pc:sldMk cId="2661242870" sldId="294"/>
            <ac:grpSpMk id="69" creationId="{2A5447AD-4DD4-8247-A0B2-C17F1D44D78C}"/>
          </ac:grpSpMkLst>
        </pc:grpChg>
        <pc:grpChg chg="add del">
          <ac:chgData name="Aggie Menezes" userId="74619c95fa3483c9" providerId="LiveId" clId="{9985A848-EC86-A84C-866A-766BD99E161B}" dt="2021-01-25T04:28:10.647" v="518"/>
          <ac:grpSpMkLst>
            <pc:docMk/>
            <pc:sldMk cId="2661242870" sldId="294"/>
            <ac:grpSpMk id="72" creationId="{D9964BCD-086E-104A-8CDE-88C791AEBD0A}"/>
          </ac:grpSpMkLst>
        </pc:grpChg>
        <pc:grpChg chg="add">
          <ac:chgData name="Aggie Menezes" userId="74619c95fa3483c9" providerId="LiveId" clId="{9985A848-EC86-A84C-866A-766BD99E161B}" dt="2021-01-25T04:28:10.647" v="518"/>
          <ac:grpSpMkLst>
            <pc:docMk/>
            <pc:sldMk cId="2661242870" sldId="294"/>
            <ac:grpSpMk id="80" creationId="{6FA68637-B1C7-664F-AA99-412F1E1DE28B}"/>
          </ac:grpSpMkLst>
        </pc:grpChg>
        <pc:grpChg chg="add">
          <ac:chgData name="Aggie Menezes" userId="74619c95fa3483c9" providerId="LiveId" clId="{9985A848-EC86-A84C-866A-766BD99E161B}" dt="2021-01-25T04:28:21.506" v="523"/>
          <ac:grpSpMkLst>
            <pc:docMk/>
            <pc:sldMk cId="2661242870" sldId="294"/>
            <ac:grpSpMk id="85" creationId="{4A56B428-416C-6845-98E7-E1679ADC8794}"/>
          </ac:grpSpMkLst>
        </pc:grpChg>
        <pc:grpChg chg="add">
          <ac:chgData name="Aggie Menezes" userId="74619c95fa3483c9" providerId="LiveId" clId="{9985A848-EC86-A84C-866A-766BD99E161B}" dt="2021-01-25T04:28:23.791" v="527"/>
          <ac:grpSpMkLst>
            <pc:docMk/>
            <pc:sldMk cId="2661242870" sldId="294"/>
            <ac:grpSpMk id="89" creationId="{692B27B6-455D-534D-8D80-FA022296D3A9}"/>
          </ac:grpSpMkLst>
        </pc:grpChg>
        <pc:grpChg chg="add">
          <ac:chgData name="Aggie Menezes" userId="74619c95fa3483c9" providerId="LiveId" clId="{9985A848-EC86-A84C-866A-766BD99E161B}" dt="2021-01-25T04:30:43.744" v="533"/>
          <ac:grpSpMkLst>
            <pc:docMk/>
            <pc:sldMk cId="2661242870" sldId="294"/>
            <ac:grpSpMk id="95" creationId="{9E91245E-8C89-7045-BF3E-12CB3B5205B0}"/>
          </ac:grpSpMkLst>
        </pc:grpChg>
        <pc:grpChg chg="add del">
          <ac:chgData name="Aggie Menezes" userId="74619c95fa3483c9" providerId="LiveId" clId="{9985A848-EC86-A84C-866A-766BD99E161B}" dt="2021-01-25T04:31:37.167" v="551"/>
          <ac:grpSpMkLst>
            <pc:docMk/>
            <pc:sldMk cId="2661242870" sldId="294"/>
            <ac:grpSpMk id="102" creationId="{91374A73-A285-7C4C-9B04-DAD026B62791}"/>
          </ac:grpSpMkLst>
        </pc:grpChg>
        <pc:grpChg chg="add">
          <ac:chgData name="Aggie Menezes" userId="74619c95fa3483c9" providerId="LiveId" clId="{9985A848-EC86-A84C-866A-766BD99E161B}" dt="2021-01-25T04:31:25.890" v="547"/>
          <ac:grpSpMkLst>
            <pc:docMk/>
            <pc:sldMk cId="2661242870" sldId="294"/>
            <ac:grpSpMk id="109" creationId="{1AB8023E-0B59-B445-B6E5-E8EACF9A9210}"/>
          </ac:grpSpMkLst>
        </pc:grpChg>
        <pc:grpChg chg="add">
          <ac:chgData name="Aggie Menezes" userId="74619c95fa3483c9" providerId="LiveId" clId="{9985A848-EC86-A84C-866A-766BD99E161B}" dt="2021-01-25T04:31:37.167" v="551"/>
          <ac:grpSpMkLst>
            <pc:docMk/>
            <pc:sldMk cId="2661242870" sldId="294"/>
            <ac:grpSpMk id="113" creationId="{33B4205B-3DA3-FA4C-9049-7605A9351DDA}"/>
          </ac:grpSpMkLst>
        </pc:grpChg>
        <pc:grpChg chg="add">
          <ac:chgData name="Aggie Menezes" userId="74619c95fa3483c9" providerId="LiveId" clId="{9985A848-EC86-A84C-866A-766BD99E161B}" dt="2021-01-25T04:31:39.578" v="554"/>
          <ac:grpSpMkLst>
            <pc:docMk/>
            <pc:sldMk cId="2661242870" sldId="294"/>
            <ac:grpSpMk id="116" creationId="{A97207D3-E6C3-1041-AF73-911D22D024D6}"/>
          </ac:grpSpMkLst>
        </pc:grpChg>
        <pc:inkChg chg="add">
          <ac:chgData name="Aggie Menezes" userId="74619c95fa3483c9" providerId="LiveId" clId="{9985A848-EC86-A84C-866A-766BD99E161B}" dt="2021-01-25T04:26:46.728" v="472"/>
          <ac:inkMkLst>
            <pc:docMk/>
            <pc:sldMk cId="2661242870" sldId="294"/>
            <ac:inkMk id="5" creationId="{6BE4B381-6E64-E840-803E-BA1544489AA0}"/>
          </ac:inkMkLst>
        </pc:inkChg>
        <pc:inkChg chg="add">
          <ac:chgData name="Aggie Menezes" userId="74619c95fa3483c9" providerId="LiveId" clId="{9985A848-EC86-A84C-866A-766BD99E161B}" dt="2021-01-25T04:26:53.595" v="473"/>
          <ac:inkMkLst>
            <pc:docMk/>
            <pc:sldMk cId="2661242870" sldId="294"/>
            <ac:inkMk id="8" creationId="{BCF56FE8-7F8B-394D-9DA5-EE8DC6BA94B2}"/>
          </ac:inkMkLst>
        </pc:inkChg>
        <pc:inkChg chg="add">
          <ac:chgData name="Aggie Menezes" userId="74619c95fa3483c9" providerId="LiveId" clId="{9985A848-EC86-A84C-866A-766BD99E161B}" dt="2021-01-25T04:26:54.433" v="474"/>
          <ac:inkMkLst>
            <pc:docMk/>
            <pc:sldMk cId="2661242870" sldId="294"/>
            <ac:inkMk id="10" creationId="{EB3F22A5-C29D-6448-BAA8-778A993109DA}"/>
          </ac:inkMkLst>
        </pc:inkChg>
        <pc:inkChg chg="add">
          <ac:chgData name="Aggie Menezes" userId="74619c95fa3483c9" providerId="LiveId" clId="{9985A848-EC86-A84C-866A-766BD99E161B}" dt="2021-01-25T04:26:55.201" v="475"/>
          <ac:inkMkLst>
            <pc:docMk/>
            <pc:sldMk cId="2661242870" sldId="294"/>
            <ac:inkMk id="12" creationId="{708C7621-3C0B-CD49-A6C6-D808F2ED7731}"/>
          </ac:inkMkLst>
        </pc:inkChg>
        <pc:inkChg chg="add">
          <ac:chgData name="Aggie Menezes" userId="74619c95fa3483c9" providerId="LiveId" clId="{9985A848-EC86-A84C-866A-766BD99E161B}" dt="2021-01-25T04:26:55.820" v="476"/>
          <ac:inkMkLst>
            <pc:docMk/>
            <pc:sldMk cId="2661242870" sldId="294"/>
            <ac:inkMk id="13" creationId="{371CFD4F-F8F0-F344-90C2-A6D2019E97BD}"/>
          </ac:inkMkLst>
        </pc:inkChg>
        <pc:inkChg chg="add">
          <ac:chgData name="Aggie Menezes" userId="74619c95fa3483c9" providerId="LiveId" clId="{9985A848-EC86-A84C-866A-766BD99E161B}" dt="2021-01-25T04:27:00.207" v="478"/>
          <ac:inkMkLst>
            <pc:docMk/>
            <pc:sldMk cId="2661242870" sldId="294"/>
            <ac:inkMk id="19" creationId="{036025B2-AC3D-8D40-9ACE-B5899830FB41}"/>
          </ac:inkMkLst>
        </pc:inkChg>
        <pc:inkChg chg="add topLvl">
          <ac:chgData name="Aggie Menezes" userId="74619c95fa3483c9" providerId="LiveId" clId="{9985A848-EC86-A84C-866A-766BD99E161B}" dt="2021-01-25T04:27:14.331" v="490"/>
          <ac:inkMkLst>
            <pc:docMk/>
            <pc:sldMk cId="2661242870" sldId="294"/>
            <ac:inkMk id="20" creationId="{CCB9D15F-0DE7-404F-843D-E13E8590B52C}"/>
          </ac:inkMkLst>
        </pc:inkChg>
        <pc:inkChg chg="add topLvl">
          <ac:chgData name="Aggie Menezes" userId="74619c95fa3483c9" providerId="LiveId" clId="{9985A848-EC86-A84C-866A-766BD99E161B}" dt="2021-01-25T04:27:14.331" v="490"/>
          <ac:inkMkLst>
            <pc:docMk/>
            <pc:sldMk cId="2661242870" sldId="294"/>
            <ac:inkMk id="21" creationId="{8755753E-C0E4-3442-A07C-BBF3A35F73E3}"/>
          </ac:inkMkLst>
        </pc:inkChg>
        <pc:inkChg chg="add topLvl">
          <ac:chgData name="Aggie Menezes" userId="74619c95fa3483c9" providerId="LiveId" clId="{9985A848-EC86-A84C-866A-766BD99E161B}" dt="2021-01-25T04:27:14.331" v="490"/>
          <ac:inkMkLst>
            <pc:docMk/>
            <pc:sldMk cId="2661242870" sldId="294"/>
            <ac:inkMk id="24" creationId="{2764A351-0392-534E-8CF2-BF1EBEC4BB85}"/>
          </ac:inkMkLst>
        </pc:inkChg>
        <pc:inkChg chg="add">
          <ac:chgData name="Aggie Menezes" userId="74619c95fa3483c9" providerId="LiveId" clId="{9985A848-EC86-A84C-866A-766BD99E161B}" dt="2021-01-25T04:27:10.596" v="483"/>
          <ac:inkMkLst>
            <pc:docMk/>
            <pc:sldMk cId="2661242870" sldId="294"/>
            <ac:inkMk id="26" creationId="{A0A14C5A-74A1-024A-83CB-2948726372E2}"/>
          </ac:inkMkLst>
        </pc:inkChg>
        <pc:inkChg chg="add">
          <ac:chgData name="Aggie Menezes" userId="74619c95fa3483c9" providerId="LiveId" clId="{9985A848-EC86-A84C-866A-766BD99E161B}" dt="2021-01-25T04:27:11.062" v="484"/>
          <ac:inkMkLst>
            <pc:docMk/>
            <pc:sldMk cId="2661242870" sldId="294"/>
            <ac:inkMk id="27" creationId="{BC2DA1D1-24F9-C44C-9E5C-3D3A8817CFAB}"/>
          </ac:inkMkLst>
        </pc:inkChg>
        <pc:inkChg chg="add">
          <ac:chgData name="Aggie Menezes" userId="74619c95fa3483c9" providerId="LiveId" clId="{9985A848-EC86-A84C-866A-766BD99E161B}" dt="2021-01-25T04:27:11.609" v="485"/>
          <ac:inkMkLst>
            <pc:docMk/>
            <pc:sldMk cId="2661242870" sldId="294"/>
            <ac:inkMk id="28" creationId="{D79B0630-C912-634E-B8D2-CF4D8E4A1FC7}"/>
          </ac:inkMkLst>
        </pc:inkChg>
        <pc:inkChg chg="add">
          <ac:chgData name="Aggie Menezes" userId="74619c95fa3483c9" providerId="LiveId" clId="{9985A848-EC86-A84C-866A-766BD99E161B}" dt="2021-01-25T04:27:12.717" v="487"/>
          <ac:inkMkLst>
            <pc:docMk/>
            <pc:sldMk cId="2661242870" sldId="294"/>
            <ac:inkMk id="43" creationId="{3E752A75-F002-A244-9636-05AC69550CE7}"/>
          </ac:inkMkLst>
        </pc:inkChg>
        <pc:inkChg chg="add">
          <ac:chgData name="Aggie Menezes" userId="74619c95fa3483c9" providerId="LiveId" clId="{9985A848-EC86-A84C-866A-766BD99E161B}" dt="2021-01-25T04:27:12.917" v="488"/>
          <ac:inkMkLst>
            <pc:docMk/>
            <pc:sldMk cId="2661242870" sldId="294"/>
            <ac:inkMk id="44" creationId="{749446ED-695E-DB4B-9543-50D22EB0A36E}"/>
          </ac:inkMkLst>
        </pc:inkChg>
        <pc:inkChg chg="add">
          <ac:chgData name="Aggie Menezes" userId="74619c95fa3483c9" providerId="LiveId" clId="{9985A848-EC86-A84C-866A-766BD99E161B}" dt="2021-01-25T04:27:13.361" v="489"/>
          <ac:inkMkLst>
            <pc:docMk/>
            <pc:sldMk cId="2661242870" sldId="294"/>
            <ac:inkMk id="45" creationId="{ABB9DA5D-4D5C-0F48-824F-767D2BBE1245}"/>
          </ac:inkMkLst>
        </pc:inkChg>
        <pc:inkChg chg="add">
          <ac:chgData name="Aggie Menezes" userId="74619c95fa3483c9" providerId="LiveId" clId="{9985A848-EC86-A84C-866A-766BD99E161B}" dt="2021-01-25T04:27:42.523" v="491"/>
          <ac:inkMkLst>
            <pc:docMk/>
            <pc:sldMk cId="2661242870" sldId="294"/>
            <ac:inkMk id="52" creationId="{AF0E07D4-006F-8846-8C13-34235C3EB88C}"/>
          </ac:inkMkLst>
        </pc:inkChg>
        <pc:inkChg chg="add topLvl">
          <ac:chgData name="Aggie Menezes" userId="74619c95fa3483c9" providerId="LiveId" clId="{9985A848-EC86-A84C-866A-766BD99E161B}" dt="2021-01-25T04:28:10.647" v="518"/>
          <ac:inkMkLst>
            <pc:docMk/>
            <pc:sldMk cId="2661242870" sldId="294"/>
            <ac:inkMk id="53" creationId="{62271FC1-EBEE-F245-8F18-7F2B2C604BD1}"/>
          </ac:inkMkLst>
        </pc:inkChg>
        <pc:inkChg chg="add topLvl">
          <ac:chgData name="Aggie Menezes" userId="74619c95fa3483c9" providerId="LiveId" clId="{9985A848-EC86-A84C-866A-766BD99E161B}" dt="2021-01-25T04:28:10.647" v="518"/>
          <ac:inkMkLst>
            <pc:docMk/>
            <pc:sldMk cId="2661242870" sldId="294"/>
            <ac:inkMk id="54" creationId="{047F45DC-7A85-BE4B-8C21-2C962B8B743E}"/>
          </ac:inkMkLst>
        </pc:inkChg>
        <pc:inkChg chg="add topLvl">
          <ac:chgData name="Aggie Menezes" userId="74619c95fa3483c9" providerId="LiveId" clId="{9985A848-EC86-A84C-866A-766BD99E161B}" dt="2021-01-25T04:28:10.647" v="518"/>
          <ac:inkMkLst>
            <pc:docMk/>
            <pc:sldMk cId="2661242870" sldId="294"/>
            <ac:inkMk id="56" creationId="{97D650A6-0ABE-1240-9F90-20591B7CCE37}"/>
          </ac:inkMkLst>
        </pc:inkChg>
        <pc:inkChg chg="add topLvl">
          <ac:chgData name="Aggie Menezes" userId="74619c95fa3483c9" providerId="LiveId" clId="{9985A848-EC86-A84C-866A-766BD99E161B}" dt="2021-01-25T04:28:10.647" v="518"/>
          <ac:inkMkLst>
            <pc:docMk/>
            <pc:sldMk cId="2661242870" sldId="294"/>
            <ac:inkMk id="58" creationId="{2FCC3022-4268-9B49-A779-919D99E860B0}"/>
          </ac:inkMkLst>
        </pc:inkChg>
        <pc:inkChg chg="add topLvl">
          <ac:chgData name="Aggie Menezes" userId="74619c95fa3483c9" providerId="LiveId" clId="{9985A848-EC86-A84C-866A-766BD99E161B}" dt="2021-01-25T04:28:10.647" v="518"/>
          <ac:inkMkLst>
            <pc:docMk/>
            <pc:sldMk cId="2661242870" sldId="294"/>
            <ac:inkMk id="59" creationId="{D327924A-8243-6E47-9E6B-02805BB9CEDA}"/>
          </ac:inkMkLst>
        </pc:inkChg>
        <pc:inkChg chg="add topLvl">
          <ac:chgData name="Aggie Menezes" userId="74619c95fa3483c9" providerId="LiveId" clId="{9985A848-EC86-A84C-866A-766BD99E161B}" dt="2021-01-25T04:28:10.647" v="518"/>
          <ac:inkMkLst>
            <pc:docMk/>
            <pc:sldMk cId="2661242870" sldId="294"/>
            <ac:inkMk id="60" creationId="{A2915771-9B53-9C45-ABCF-89EA0E244384}"/>
          </ac:inkMkLst>
        </pc:inkChg>
        <pc:inkChg chg="add topLvl">
          <ac:chgData name="Aggie Menezes" userId="74619c95fa3483c9" providerId="LiveId" clId="{9985A848-EC86-A84C-866A-766BD99E161B}" dt="2021-01-25T04:28:10.647" v="518"/>
          <ac:inkMkLst>
            <pc:docMk/>
            <pc:sldMk cId="2661242870" sldId="294"/>
            <ac:inkMk id="61" creationId="{070ECE97-DDFC-FF43-9F98-4318DC07B978}"/>
          </ac:inkMkLst>
        </pc:inkChg>
        <pc:inkChg chg="add topLvl">
          <ac:chgData name="Aggie Menezes" userId="74619c95fa3483c9" providerId="LiveId" clId="{9985A848-EC86-A84C-866A-766BD99E161B}" dt="2021-01-25T04:28:10.647" v="518"/>
          <ac:inkMkLst>
            <pc:docMk/>
            <pc:sldMk cId="2661242870" sldId="294"/>
            <ac:inkMk id="64" creationId="{4A73FD10-8193-8E49-B084-74738344F2BF}"/>
          </ac:inkMkLst>
        </pc:inkChg>
        <pc:inkChg chg="add topLvl">
          <ac:chgData name="Aggie Menezes" userId="74619c95fa3483c9" providerId="LiveId" clId="{9985A848-EC86-A84C-866A-766BD99E161B}" dt="2021-01-25T04:28:10.647" v="518"/>
          <ac:inkMkLst>
            <pc:docMk/>
            <pc:sldMk cId="2661242870" sldId="294"/>
            <ac:inkMk id="65" creationId="{F9BA1EE8-5308-2B4B-9250-7571D671226C}"/>
          </ac:inkMkLst>
        </pc:inkChg>
        <pc:inkChg chg="add topLvl">
          <ac:chgData name="Aggie Menezes" userId="74619c95fa3483c9" providerId="LiveId" clId="{9985A848-EC86-A84C-866A-766BD99E161B}" dt="2021-01-25T04:28:10.647" v="518"/>
          <ac:inkMkLst>
            <pc:docMk/>
            <pc:sldMk cId="2661242870" sldId="294"/>
            <ac:inkMk id="66" creationId="{D1C75D32-B691-E44F-96CA-E8FF2E232807}"/>
          </ac:inkMkLst>
        </pc:inkChg>
        <pc:inkChg chg="add topLvl">
          <ac:chgData name="Aggie Menezes" userId="74619c95fa3483c9" providerId="LiveId" clId="{9985A848-EC86-A84C-866A-766BD99E161B}" dt="2021-01-25T04:28:10.647" v="518"/>
          <ac:inkMkLst>
            <pc:docMk/>
            <pc:sldMk cId="2661242870" sldId="294"/>
            <ac:inkMk id="68" creationId="{56268E5A-FC88-EA49-B097-999346BA5391}"/>
          </ac:inkMkLst>
        </pc:inkChg>
        <pc:inkChg chg="add topLvl">
          <ac:chgData name="Aggie Menezes" userId="74619c95fa3483c9" providerId="LiveId" clId="{9985A848-EC86-A84C-866A-766BD99E161B}" dt="2021-01-25T04:28:10.647" v="518"/>
          <ac:inkMkLst>
            <pc:docMk/>
            <pc:sldMk cId="2661242870" sldId="294"/>
            <ac:inkMk id="70" creationId="{B40673F7-F6BC-CF4A-BD83-D2274E8BAC2D}"/>
          </ac:inkMkLst>
        </pc:inkChg>
        <pc:inkChg chg="add topLvl">
          <ac:chgData name="Aggie Menezes" userId="74619c95fa3483c9" providerId="LiveId" clId="{9985A848-EC86-A84C-866A-766BD99E161B}" dt="2021-01-25T04:28:10.647" v="518"/>
          <ac:inkMkLst>
            <pc:docMk/>
            <pc:sldMk cId="2661242870" sldId="294"/>
            <ac:inkMk id="71" creationId="{85983EDE-2803-554C-9123-716C9209D235}"/>
          </ac:inkMkLst>
        </pc:inkChg>
        <pc:inkChg chg="add">
          <ac:chgData name="Aggie Menezes" userId="74619c95fa3483c9" providerId="LiveId" clId="{9985A848-EC86-A84C-866A-766BD99E161B}" dt="2021-01-25T04:28:07.388" v="511"/>
          <ac:inkMkLst>
            <pc:docMk/>
            <pc:sldMk cId="2661242870" sldId="294"/>
            <ac:inkMk id="73" creationId="{8FDB962D-2281-344F-B5F3-6CFF8643CF35}"/>
          </ac:inkMkLst>
        </pc:inkChg>
        <pc:inkChg chg="add">
          <ac:chgData name="Aggie Menezes" userId="74619c95fa3483c9" providerId="LiveId" clId="{9985A848-EC86-A84C-866A-766BD99E161B}" dt="2021-01-25T04:28:08.003" v="512"/>
          <ac:inkMkLst>
            <pc:docMk/>
            <pc:sldMk cId="2661242870" sldId="294"/>
            <ac:inkMk id="74" creationId="{8D4916CE-656B-AE45-9A46-EA307ABE587E}"/>
          </ac:inkMkLst>
        </pc:inkChg>
        <pc:inkChg chg="add">
          <ac:chgData name="Aggie Menezes" userId="74619c95fa3483c9" providerId="LiveId" clId="{9985A848-EC86-A84C-866A-766BD99E161B}" dt="2021-01-25T04:28:08.478" v="513"/>
          <ac:inkMkLst>
            <pc:docMk/>
            <pc:sldMk cId="2661242870" sldId="294"/>
            <ac:inkMk id="75" creationId="{74C5E3D8-D8D4-AE4E-B343-EA2C6CB70D26}"/>
          </ac:inkMkLst>
        </pc:inkChg>
        <pc:inkChg chg="add">
          <ac:chgData name="Aggie Menezes" userId="74619c95fa3483c9" providerId="LiveId" clId="{9985A848-EC86-A84C-866A-766BD99E161B}" dt="2021-01-25T04:28:08.823" v="514"/>
          <ac:inkMkLst>
            <pc:docMk/>
            <pc:sldMk cId="2661242870" sldId="294"/>
            <ac:inkMk id="76" creationId="{BD534FA6-3839-D243-A2B0-939CEF887585}"/>
          </ac:inkMkLst>
        </pc:inkChg>
        <pc:inkChg chg="add">
          <ac:chgData name="Aggie Menezes" userId="74619c95fa3483c9" providerId="LiveId" clId="{9985A848-EC86-A84C-866A-766BD99E161B}" dt="2021-01-25T04:28:09.313" v="515"/>
          <ac:inkMkLst>
            <pc:docMk/>
            <pc:sldMk cId="2661242870" sldId="294"/>
            <ac:inkMk id="77" creationId="{09D07669-CB17-F74B-A761-D1DC7E68646D}"/>
          </ac:inkMkLst>
        </pc:inkChg>
        <pc:inkChg chg="add">
          <ac:chgData name="Aggie Menezes" userId="74619c95fa3483c9" providerId="LiveId" clId="{9985A848-EC86-A84C-866A-766BD99E161B}" dt="2021-01-25T04:28:09.619" v="516"/>
          <ac:inkMkLst>
            <pc:docMk/>
            <pc:sldMk cId="2661242870" sldId="294"/>
            <ac:inkMk id="78" creationId="{8B17B4D6-B7A4-9244-B41C-AF08E452F181}"/>
          </ac:inkMkLst>
        </pc:inkChg>
        <pc:inkChg chg="add">
          <ac:chgData name="Aggie Menezes" userId="74619c95fa3483c9" providerId="LiveId" clId="{9985A848-EC86-A84C-866A-766BD99E161B}" dt="2021-01-25T04:28:09.839" v="517"/>
          <ac:inkMkLst>
            <pc:docMk/>
            <pc:sldMk cId="2661242870" sldId="294"/>
            <ac:inkMk id="79" creationId="{91D8E375-C780-044B-B679-FFDDA05246CE}"/>
          </ac:inkMkLst>
        </pc:inkChg>
        <pc:inkChg chg="add">
          <ac:chgData name="Aggie Menezes" userId="74619c95fa3483c9" providerId="LiveId" clId="{9985A848-EC86-A84C-866A-766BD99E161B}" dt="2021-01-25T04:28:17.024" v="519"/>
          <ac:inkMkLst>
            <pc:docMk/>
            <pc:sldMk cId="2661242870" sldId="294"/>
            <ac:inkMk id="81" creationId="{CF8E71BB-4676-D246-BBC4-18B7CD49FEF6}"/>
          </ac:inkMkLst>
        </pc:inkChg>
        <pc:inkChg chg="add">
          <ac:chgData name="Aggie Menezes" userId="74619c95fa3483c9" providerId="LiveId" clId="{9985A848-EC86-A84C-866A-766BD99E161B}" dt="2021-01-25T04:28:19.939" v="520"/>
          <ac:inkMkLst>
            <pc:docMk/>
            <pc:sldMk cId="2661242870" sldId="294"/>
            <ac:inkMk id="82" creationId="{91A7A47A-35A0-1647-86CD-C91C5025124C}"/>
          </ac:inkMkLst>
        </pc:inkChg>
        <pc:inkChg chg="add">
          <ac:chgData name="Aggie Menezes" userId="74619c95fa3483c9" providerId="LiveId" clId="{9985A848-EC86-A84C-866A-766BD99E161B}" dt="2021-01-25T04:28:20.164" v="521"/>
          <ac:inkMkLst>
            <pc:docMk/>
            <pc:sldMk cId="2661242870" sldId="294"/>
            <ac:inkMk id="83" creationId="{4D2B90A4-A475-5F4E-B38B-CDB720C47CE7}"/>
          </ac:inkMkLst>
        </pc:inkChg>
        <pc:inkChg chg="add">
          <ac:chgData name="Aggie Menezes" userId="74619c95fa3483c9" providerId="LiveId" clId="{9985A848-EC86-A84C-866A-766BD99E161B}" dt="2021-01-25T04:28:20.656" v="522"/>
          <ac:inkMkLst>
            <pc:docMk/>
            <pc:sldMk cId="2661242870" sldId="294"/>
            <ac:inkMk id="84" creationId="{94305A88-1AC0-CC40-BEE6-E4804B2A8CAD}"/>
          </ac:inkMkLst>
        </pc:inkChg>
        <pc:inkChg chg="add">
          <ac:chgData name="Aggie Menezes" userId="74619c95fa3483c9" providerId="LiveId" clId="{9985A848-EC86-A84C-866A-766BD99E161B}" dt="2021-01-25T04:28:21.645" v="524"/>
          <ac:inkMkLst>
            <pc:docMk/>
            <pc:sldMk cId="2661242870" sldId="294"/>
            <ac:inkMk id="86" creationId="{9C3749BE-7EA8-3C47-91CF-D59235C36159}"/>
          </ac:inkMkLst>
        </pc:inkChg>
        <pc:inkChg chg="add">
          <ac:chgData name="Aggie Menezes" userId="74619c95fa3483c9" providerId="LiveId" clId="{9985A848-EC86-A84C-866A-766BD99E161B}" dt="2021-01-25T04:28:22.187" v="525"/>
          <ac:inkMkLst>
            <pc:docMk/>
            <pc:sldMk cId="2661242870" sldId="294"/>
            <ac:inkMk id="87" creationId="{D2276178-B8CD-0E4E-9E36-F0930265E0B7}"/>
          </ac:inkMkLst>
        </pc:inkChg>
        <pc:inkChg chg="add">
          <ac:chgData name="Aggie Menezes" userId="74619c95fa3483c9" providerId="LiveId" clId="{9985A848-EC86-A84C-866A-766BD99E161B}" dt="2021-01-25T04:28:23.023" v="526"/>
          <ac:inkMkLst>
            <pc:docMk/>
            <pc:sldMk cId="2661242870" sldId="294"/>
            <ac:inkMk id="88" creationId="{8780DA88-1A25-5346-9638-984A3B2F1F35}"/>
          </ac:inkMkLst>
        </pc:inkChg>
        <pc:inkChg chg="add">
          <ac:chgData name="Aggie Menezes" userId="74619c95fa3483c9" providerId="LiveId" clId="{9985A848-EC86-A84C-866A-766BD99E161B}" dt="2021-01-25T04:28:25.648" v="528"/>
          <ac:inkMkLst>
            <pc:docMk/>
            <pc:sldMk cId="2661242870" sldId="294"/>
            <ac:inkMk id="90" creationId="{6A23C382-6E98-FB45-B443-B9B28293A0C3}"/>
          </ac:inkMkLst>
        </pc:inkChg>
        <pc:inkChg chg="add">
          <ac:chgData name="Aggie Menezes" userId="74619c95fa3483c9" providerId="LiveId" clId="{9985A848-EC86-A84C-866A-766BD99E161B}" dt="2021-01-25T04:30:40.920" v="529"/>
          <ac:inkMkLst>
            <pc:docMk/>
            <pc:sldMk cId="2661242870" sldId="294"/>
            <ac:inkMk id="91" creationId="{E0803D97-F064-2C40-811E-E85E4FE57A10}"/>
          </ac:inkMkLst>
        </pc:inkChg>
        <pc:inkChg chg="add">
          <ac:chgData name="Aggie Menezes" userId="74619c95fa3483c9" providerId="LiveId" clId="{9985A848-EC86-A84C-866A-766BD99E161B}" dt="2021-01-25T04:30:42.142" v="530"/>
          <ac:inkMkLst>
            <pc:docMk/>
            <pc:sldMk cId="2661242870" sldId="294"/>
            <ac:inkMk id="92" creationId="{9184B2BB-7E63-8845-A98D-1E342CD6BF0A}"/>
          </ac:inkMkLst>
        </pc:inkChg>
        <pc:inkChg chg="add">
          <ac:chgData name="Aggie Menezes" userId="74619c95fa3483c9" providerId="LiveId" clId="{9985A848-EC86-A84C-866A-766BD99E161B}" dt="2021-01-25T04:30:42.400" v="531"/>
          <ac:inkMkLst>
            <pc:docMk/>
            <pc:sldMk cId="2661242870" sldId="294"/>
            <ac:inkMk id="93" creationId="{19F4E6F5-9549-EF4E-8419-E31169E0BA1A}"/>
          </ac:inkMkLst>
        </pc:inkChg>
        <pc:inkChg chg="add">
          <ac:chgData name="Aggie Menezes" userId="74619c95fa3483c9" providerId="LiveId" clId="{9985A848-EC86-A84C-866A-766BD99E161B}" dt="2021-01-25T04:30:42.745" v="532"/>
          <ac:inkMkLst>
            <pc:docMk/>
            <pc:sldMk cId="2661242870" sldId="294"/>
            <ac:inkMk id="94" creationId="{79F1218D-0F40-134C-BCC4-73E19E114883}"/>
          </ac:inkMkLst>
        </pc:inkChg>
        <pc:inkChg chg="add topLvl">
          <ac:chgData name="Aggie Menezes" userId="74619c95fa3483c9" providerId="LiveId" clId="{9985A848-EC86-A84C-866A-766BD99E161B}" dt="2021-01-25T04:31:37.167" v="551"/>
          <ac:inkMkLst>
            <pc:docMk/>
            <pc:sldMk cId="2661242870" sldId="294"/>
            <ac:inkMk id="96" creationId="{519514EA-4725-D842-A706-790BFA475735}"/>
          </ac:inkMkLst>
        </pc:inkChg>
        <pc:inkChg chg="add topLvl">
          <ac:chgData name="Aggie Menezes" userId="74619c95fa3483c9" providerId="LiveId" clId="{9985A848-EC86-A84C-866A-766BD99E161B}" dt="2021-01-25T04:31:37.167" v="551"/>
          <ac:inkMkLst>
            <pc:docMk/>
            <pc:sldMk cId="2661242870" sldId="294"/>
            <ac:inkMk id="97" creationId="{6D8C975A-1C40-F145-8B59-CC7A3E6A6BA3}"/>
          </ac:inkMkLst>
        </pc:inkChg>
        <pc:inkChg chg="add topLvl">
          <ac:chgData name="Aggie Menezes" userId="74619c95fa3483c9" providerId="LiveId" clId="{9985A848-EC86-A84C-866A-766BD99E161B}" dt="2021-01-25T04:31:37.167" v="551"/>
          <ac:inkMkLst>
            <pc:docMk/>
            <pc:sldMk cId="2661242870" sldId="294"/>
            <ac:inkMk id="98" creationId="{41175137-1AF9-4547-87EB-58CFFBE7A9A4}"/>
          </ac:inkMkLst>
        </pc:inkChg>
        <pc:inkChg chg="add topLvl">
          <ac:chgData name="Aggie Menezes" userId="74619c95fa3483c9" providerId="LiveId" clId="{9985A848-EC86-A84C-866A-766BD99E161B}" dt="2021-01-25T04:31:37.167" v="551"/>
          <ac:inkMkLst>
            <pc:docMk/>
            <pc:sldMk cId="2661242870" sldId="294"/>
            <ac:inkMk id="99" creationId="{CF4114E1-EE78-414A-A94A-E2A80691A86A}"/>
          </ac:inkMkLst>
        </pc:inkChg>
        <pc:inkChg chg="add topLvl">
          <ac:chgData name="Aggie Menezes" userId="74619c95fa3483c9" providerId="LiveId" clId="{9985A848-EC86-A84C-866A-766BD99E161B}" dt="2021-01-25T04:31:37.167" v="551"/>
          <ac:inkMkLst>
            <pc:docMk/>
            <pc:sldMk cId="2661242870" sldId="294"/>
            <ac:inkMk id="100" creationId="{1A601BB5-313F-D045-B552-B05897441BE5}"/>
          </ac:inkMkLst>
        </pc:inkChg>
        <pc:inkChg chg="add topLvl">
          <ac:chgData name="Aggie Menezes" userId="74619c95fa3483c9" providerId="LiveId" clId="{9985A848-EC86-A84C-866A-766BD99E161B}" dt="2021-01-25T04:31:37.167" v="551"/>
          <ac:inkMkLst>
            <pc:docMk/>
            <pc:sldMk cId="2661242870" sldId="294"/>
            <ac:inkMk id="101" creationId="{A4BAD402-CFB3-7D46-90C6-6E1E205AFC59}"/>
          </ac:inkMkLst>
        </pc:inkChg>
        <pc:inkChg chg="add">
          <ac:chgData name="Aggie Menezes" userId="74619c95fa3483c9" providerId="LiveId" clId="{9985A848-EC86-A84C-866A-766BD99E161B}" dt="2021-01-25T04:31:21.601" v="541"/>
          <ac:inkMkLst>
            <pc:docMk/>
            <pc:sldMk cId="2661242870" sldId="294"/>
            <ac:inkMk id="103" creationId="{97D0E37A-B15C-2C43-ADC2-A2AF0EF94F9A}"/>
          </ac:inkMkLst>
        </pc:inkChg>
        <pc:inkChg chg="add">
          <ac:chgData name="Aggie Menezes" userId="74619c95fa3483c9" providerId="LiveId" clId="{9985A848-EC86-A84C-866A-766BD99E161B}" dt="2021-01-25T04:31:23.140" v="542"/>
          <ac:inkMkLst>
            <pc:docMk/>
            <pc:sldMk cId="2661242870" sldId="294"/>
            <ac:inkMk id="104" creationId="{8A54C330-1A7D-AE41-9315-16BD797EB272}"/>
          </ac:inkMkLst>
        </pc:inkChg>
        <pc:inkChg chg="add">
          <ac:chgData name="Aggie Menezes" userId="74619c95fa3483c9" providerId="LiveId" clId="{9985A848-EC86-A84C-866A-766BD99E161B}" dt="2021-01-25T04:31:23.990" v="543"/>
          <ac:inkMkLst>
            <pc:docMk/>
            <pc:sldMk cId="2661242870" sldId="294"/>
            <ac:inkMk id="105" creationId="{14050136-2B93-C44D-9546-2ACF5DB0A8EF}"/>
          </ac:inkMkLst>
        </pc:inkChg>
        <pc:inkChg chg="add">
          <ac:chgData name="Aggie Menezes" userId="74619c95fa3483c9" providerId="LiveId" clId="{9985A848-EC86-A84C-866A-766BD99E161B}" dt="2021-01-25T04:31:24.477" v="544"/>
          <ac:inkMkLst>
            <pc:docMk/>
            <pc:sldMk cId="2661242870" sldId="294"/>
            <ac:inkMk id="106" creationId="{12251BEB-BD9E-1D43-A996-39C414BA4A7E}"/>
          </ac:inkMkLst>
        </pc:inkChg>
        <pc:inkChg chg="add">
          <ac:chgData name="Aggie Menezes" userId="74619c95fa3483c9" providerId="LiveId" clId="{9985A848-EC86-A84C-866A-766BD99E161B}" dt="2021-01-25T04:31:24.707" v="545"/>
          <ac:inkMkLst>
            <pc:docMk/>
            <pc:sldMk cId="2661242870" sldId="294"/>
            <ac:inkMk id="107" creationId="{890D873E-3173-2642-8DB6-73C4761F56F2}"/>
          </ac:inkMkLst>
        </pc:inkChg>
        <pc:inkChg chg="add">
          <ac:chgData name="Aggie Menezes" userId="74619c95fa3483c9" providerId="LiveId" clId="{9985A848-EC86-A84C-866A-766BD99E161B}" dt="2021-01-25T04:31:24.977" v="546"/>
          <ac:inkMkLst>
            <pc:docMk/>
            <pc:sldMk cId="2661242870" sldId="294"/>
            <ac:inkMk id="108" creationId="{EA05BF55-7E7E-2C4C-9077-9A797884D9B9}"/>
          </ac:inkMkLst>
        </pc:inkChg>
        <pc:inkChg chg="add">
          <ac:chgData name="Aggie Menezes" userId="74619c95fa3483c9" providerId="LiveId" clId="{9985A848-EC86-A84C-866A-766BD99E161B}" dt="2021-01-25T04:31:35.485" v="548"/>
          <ac:inkMkLst>
            <pc:docMk/>
            <pc:sldMk cId="2661242870" sldId="294"/>
            <ac:inkMk id="110" creationId="{4EF4FB21-B380-094A-B44F-8A225ADC5C86}"/>
          </ac:inkMkLst>
        </pc:inkChg>
        <pc:inkChg chg="add">
          <ac:chgData name="Aggie Menezes" userId="74619c95fa3483c9" providerId="LiveId" clId="{9985A848-EC86-A84C-866A-766BD99E161B}" dt="2021-01-25T04:31:35.686" v="549"/>
          <ac:inkMkLst>
            <pc:docMk/>
            <pc:sldMk cId="2661242870" sldId="294"/>
            <ac:inkMk id="111" creationId="{556F2EEA-7E7B-5147-BF05-2C267E90E17E}"/>
          </ac:inkMkLst>
        </pc:inkChg>
        <pc:inkChg chg="add">
          <ac:chgData name="Aggie Menezes" userId="74619c95fa3483c9" providerId="LiveId" clId="{9985A848-EC86-A84C-866A-766BD99E161B}" dt="2021-01-25T04:31:36.100" v="550"/>
          <ac:inkMkLst>
            <pc:docMk/>
            <pc:sldMk cId="2661242870" sldId="294"/>
            <ac:inkMk id="112" creationId="{994351F7-5868-8D48-AD06-85EDD83F776B}"/>
          </ac:inkMkLst>
        </pc:inkChg>
        <pc:inkChg chg="add">
          <ac:chgData name="Aggie Menezes" userId="74619c95fa3483c9" providerId="LiveId" clId="{9985A848-EC86-A84C-866A-766BD99E161B}" dt="2021-01-25T04:31:38.504" v="552"/>
          <ac:inkMkLst>
            <pc:docMk/>
            <pc:sldMk cId="2661242870" sldId="294"/>
            <ac:inkMk id="114" creationId="{3153A80F-2A2D-0C41-A94B-EDFAFEA447C6}"/>
          </ac:inkMkLst>
        </pc:inkChg>
        <pc:inkChg chg="add">
          <ac:chgData name="Aggie Menezes" userId="74619c95fa3483c9" providerId="LiveId" clId="{9985A848-EC86-A84C-866A-766BD99E161B}" dt="2021-01-25T04:31:39.067" v="553"/>
          <ac:inkMkLst>
            <pc:docMk/>
            <pc:sldMk cId="2661242870" sldId="294"/>
            <ac:inkMk id="115" creationId="{704E5D92-21E3-9F46-A504-35E7588C8FDB}"/>
          </ac:inkMkLst>
        </pc:inkChg>
      </pc:sldChg>
      <pc:sldChg chg="addSp delSp">
        <pc:chgData name="Aggie Menezes" userId="74619c95fa3483c9" providerId="LiveId" clId="{9985A848-EC86-A84C-866A-766BD99E161B}" dt="2021-01-25T07:44:45.268" v="848"/>
        <pc:sldMkLst>
          <pc:docMk/>
          <pc:sldMk cId="553119565" sldId="303"/>
        </pc:sldMkLst>
        <pc:grpChg chg="add del">
          <ac:chgData name="Aggie Menezes" userId="74619c95fa3483c9" providerId="LiveId" clId="{9985A848-EC86-A84C-866A-766BD99E161B}" dt="2021-01-25T07:44:45.106" v="806"/>
          <ac:grpSpMkLst>
            <pc:docMk/>
            <pc:sldMk cId="553119565" sldId="303"/>
            <ac:grpSpMk id="6" creationId="{122686B4-8708-1046-AC18-F37D4B0B1490}"/>
          </ac:grpSpMkLst>
        </pc:grpChg>
        <pc:grpChg chg="add del">
          <ac:chgData name="Aggie Menezes" userId="74619c95fa3483c9" providerId="LiveId" clId="{9985A848-EC86-A84C-866A-766BD99E161B}" dt="2021-01-25T07:44:45.187" v="826"/>
          <ac:grpSpMkLst>
            <pc:docMk/>
            <pc:sldMk cId="553119565" sldId="303"/>
            <ac:grpSpMk id="11" creationId="{0F5D4B3E-7F4B-4E49-9DF1-DEDD8613618C}"/>
          </ac:grpSpMkLst>
        </pc:grpChg>
        <pc:grpChg chg="add del">
          <ac:chgData name="Aggie Menezes" userId="74619c95fa3483c9" providerId="LiveId" clId="{9985A848-EC86-A84C-866A-766BD99E161B}" dt="2021-01-25T07:35:19.330" v="728"/>
          <ac:grpSpMkLst>
            <pc:docMk/>
            <pc:sldMk cId="553119565" sldId="303"/>
            <ac:grpSpMk id="15" creationId="{F2D15649-B383-CC42-99AE-F045F993144E}"/>
          </ac:grpSpMkLst>
        </pc:grpChg>
        <pc:grpChg chg="add del">
          <ac:chgData name="Aggie Menezes" userId="74619c95fa3483c9" providerId="LiveId" clId="{9985A848-EC86-A84C-866A-766BD99E161B}" dt="2021-01-25T07:35:23.778" v="730"/>
          <ac:grpSpMkLst>
            <pc:docMk/>
            <pc:sldMk cId="553119565" sldId="303"/>
            <ac:grpSpMk id="23" creationId="{7C89F427-3697-FC4F-BA42-C28136AA0755}"/>
          </ac:grpSpMkLst>
        </pc:grpChg>
        <pc:grpChg chg="add del">
          <ac:chgData name="Aggie Menezes" userId="74619c95fa3483c9" providerId="LiveId" clId="{9985A848-EC86-A84C-866A-766BD99E161B}" dt="2021-01-25T07:44:45.241" v="839"/>
          <ac:grpSpMkLst>
            <pc:docMk/>
            <pc:sldMk cId="553119565" sldId="303"/>
            <ac:grpSpMk id="25" creationId="{39726803-48B7-2D4A-9832-8F3BC3E4C1AA}"/>
          </ac:grpSpMkLst>
        </pc:grpChg>
        <pc:grpChg chg="add del">
          <ac:chgData name="Aggie Menezes" userId="74619c95fa3483c9" providerId="LiveId" clId="{9985A848-EC86-A84C-866A-766BD99E161B}" dt="2021-01-25T07:44:45.137" v="813"/>
          <ac:grpSpMkLst>
            <pc:docMk/>
            <pc:sldMk cId="553119565" sldId="303"/>
            <ac:grpSpMk id="31" creationId="{601B3421-24AA-2041-B9AA-1503DCB569DE}"/>
          </ac:grpSpMkLst>
        </pc:grpChg>
        <pc:grpChg chg="add del">
          <ac:chgData name="Aggie Menezes" userId="74619c95fa3483c9" providerId="LiveId" clId="{9985A848-EC86-A84C-866A-766BD99E161B}" dt="2021-01-25T07:44:45.101" v="805"/>
          <ac:grpSpMkLst>
            <pc:docMk/>
            <pc:sldMk cId="553119565" sldId="303"/>
            <ac:grpSpMk id="37" creationId="{618AB89E-9C65-7546-9E93-5131E253E83B}"/>
          </ac:grpSpMkLst>
        </pc:grpChg>
        <pc:grpChg chg="add del">
          <ac:chgData name="Aggie Menezes" userId="74619c95fa3483c9" providerId="LiveId" clId="{9985A848-EC86-A84C-866A-766BD99E161B}" dt="2021-01-25T07:44:45.032" v="790"/>
          <ac:grpSpMkLst>
            <pc:docMk/>
            <pc:sldMk cId="553119565" sldId="303"/>
            <ac:grpSpMk id="40" creationId="{3DF53A1F-1DC3-CA4A-8EF2-2142B299FCD2}"/>
          </ac:grpSpMkLst>
        </pc:grpChg>
        <pc:grpChg chg="add del">
          <ac:chgData name="Aggie Menezes" userId="74619c95fa3483c9" providerId="LiveId" clId="{9985A848-EC86-A84C-866A-766BD99E161B}" dt="2021-01-25T07:44:45.155" v="817"/>
          <ac:grpSpMkLst>
            <pc:docMk/>
            <pc:sldMk cId="553119565" sldId="303"/>
            <ac:grpSpMk id="43" creationId="{62355B43-9BA3-0A47-AC51-F444D1E0E72E}"/>
          </ac:grpSpMkLst>
        </pc:grpChg>
        <pc:grpChg chg="add del">
          <ac:chgData name="Aggie Menezes" userId="74619c95fa3483c9" providerId="LiveId" clId="{9985A848-EC86-A84C-866A-766BD99E161B}" dt="2021-01-25T07:44:45.212" v="831"/>
          <ac:grpSpMkLst>
            <pc:docMk/>
            <pc:sldMk cId="553119565" sldId="303"/>
            <ac:grpSpMk id="48" creationId="{8BA75953-0F57-1B4A-A0EE-2E479F7E0B39}"/>
          </ac:grpSpMkLst>
        </pc:grpChg>
        <pc:grpChg chg="add del">
          <ac:chgData name="Aggie Menezes" userId="74619c95fa3483c9" providerId="LiveId" clId="{9985A848-EC86-A84C-866A-766BD99E161B}" dt="2021-01-25T07:44:45.058" v="795"/>
          <ac:grpSpMkLst>
            <pc:docMk/>
            <pc:sldMk cId="553119565" sldId="303"/>
            <ac:grpSpMk id="52" creationId="{FDB459CC-D7B2-654E-B9D7-B429B670260D}"/>
          </ac:grpSpMkLst>
        </pc:grpChg>
        <pc:grpChg chg="add del">
          <ac:chgData name="Aggie Menezes" userId="74619c95fa3483c9" providerId="LiveId" clId="{9985A848-EC86-A84C-866A-766BD99E161B}" dt="2021-01-25T07:44:45.203" v="829"/>
          <ac:grpSpMkLst>
            <pc:docMk/>
            <pc:sldMk cId="553119565" sldId="303"/>
            <ac:grpSpMk id="65" creationId="{09DACF7C-A85B-AE4D-9DC4-6348C46DE32B}"/>
          </ac:grpSpMkLst>
        </pc:grpChg>
        <pc:grpChg chg="add del">
          <ac:chgData name="Aggie Menezes" userId="74619c95fa3483c9" providerId="LiveId" clId="{9985A848-EC86-A84C-866A-766BD99E161B}" dt="2021-01-25T07:44:45.233" v="837"/>
          <ac:grpSpMkLst>
            <pc:docMk/>
            <pc:sldMk cId="553119565" sldId="303"/>
            <ac:grpSpMk id="66" creationId="{9465CE0E-4880-1944-BA95-62C325EDA64C}"/>
          </ac:grpSpMkLst>
        </pc:grpChg>
        <pc:grpChg chg="add del">
          <ac:chgData name="Aggie Menezes" userId="74619c95fa3483c9" providerId="LiveId" clId="{9985A848-EC86-A84C-866A-766BD99E161B}" dt="2021-01-25T07:44:45.075" v="799"/>
          <ac:grpSpMkLst>
            <pc:docMk/>
            <pc:sldMk cId="553119565" sldId="303"/>
            <ac:grpSpMk id="69" creationId="{4FB7EA9E-4568-114A-B5B1-F61E6F03D63B}"/>
          </ac:grpSpMkLst>
        </pc:grpChg>
        <pc:grpChg chg="add del">
          <ac:chgData name="Aggie Menezes" userId="74619c95fa3483c9" providerId="LiveId" clId="{9985A848-EC86-A84C-866A-766BD99E161B}" dt="2021-01-25T07:39:59.170" v="782"/>
          <ac:grpSpMkLst>
            <pc:docMk/>
            <pc:sldMk cId="553119565" sldId="303"/>
            <ac:grpSpMk id="78" creationId="{8AD03277-62D5-7C41-A131-B058BA12D44D}"/>
          </ac:grpSpMkLst>
        </pc:grpChg>
        <pc:grpChg chg="add del">
          <ac:chgData name="Aggie Menezes" userId="74619c95fa3483c9" providerId="LiveId" clId="{9985A848-EC86-A84C-866A-766BD99E161B}" dt="2021-01-25T07:39:59.170" v="782"/>
          <ac:grpSpMkLst>
            <pc:docMk/>
            <pc:sldMk cId="553119565" sldId="303"/>
            <ac:grpSpMk id="79" creationId="{5688DAC5-A6A7-8847-9DAE-E14F6DABE7BF}"/>
          </ac:grpSpMkLst>
        </pc:grpChg>
        <pc:grpChg chg="add del">
          <ac:chgData name="Aggie Menezes" userId="74619c95fa3483c9" providerId="LiveId" clId="{9985A848-EC86-A84C-866A-766BD99E161B}" dt="2021-01-25T07:44:45.198" v="828"/>
          <ac:grpSpMkLst>
            <pc:docMk/>
            <pc:sldMk cId="553119565" sldId="303"/>
            <ac:grpSpMk id="81" creationId="{A04990C4-953C-B944-8FE7-60E510E0C9C3}"/>
          </ac:grpSpMkLst>
        </pc:grpChg>
        <pc:inkChg chg="add del topLvl">
          <ac:chgData name="Aggie Menezes" userId="74619c95fa3483c9" providerId="LiveId" clId="{9985A848-EC86-A84C-866A-766BD99E161B}" dt="2021-01-25T07:44:45.106" v="806"/>
          <ac:inkMkLst>
            <pc:docMk/>
            <pc:sldMk cId="553119565" sldId="303"/>
            <ac:inkMk id="3" creationId="{EF14B5A2-392C-D945-9277-624A79F9A6ED}"/>
          </ac:inkMkLst>
        </pc:inkChg>
        <pc:inkChg chg="add del topLvl">
          <ac:chgData name="Aggie Menezes" userId="74619c95fa3483c9" providerId="LiveId" clId="{9985A848-EC86-A84C-866A-766BD99E161B}" dt="2021-01-25T07:44:45.218" v="833"/>
          <ac:inkMkLst>
            <pc:docMk/>
            <pc:sldMk cId="553119565" sldId="303"/>
            <ac:inkMk id="4" creationId="{A5E01845-69C7-1A46-8286-CAB485A098B2}"/>
          </ac:inkMkLst>
        </pc:inkChg>
        <pc:inkChg chg="add del">
          <ac:chgData name="Aggie Menezes" userId="74619c95fa3483c9" providerId="LiveId" clId="{9985A848-EC86-A84C-866A-766BD99E161B}" dt="2021-01-25T07:44:45.066" v="797"/>
          <ac:inkMkLst>
            <pc:docMk/>
            <pc:sldMk cId="553119565" sldId="303"/>
            <ac:inkMk id="5" creationId="{D7BAEAEB-474C-A54D-A106-CB05B18DCF6C}"/>
          </ac:inkMkLst>
        </pc:inkChg>
        <pc:inkChg chg="add del topLvl">
          <ac:chgData name="Aggie Menezes" userId="74619c95fa3483c9" providerId="LiveId" clId="{9985A848-EC86-A84C-866A-766BD99E161B}" dt="2021-01-25T07:44:45.187" v="826"/>
          <ac:inkMkLst>
            <pc:docMk/>
            <pc:sldMk cId="553119565" sldId="303"/>
            <ac:inkMk id="7" creationId="{20B87135-A033-AC45-A412-02B760372062}"/>
          </ac:inkMkLst>
        </pc:inkChg>
        <pc:inkChg chg="add del">
          <ac:chgData name="Aggie Menezes" userId="74619c95fa3483c9" providerId="LiveId" clId="{9985A848-EC86-A84C-866A-766BD99E161B}" dt="2021-01-25T07:44:45.038" v="791"/>
          <ac:inkMkLst>
            <pc:docMk/>
            <pc:sldMk cId="553119565" sldId="303"/>
            <ac:inkMk id="8" creationId="{BD21C37B-C1D1-A245-8B42-37AA466C243B}"/>
          </ac:inkMkLst>
        </pc:inkChg>
        <pc:inkChg chg="add del">
          <ac:chgData name="Aggie Menezes" userId="74619c95fa3483c9" providerId="LiveId" clId="{9985A848-EC86-A84C-866A-766BD99E161B}" dt="2021-01-25T07:44:45.164" v="819"/>
          <ac:inkMkLst>
            <pc:docMk/>
            <pc:sldMk cId="553119565" sldId="303"/>
            <ac:inkMk id="9" creationId="{025F2D0D-0A14-9748-BBA2-3729EE393935}"/>
          </ac:inkMkLst>
        </pc:inkChg>
        <pc:inkChg chg="add del topLvl">
          <ac:chgData name="Aggie Menezes" userId="74619c95fa3483c9" providerId="LiveId" clId="{9985A848-EC86-A84C-866A-766BD99E161B}" dt="2021-01-25T07:44:45.268" v="848"/>
          <ac:inkMkLst>
            <pc:docMk/>
            <pc:sldMk cId="553119565" sldId="303"/>
            <ac:inkMk id="10" creationId="{423ECA8D-A367-D946-9771-45F1DE108605}"/>
          </ac:inkMkLst>
        </pc:inkChg>
        <pc:inkChg chg="add del topLvl">
          <ac:chgData name="Aggie Menezes" userId="74619c95fa3483c9" providerId="LiveId" clId="{9985A848-EC86-A84C-866A-766BD99E161B}" dt="2021-01-25T07:44:45.133" v="812"/>
          <ac:inkMkLst>
            <pc:docMk/>
            <pc:sldMk cId="553119565" sldId="303"/>
            <ac:inkMk id="12" creationId="{02E8CAD4-08EF-6C4A-BC8F-C636ACF7A4AB}"/>
          </ac:inkMkLst>
        </pc:inkChg>
        <pc:inkChg chg="add del topLvl">
          <ac:chgData name="Aggie Menezes" userId="74619c95fa3483c9" providerId="LiveId" clId="{9985A848-EC86-A84C-866A-766BD99E161B}" dt="2021-01-25T07:44:45.241" v="839"/>
          <ac:inkMkLst>
            <pc:docMk/>
            <pc:sldMk cId="553119565" sldId="303"/>
            <ac:inkMk id="13" creationId="{E020750C-FB61-4C48-8AE0-8AA812AA9639}"/>
          </ac:inkMkLst>
        </pc:inkChg>
        <pc:inkChg chg="add del topLvl">
          <ac:chgData name="Aggie Menezes" userId="74619c95fa3483c9" providerId="LiveId" clId="{9985A848-EC86-A84C-866A-766BD99E161B}" dt="2021-01-25T07:44:45.092" v="803"/>
          <ac:inkMkLst>
            <pc:docMk/>
            <pc:sldMk cId="553119565" sldId="303"/>
            <ac:inkMk id="14" creationId="{4E40750D-1BFC-FE42-A357-0B3F610D4D79}"/>
          </ac:inkMkLst>
        </pc:inkChg>
        <pc:inkChg chg="add del">
          <ac:chgData name="Aggie Menezes" userId="74619c95fa3483c9" providerId="LiveId" clId="{9985A848-EC86-A84C-866A-766BD99E161B}" dt="2021-01-25T07:44:45.206" v="830"/>
          <ac:inkMkLst>
            <pc:docMk/>
            <pc:sldMk cId="553119565" sldId="303"/>
            <ac:inkMk id="15" creationId="{B27896ED-2EFF-FA4F-AD52-3E9D8F36B466}"/>
          </ac:inkMkLst>
        </pc:inkChg>
        <pc:inkChg chg="add del topLvl">
          <ac:chgData name="Aggie Menezes" userId="74619c95fa3483c9" providerId="LiveId" clId="{9985A848-EC86-A84C-866A-766BD99E161B}" dt="2021-01-25T07:44:45.250" v="842"/>
          <ac:inkMkLst>
            <pc:docMk/>
            <pc:sldMk cId="553119565" sldId="303"/>
            <ac:inkMk id="16" creationId="{0DF4B5FF-E6DB-734A-9D1E-8B010B1ADA24}"/>
          </ac:inkMkLst>
        </pc:inkChg>
        <pc:inkChg chg="add del topLvl">
          <ac:chgData name="Aggie Menezes" userId="74619c95fa3483c9" providerId="LiveId" clId="{9985A848-EC86-A84C-866A-766BD99E161B}" dt="2021-01-25T07:44:45.116" v="808"/>
          <ac:inkMkLst>
            <pc:docMk/>
            <pc:sldMk cId="553119565" sldId="303"/>
            <ac:inkMk id="17" creationId="{DE56786A-D600-454F-8123-45B3B78BAF49}"/>
          </ac:inkMkLst>
        </pc:inkChg>
        <pc:inkChg chg="add del topLvl">
          <ac:chgData name="Aggie Menezes" userId="74619c95fa3483c9" providerId="LiveId" clId="{9985A848-EC86-A84C-866A-766BD99E161B}" dt="2021-01-25T07:44:45.225" v="835"/>
          <ac:inkMkLst>
            <pc:docMk/>
            <pc:sldMk cId="553119565" sldId="303"/>
            <ac:inkMk id="18" creationId="{EDA0B073-0FDA-9345-B1AA-071D1D175624}"/>
          </ac:inkMkLst>
        </pc:inkChg>
        <pc:inkChg chg="add del topLvl">
          <ac:chgData name="Aggie Menezes" userId="74619c95fa3483c9" providerId="LiveId" clId="{9985A848-EC86-A84C-866A-766BD99E161B}" dt="2021-01-25T07:44:45.071" v="798"/>
          <ac:inkMkLst>
            <pc:docMk/>
            <pc:sldMk cId="553119565" sldId="303"/>
            <ac:inkMk id="19" creationId="{D6E93774-8A32-0844-879D-DD2CD25AF5C1}"/>
          </ac:inkMkLst>
        </pc:inkChg>
        <pc:inkChg chg="add del topLvl">
          <ac:chgData name="Aggie Menezes" userId="74619c95fa3483c9" providerId="LiveId" clId="{9985A848-EC86-A84C-866A-766BD99E161B}" dt="2021-01-25T07:44:45.192" v="827"/>
          <ac:inkMkLst>
            <pc:docMk/>
            <pc:sldMk cId="553119565" sldId="303"/>
            <ac:inkMk id="20" creationId="{AF63A7BC-8578-4443-B449-4AF654DDFF44}"/>
          </ac:inkMkLst>
        </pc:inkChg>
        <pc:inkChg chg="add del topLvl">
          <ac:chgData name="Aggie Menezes" userId="74619c95fa3483c9" providerId="LiveId" clId="{9985A848-EC86-A84C-866A-766BD99E161B}" dt="2021-01-25T07:44:45.049" v="793"/>
          <ac:inkMkLst>
            <pc:docMk/>
            <pc:sldMk cId="553119565" sldId="303"/>
            <ac:inkMk id="21" creationId="{330654E0-C7B9-EC48-86D3-0E58EEE863DA}"/>
          </ac:inkMkLst>
        </pc:inkChg>
        <pc:inkChg chg="add del topLvl">
          <ac:chgData name="Aggie Menezes" userId="74619c95fa3483c9" providerId="LiveId" clId="{9985A848-EC86-A84C-866A-766BD99E161B}" dt="2021-01-25T07:44:45.160" v="818"/>
          <ac:inkMkLst>
            <pc:docMk/>
            <pc:sldMk cId="553119565" sldId="303"/>
            <ac:inkMk id="22" creationId="{F21E1233-716B-4A4D-8F46-3EA2E68B9E5A}"/>
          </ac:inkMkLst>
        </pc:inkChg>
        <pc:inkChg chg="add del">
          <ac:chgData name="Aggie Menezes" userId="74619c95fa3483c9" providerId="LiveId" clId="{9985A848-EC86-A84C-866A-766BD99E161B}" dt="2021-01-25T07:44:45.124" v="810"/>
          <ac:inkMkLst>
            <pc:docMk/>
            <pc:sldMk cId="553119565" sldId="303"/>
            <ac:inkMk id="23" creationId="{0D06C709-82A5-7445-BCDF-ABAD3E0359AF}"/>
          </ac:inkMkLst>
        </pc:inkChg>
        <pc:inkChg chg="add del">
          <ac:chgData name="Aggie Menezes" userId="74619c95fa3483c9" providerId="LiveId" clId="{9985A848-EC86-A84C-866A-766BD99E161B}" dt="2021-01-25T07:44:45.019" v="787"/>
          <ac:inkMkLst>
            <pc:docMk/>
            <pc:sldMk cId="553119565" sldId="303"/>
            <ac:inkMk id="24" creationId="{8EA8FB3F-CAA7-5643-97F3-9914034899AC}"/>
          </ac:inkMkLst>
        </pc:inkChg>
        <pc:inkChg chg="add del">
          <ac:chgData name="Aggie Menezes" userId="74619c95fa3483c9" providerId="LiveId" clId="{9985A848-EC86-A84C-866A-766BD99E161B}" dt="2021-01-25T07:44:45.166" v="820"/>
          <ac:inkMkLst>
            <pc:docMk/>
            <pc:sldMk cId="553119565" sldId="303"/>
            <ac:inkMk id="26" creationId="{2C925C91-605E-A946-8FA5-3B88ED61CE6C}"/>
          </ac:inkMkLst>
        </pc:inkChg>
        <pc:inkChg chg="add del topLvl">
          <ac:chgData name="Aggie Menezes" userId="74619c95fa3483c9" providerId="LiveId" clId="{9985A848-EC86-A84C-866A-766BD99E161B}" dt="2021-01-25T07:44:45.137" v="813"/>
          <ac:inkMkLst>
            <pc:docMk/>
            <pc:sldMk cId="553119565" sldId="303"/>
            <ac:inkMk id="27" creationId="{E92F2205-2454-FD47-8332-3EAB013D2BDB}"/>
          </ac:inkMkLst>
        </pc:inkChg>
        <pc:inkChg chg="add del topLvl">
          <ac:chgData name="Aggie Menezes" userId="74619c95fa3483c9" providerId="LiveId" clId="{9985A848-EC86-A84C-866A-766BD99E161B}" dt="2021-01-25T07:44:45.244" v="840"/>
          <ac:inkMkLst>
            <pc:docMk/>
            <pc:sldMk cId="553119565" sldId="303"/>
            <ac:inkMk id="29" creationId="{52BE559C-ED9D-F64D-A845-687862EEA147}"/>
          </ac:inkMkLst>
        </pc:inkChg>
        <pc:inkChg chg="add del">
          <ac:chgData name="Aggie Menezes" userId="74619c95fa3483c9" providerId="LiveId" clId="{9985A848-EC86-A84C-866A-766BD99E161B}" dt="2021-01-25T07:44:45.229" v="836"/>
          <ac:inkMkLst>
            <pc:docMk/>
            <pc:sldMk cId="553119565" sldId="303"/>
            <ac:inkMk id="32" creationId="{FEEFAD56-F015-6941-B4CC-6D54DFCAE57C}"/>
          </ac:inkMkLst>
        </pc:inkChg>
        <pc:inkChg chg="add del">
          <ac:chgData name="Aggie Menezes" userId="74619c95fa3483c9" providerId="LiveId" clId="{9985A848-EC86-A84C-866A-766BD99E161B}" dt="2021-01-25T07:44:45.169" v="821"/>
          <ac:inkMkLst>
            <pc:docMk/>
            <pc:sldMk cId="553119565" sldId="303"/>
            <ac:inkMk id="33" creationId="{AFDFA003-5EDF-2F49-ABE4-C1A0F9C2193A}"/>
          </ac:inkMkLst>
        </pc:inkChg>
        <pc:inkChg chg="add del topLvl">
          <ac:chgData name="Aggie Menezes" userId="74619c95fa3483c9" providerId="LiveId" clId="{9985A848-EC86-A84C-866A-766BD99E161B}" dt="2021-01-25T07:44:45.101" v="805"/>
          <ac:inkMkLst>
            <pc:docMk/>
            <pc:sldMk cId="553119565" sldId="303"/>
            <ac:inkMk id="34" creationId="{8DB6428A-478E-B642-9ACC-245BBD2CFBB2}"/>
          </ac:inkMkLst>
        </pc:inkChg>
        <pc:inkChg chg="add del topLvl">
          <ac:chgData name="Aggie Menezes" userId="74619c95fa3483c9" providerId="LiveId" clId="{9985A848-EC86-A84C-866A-766BD99E161B}" dt="2021-01-25T07:44:45.215" v="832"/>
          <ac:inkMkLst>
            <pc:docMk/>
            <pc:sldMk cId="553119565" sldId="303"/>
            <ac:inkMk id="35" creationId="{65B1502A-7975-3947-9A3A-6B951B50B2F7}"/>
          </ac:inkMkLst>
        </pc:inkChg>
        <pc:inkChg chg="add del">
          <ac:chgData name="Aggie Menezes" userId="74619c95fa3483c9" providerId="LiveId" clId="{9985A848-EC86-A84C-866A-766BD99E161B}" dt="2021-01-25T07:44:45.062" v="796"/>
          <ac:inkMkLst>
            <pc:docMk/>
            <pc:sldMk cId="553119565" sldId="303"/>
            <ac:inkMk id="36" creationId="{6D41A830-8F57-6D48-910B-1D9E91FD6F0C}"/>
          </ac:inkMkLst>
        </pc:inkChg>
        <pc:inkChg chg="add del topLvl">
          <ac:chgData name="Aggie Menezes" userId="74619c95fa3483c9" providerId="LiveId" clId="{9985A848-EC86-A84C-866A-766BD99E161B}" dt="2021-01-25T07:44:45.183" v="825"/>
          <ac:inkMkLst>
            <pc:docMk/>
            <pc:sldMk cId="553119565" sldId="303"/>
            <ac:inkMk id="38" creationId="{4C8C2E6A-348D-8E41-B072-CD13EADBCFAF}"/>
          </ac:inkMkLst>
        </pc:inkChg>
        <pc:inkChg chg="add del topLvl">
          <ac:chgData name="Aggie Menezes" userId="74619c95fa3483c9" providerId="LiveId" clId="{9985A848-EC86-A84C-866A-766BD99E161B}" dt="2021-01-25T07:44:45.032" v="790"/>
          <ac:inkMkLst>
            <pc:docMk/>
            <pc:sldMk cId="553119565" sldId="303"/>
            <ac:inkMk id="39" creationId="{58575FA1-662B-744E-9DAE-22986880FC86}"/>
          </ac:inkMkLst>
        </pc:inkChg>
        <pc:inkChg chg="add del topLvl">
          <ac:chgData name="Aggie Menezes" userId="74619c95fa3483c9" providerId="LiveId" clId="{9985A848-EC86-A84C-866A-766BD99E161B}" dt="2021-01-25T07:44:45.155" v="817"/>
          <ac:inkMkLst>
            <pc:docMk/>
            <pc:sldMk cId="553119565" sldId="303"/>
            <ac:inkMk id="41" creationId="{6F362B50-5B4E-6A43-9569-21E1DF23451F}"/>
          </ac:inkMkLst>
        </pc:inkChg>
        <pc:inkChg chg="add del topLvl">
          <ac:chgData name="Aggie Menezes" userId="74619c95fa3483c9" providerId="LiveId" clId="{9985A848-EC86-A84C-866A-766BD99E161B}" dt="2021-01-25T07:44:45.262" v="846"/>
          <ac:inkMkLst>
            <pc:docMk/>
            <pc:sldMk cId="553119565" sldId="303"/>
            <ac:inkMk id="42" creationId="{E8A4FEF9-0884-6449-88CB-B32AC079A2F6}"/>
          </ac:inkMkLst>
        </pc:inkChg>
        <pc:inkChg chg="add del">
          <ac:chgData name="Aggie Menezes" userId="74619c95fa3483c9" providerId="LiveId" clId="{9985A848-EC86-A84C-866A-766BD99E161B}" dt="2021-01-25T07:44:45.128" v="811"/>
          <ac:inkMkLst>
            <pc:docMk/>
            <pc:sldMk cId="553119565" sldId="303"/>
            <ac:inkMk id="44" creationId="{F8008DDF-0A3A-0A46-8DE8-2DD3C2B192AF}"/>
          </ac:inkMkLst>
        </pc:inkChg>
        <pc:inkChg chg="add del topLvl">
          <ac:chgData name="Aggie Menezes" userId="74619c95fa3483c9" providerId="LiveId" clId="{9985A848-EC86-A84C-866A-766BD99E161B}" dt="2021-01-25T07:44:45.236" v="838"/>
          <ac:inkMkLst>
            <pc:docMk/>
            <pc:sldMk cId="553119565" sldId="303"/>
            <ac:inkMk id="45" creationId="{A78F517D-67DD-E342-A228-F6ED9AB48BF0}"/>
          </ac:inkMkLst>
        </pc:inkChg>
        <pc:inkChg chg="add del">
          <ac:chgData name="Aggie Menezes" userId="74619c95fa3483c9" providerId="LiveId" clId="{9985A848-EC86-A84C-866A-766BD99E161B}" dt="2021-01-25T07:44:45.087" v="802"/>
          <ac:inkMkLst>
            <pc:docMk/>
            <pc:sldMk cId="553119565" sldId="303"/>
            <ac:inkMk id="46" creationId="{3C66437F-E1D1-F94D-89E8-D626A5927493}"/>
          </ac:inkMkLst>
        </pc:inkChg>
        <pc:inkChg chg="add del topLvl">
          <ac:chgData name="Aggie Menezes" userId="74619c95fa3483c9" providerId="LiveId" clId="{9985A848-EC86-A84C-866A-766BD99E161B}" dt="2021-01-25T07:44:45.212" v="831"/>
          <ac:inkMkLst>
            <pc:docMk/>
            <pc:sldMk cId="553119565" sldId="303"/>
            <ac:inkMk id="47" creationId="{C77EF72A-FB7B-DB46-B68D-998E58E2BBDB}"/>
          </ac:inkMkLst>
        </pc:inkChg>
        <pc:inkChg chg="add del topLvl">
          <ac:chgData name="Aggie Menezes" userId="74619c95fa3483c9" providerId="LiveId" clId="{9985A848-EC86-A84C-866A-766BD99E161B}" dt="2021-01-25T07:44:45.058" v="795"/>
          <ac:inkMkLst>
            <pc:docMk/>
            <pc:sldMk cId="553119565" sldId="303"/>
            <ac:inkMk id="49" creationId="{680604DE-5B67-6A4C-8759-A9502263B88A}"/>
          </ac:inkMkLst>
        </pc:inkChg>
        <pc:inkChg chg="add del topLvl">
          <ac:chgData name="Aggie Menezes" userId="74619c95fa3483c9" providerId="LiveId" clId="{9985A848-EC86-A84C-866A-766BD99E161B}" dt="2021-01-25T07:44:45.179" v="824"/>
          <ac:inkMkLst>
            <pc:docMk/>
            <pc:sldMk cId="553119565" sldId="303"/>
            <ac:inkMk id="50" creationId="{55F4501A-434E-B54A-8435-D050D5F44E27}"/>
          </ac:inkMkLst>
        </pc:inkChg>
        <pc:inkChg chg="add del">
          <ac:chgData name="Aggie Menezes" userId="74619c95fa3483c9" providerId="LiveId" clId="{9985A848-EC86-A84C-866A-766BD99E161B}" dt="2021-01-25T07:44:45.027" v="789"/>
          <ac:inkMkLst>
            <pc:docMk/>
            <pc:sldMk cId="553119565" sldId="303"/>
            <ac:inkMk id="51" creationId="{AA6A4039-3CA9-284D-B59D-F828551E1455}"/>
          </ac:inkMkLst>
        </pc:inkChg>
        <pc:inkChg chg="add del">
          <ac:chgData name="Aggie Menezes" userId="74619c95fa3483c9" providerId="LiveId" clId="{9985A848-EC86-A84C-866A-766BD99E161B}" dt="2021-01-25T07:44:45.150" v="816"/>
          <ac:inkMkLst>
            <pc:docMk/>
            <pc:sldMk cId="553119565" sldId="303"/>
            <ac:inkMk id="53" creationId="{26DD2507-4680-7D4C-806B-651BAA507AFB}"/>
          </ac:inkMkLst>
        </pc:inkChg>
        <pc:inkChg chg="add del topLvl">
          <ac:chgData name="Aggie Menezes" userId="74619c95fa3483c9" providerId="LiveId" clId="{9985A848-EC86-A84C-866A-766BD99E161B}" dt="2021-01-25T07:44:45.255" v="844"/>
          <ac:inkMkLst>
            <pc:docMk/>
            <pc:sldMk cId="553119565" sldId="303"/>
            <ac:inkMk id="54" creationId="{F9A36145-761C-054C-9FAF-F77A874CA1A3}"/>
          </ac:inkMkLst>
        </pc:inkChg>
        <pc:inkChg chg="add del">
          <ac:chgData name="Aggie Menezes" userId="74619c95fa3483c9" providerId="LiveId" clId="{9985A848-EC86-A84C-866A-766BD99E161B}" dt="2021-01-25T07:44:45.082" v="801"/>
          <ac:inkMkLst>
            <pc:docMk/>
            <pc:sldMk cId="553119565" sldId="303"/>
            <ac:inkMk id="55" creationId="{C55A7519-E5A6-264C-AEFF-3A4C1872D551}"/>
          </ac:inkMkLst>
        </pc:inkChg>
        <pc:inkChg chg="add del topLvl">
          <ac:chgData name="Aggie Menezes" userId="74619c95fa3483c9" providerId="LiveId" clId="{9985A848-EC86-A84C-866A-766BD99E161B}" dt="2021-01-25T07:44:45.203" v="829"/>
          <ac:inkMkLst>
            <pc:docMk/>
            <pc:sldMk cId="553119565" sldId="303"/>
            <ac:inkMk id="56" creationId="{B7791398-2536-8A48-AF29-0A526FCA3653}"/>
          </ac:inkMkLst>
        </pc:inkChg>
        <pc:inkChg chg="add del">
          <ac:chgData name="Aggie Menezes" userId="74619c95fa3483c9" providerId="LiveId" clId="{9985A848-EC86-A84C-866A-766BD99E161B}" dt="2021-01-25T07:44:45.054" v="794"/>
          <ac:inkMkLst>
            <pc:docMk/>
            <pc:sldMk cId="553119565" sldId="303"/>
            <ac:inkMk id="57" creationId="{D7F78917-C006-9249-A9CB-5ADD66557233}"/>
          </ac:inkMkLst>
        </pc:inkChg>
        <pc:inkChg chg="add del">
          <ac:chgData name="Aggie Menezes" userId="74619c95fa3483c9" providerId="LiveId" clId="{9985A848-EC86-A84C-866A-766BD99E161B}" dt="2021-01-25T07:44:45.177" v="823"/>
          <ac:inkMkLst>
            <pc:docMk/>
            <pc:sldMk cId="553119565" sldId="303"/>
            <ac:inkMk id="58" creationId="{5A474772-BF02-1E4E-BE67-0D5C4532CA00}"/>
          </ac:inkMkLst>
        </pc:inkChg>
        <pc:inkChg chg="add del">
          <ac:chgData name="Aggie Menezes" userId="74619c95fa3483c9" providerId="LiveId" clId="{9985A848-EC86-A84C-866A-766BD99E161B}" dt="2021-01-25T07:44:45.121" v="809"/>
          <ac:inkMkLst>
            <pc:docMk/>
            <pc:sldMk cId="553119565" sldId="303"/>
            <ac:inkMk id="59" creationId="{F3D56C37-B8F2-8D44-8BA0-4461F0F17834}"/>
          </ac:inkMkLst>
        </pc:inkChg>
        <pc:inkChg chg="add del topLvl">
          <ac:chgData name="Aggie Menezes" userId="74619c95fa3483c9" providerId="LiveId" clId="{9985A848-EC86-A84C-866A-766BD99E161B}" dt="2021-01-25T07:44:45.233" v="837"/>
          <ac:inkMkLst>
            <pc:docMk/>
            <pc:sldMk cId="553119565" sldId="303"/>
            <ac:inkMk id="60" creationId="{147DC2EC-29DC-8348-A451-5CC504245E13}"/>
          </ac:inkMkLst>
        </pc:inkChg>
        <pc:inkChg chg="add del">
          <ac:chgData name="Aggie Menezes" userId="74619c95fa3483c9" providerId="LiveId" clId="{9985A848-EC86-A84C-866A-766BD99E161B}" dt="2021-01-25T07:44:45.023" v="788"/>
          <ac:inkMkLst>
            <pc:docMk/>
            <pc:sldMk cId="553119565" sldId="303"/>
            <ac:inkMk id="61" creationId="{5CE88756-1AAD-094A-83B4-51A327F59A72}"/>
          </ac:inkMkLst>
        </pc:inkChg>
        <pc:inkChg chg="add del">
          <ac:chgData name="Aggie Menezes" userId="74619c95fa3483c9" providerId="LiveId" clId="{9985A848-EC86-A84C-866A-766BD99E161B}" dt="2021-01-25T07:44:45.147" v="815"/>
          <ac:inkMkLst>
            <pc:docMk/>
            <pc:sldMk cId="553119565" sldId="303"/>
            <ac:inkMk id="62" creationId="{E6A58753-B0D8-5544-A2D6-16F7B6815EF6}"/>
          </ac:inkMkLst>
        </pc:inkChg>
        <pc:inkChg chg="add del topLvl">
          <ac:chgData name="Aggie Menezes" userId="74619c95fa3483c9" providerId="LiveId" clId="{9985A848-EC86-A84C-866A-766BD99E161B}" dt="2021-01-25T07:44:45.253" v="843"/>
          <ac:inkMkLst>
            <pc:docMk/>
            <pc:sldMk cId="553119565" sldId="303"/>
            <ac:inkMk id="63" creationId="{A40B9A19-93B6-B245-B6B4-C332679D5C8A}"/>
          </ac:inkMkLst>
        </pc:inkChg>
        <pc:inkChg chg="add del">
          <ac:chgData name="Aggie Menezes" userId="74619c95fa3483c9" providerId="LiveId" clId="{9985A848-EC86-A84C-866A-766BD99E161B}" dt="2021-01-25T07:44:45.111" v="807"/>
          <ac:inkMkLst>
            <pc:docMk/>
            <pc:sldMk cId="553119565" sldId="303"/>
            <ac:inkMk id="64" creationId="{9BCDAB9B-7C60-1D44-9BDA-6ECF8B4EB15D}"/>
          </ac:inkMkLst>
        </pc:inkChg>
        <pc:inkChg chg="add del topLvl">
          <ac:chgData name="Aggie Menezes" userId="74619c95fa3483c9" providerId="LiveId" clId="{9985A848-EC86-A84C-866A-766BD99E161B}" dt="2021-01-25T07:44:45.221" v="834"/>
          <ac:inkMkLst>
            <pc:docMk/>
            <pc:sldMk cId="553119565" sldId="303"/>
            <ac:inkMk id="67" creationId="{33B23EC4-D723-8E4B-A09B-42535315518E}"/>
          </ac:inkMkLst>
        </pc:inkChg>
        <pc:inkChg chg="add del topLvl">
          <ac:chgData name="Aggie Menezes" userId="74619c95fa3483c9" providerId="LiveId" clId="{9985A848-EC86-A84C-866A-766BD99E161B}" dt="2021-01-25T07:44:45.075" v="799"/>
          <ac:inkMkLst>
            <pc:docMk/>
            <pc:sldMk cId="553119565" sldId="303"/>
            <ac:inkMk id="68" creationId="{27A12BB2-C87A-534A-8F30-94C060643213}"/>
          </ac:inkMkLst>
        </pc:inkChg>
        <pc:inkChg chg="add del">
          <ac:chgData name="Aggie Menezes" userId="74619c95fa3483c9" providerId="LiveId" clId="{9985A848-EC86-A84C-866A-766BD99E161B}" dt="2021-01-25T07:44:45.078" v="800"/>
          <ac:inkMkLst>
            <pc:docMk/>
            <pc:sldMk cId="553119565" sldId="303"/>
            <ac:inkMk id="70" creationId="{9DDA6997-3316-A143-A491-F5C3B6903A2F}"/>
          </ac:inkMkLst>
        </pc:inkChg>
        <pc:inkChg chg="add del">
          <ac:chgData name="Aggie Menezes" userId="74619c95fa3483c9" providerId="LiveId" clId="{9985A848-EC86-A84C-866A-766BD99E161B}" dt="2021-01-25T07:44:45.265" v="847"/>
          <ac:inkMkLst>
            <pc:docMk/>
            <pc:sldMk cId="553119565" sldId="303"/>
            <ac:inkMk id="71" creationId="{9DE7D3AB-ADC8-F742-B817-B4A7F697CCE6}"/>
          </ac:inkMkLst>
        </pc:inkChg>
        <pc:inkChg chg="add del topLvl">
          <ac:chgData name="Aggie Menezes" userId="74619c95fa3483c9" providerId="LiveId" clId="{9985A848-EC86-A84C-866A-766BD99E161B}" dt="2021-01-25T07:44:45.198" v="828"/>
          <ac:inkMkLst>
            <pc:docMk/>
            <pc:sldMk cId="553119565" sldId="303"/>
            <ac:inkMk id="72" creationId="{5D7809F8-6F17-664B-8F73-67EEBE7A0A77}"/>
          </ac:inkMkLst>
        </pc:inkChg>
        <pc:inkChg chg="add del topLvl">
          <ac:chgData name="Aggie Menezes" userId="74619c95fa3483c9" providerId="LiveId" clId="{9985A848-EC86-A84C-866A-766BD99E161B}" dt="2021-01-25T07:44:45.044" v="792"/>
          <ac:inkMkLst>
            <pc:docMk/>
            <pc:sldMk cId="553119565" sldId="303"/>
            <ac:inkMk id="73" creationId="{F8B4CE8E-8FCC-3C4A-82C3-A063C32CC12C}"/>
          </ac:inkMkLst>
        </pc:inkChg>
        <pc:inkChg chg="add del">
          <ac:chgData name="Aggie Menezes" userId="74619c95fa3483c9" providerId="LiveId" clId="{9985A848-EC86-A84C-866A-766BD99E161B}" dt="2021-01-25T07:44:45.173" v="822"/>
          <ac:inkMkLst>
            <pc:docMk/>
            <pc:sldMk cId="553119565" sldId="303"/>
            <ac:inkMk id="74" creationId="{AC1F7B79-6100-C44D-BF36-C2012B836EE8}"/>
          </ac:inkMkLst>
        </pc:inkChg>
        <pc:inkChg chg="add del">
          <ac:chgData name="Aggie Menezes" userId="74619c95fa3483c9" providerId="LiveId" clId="{9985A848-EC86-A84C-866A-766BD99E161B}" dt="2021-01-25T07:44:45.013" v="786"/>
          <ac:inkMkLst>
            <pc:docMk/>
            <pc:sldMk cId="553119565" sldId="303"/>
            <ac:inkMk id="75" creationId="{FADF9DAA-DF26-9B4E-8C18-0FFC4C809DB9}"/>
          </ac:inkMkLst>
        </pc:inkChg>
        <pc:inkChg chg="add del topLvl">
          <ac:chgData name="Aggie Menezes" userId="74619c95fa3483c9" providerId="LiveId" clId="{9985A848-EC86-A84C-866A-766BD99E161B}" dt="2021-01-25T07:44:45.142" v="814"/>
          <ac:inkMkLst>
            <pc:docMk/>
            <pc:sldMk cId="553119565" sldId="303"/>
            <ac:inkMk id="76" creationId="{55824F63-C2B3-334B-99FF-F5F988165588}"/>
          </ac:inkMkLst>
        </pc:inkChg>
        <pc:inkChg chg="add del topLvl">
          <ac:chgData name="Aggie Menezes" userId="74619c95fa3483c9" providerId="LiveId" clId="{9985A848-EC86-A84C-866A-766BD99E161B}" dt="2021-01-25T07:44:45.247" v="841"/>
          <ac:inkMkLst>
            <pc:docMk/>
            <pc:sldMk cId="553119565" sldId="303"/>
            <ac:inkMk id="77" creationId="{42BC8978-30C5-4A4F-8505-95C92078B8C1}"/>
          </ac:inkMkLst>
        </pc:inkChg>
        <pc:inkChg chg="add del">
          <ac:chgData name="Aggie Menezes" userId="74619c95fa3483c9" providerId="LiveId" clId="{9985A848-EC86-A84C-866A-766BD99E161B}" dt="2021-01-25T07:44:45.259" v="845"/>
          <ac:inkMkLst>
            <pc:docMk/>
            <pc:sldMk cId="553119565" sldId="303"/>
            <ac:inkMk id="78" creationId="{F0C7BA1A-8E4E-D640-AAB2-6F8CCB149E06}"/>
          </ac:inkMkLst>
        </pc:inkChg>
        <pc:inkChg chg="add del">
          <ac:chgData name="Aggie Menezes" userId="74619c95fa3483c9" providerId="LiveId" clId="{9985A848-EC86-A84C-866A-766BD99E161B}" dt="2021-01-25T07:44:45.097" v="804"/>
          <ac:inkMkLst>
            <pc:docMk/>
            <pc:sldMk cId="553119565" sldId="303"/>
            <ac:inkMk id="80" creationId="{AE46C775-5239-2942-9278-30325C89CB36}"/>
          </ac:inkMkLst>
        </pc:inkChg>
      </pc:sldChg>
      <pc:sldChg chg="addSp delSp">
        <pc:chgData name="Aggie Menezes" userId="74619c95fa3483c9" providerId="LiveId" clId="{9985A848-EC86-A84C-866A-766BD99E161B}" dt="2021-01-25T07:34:33.433" v="707"/>
        <pc:sldMkLst>
          <pc:docMk/>
          <pc:sldMk cId="3498740623" sldId="304"/>
        </pc:sldMkLst>
        <pc:grpChg chg="add del">
          <ac:chgData name="Aggie Menezes" userId="74619c95fa3483c9" providerId="LiveId" clId="{9985A848-EC86-A84C-866A-766BD99E161B}" dt="2021-01-25T07:32:15.555" v="682"/>
          <ac:grpSpMkLst>
            <pc:docMk/>
            <pc:sldMk cId="3498740623" sldId="304"/>
            <ac:grpSpMk id="9" creationId="{32E32865-D5B3-F146-A3AA-1C8D79527A21}"/>
          </ac:grpSpMkLst>
        </pc:grpChg>
        <pc:grpChg chg="add del">
          <ac:chgData name="Aggie Menezes" userId="74619c95fa3483c9" providerId="LiveId" clId="{9985A848-EC86-A84C-866A-766BD99E161B}" dt="2021-01-25T07:32:13.432" v="670"/>
          <ac:grpSpMkLst>
            <pc:docMk/>
            <pc:sldMk cId="3498740623" sldId="304"/>
            <ac:grpSpMk id="10" creationId="{CFA2F6CA-43D3-6E44-9C71-988A7159DF9B}"/>
          </ac:grpSpMkLst>
        </pc:grpChg>
        <pc:grpChg chg="add del">
          <ac:chgData name="Aggie Menezes" userId="74619c95fa3483c9" providerId="LiveId" clId="{9985A848-EC86-A84C-866A-766BD99E161B}" dt="2021-01-25T07:31:46.667" v="669"/>
          <ac:grpSpMkLst>
            <pc:docMk/>
            <pc:sldMk cId="3498740623" sldId="304"/>
            <ac:grpSpMk id="13" creationId="{9410AE1D-A628-ED40-B6D5-04FEDD08DA61}"/>
          </ac:grpSpMkLst>
        </pc:grpChg>
        <pc:grpChg chg="add del">
          <ac:chgData name="Aggie Menezes" userId="74619c95fa3483c9" providerId="LiveId" clId="{9985A848-EC86-A84C-866A-766BD99E161B}" dt="2021-01-25T07:32:15.180" v="680"/>
          <ac:grpSpMkLst>
            <pc:docMk/>
            <pc:sldMk cId="3498740623" sldId="304"/>
            <ac:grpSpMk id="22" creationId="{798E84F9-FF5F-1F4C-B984-20C799EFFF28}"/>
          </ac:grpSpMkLst>
        </pc:grpChg>
        <pc:grpChg chg="add del">
          <ac:chgData name="Aggie Menezes" userId="74619c95fa3483c9" providerId="LiveId" clId="{9985A848-EC86-A84C-866A-766BD99E161B}" dt="2021-01-25T07:32:27.993" v="690"/>
          <ac:grpSpMkLst>
            <pc:docMk/>
            <pc:sldMk cId="3498740623" sldId="304"/>
            <ac:grpSpMk id="26" creationId="{1D674EBA-6587-9E47-98E5-A0523360DF52}"/>
          </ac:grpSpMkLst>
        </pc:grpChg>
        <pc:grpChg chg="add del">
          <ac:chgData name="Aggie Menezes" userId="74619c95fa3483c9" providerId="LiveId" clId="{9985A848-EC86-A84C-866A-766BD99E161B}" dt="2021-01-25T07:32:53.680" v="692"/>
          <ac:grpSpMkLst>
            <pc:docMk/>
            <pc:sldMk cId="3498740623" sldId="304"/>
            <ac:grpSpMk id="31" creationId="{7C704AE7-0B47-9344-A327-25DFB37F29BC}"/>
          </ac:grpSpMkLst>
        </pc:grpChg>
        <pc:grpChg chg="add">
          <ac:chgData name="Aggie Menezes" userId="74619c95fa3483c9" providerId="LiveId" clId="{9985A848-EC86-A84C-866A-766BD99E161B}" dt="2021-01-25T07:32:53.680" v="692"/>
          <ac:grpSpMkLst>
            <pc:docMk/>
            <pc:sldMk cId="3498740623" sldId="304"/>
            <ac:grpSpMk id="33" creationId="{3B2960BB-7EA6-0847-91C5-561C21F0418E}"/>
          </ac:grpSpMkLst>
        </pc:grpChg>
        <pc:grpChg chg="add del">
          <ac:chgData name="Aggie Menezes" userId="74619c95fa3483c9" providerId="LiveId" clId="{9985A848-EC86-A84C-866A-766BD99E161B}" dt="2021-01-25T07:33:22.921" v="700"/>
          <ac:grpSpMkLst>
            <pc:docMk/>
            <pc:sldMk cId="3498740623" sldId="304"/>
            <ac:grpSpMk id="39" creationId="{CE538D63-616A-AA40-9640-75E902B8E842}"/>
          </ac:grpSpMkLst>
        </pc:grpChg>
        <pc:grpChg chg="add">
          <ac:chgData name="Aggie Menezes" userId="74619c95fa3483c9" providerId="LiveId" clId="{9985A848-EC86-A84C-866A-766BD99E161B}" dt="2021-01-25T07:33:22.921" v="700"/>
          <ac:grpSpMkLst>
            <pc:docMk/>
            <pc:sldMk cId="3498740623" sldId="304"/>
            <ac:grpSpMk id="41" creationId="{46128EB7-6D0F-E248-A80C-676191714BF0}"/>
          </ac:grpSpMkLst>
        </pc:grpChg>
        <pc:grpChg chg="add del">
          <ac:chgData name="Aggie Menezes" userId="74619c95fa3483c9" providerId="LiveId" clId="{9985A848-EC86-A84C-866A-766BD99E161B}" dt="2021-01-25T07:34:07.848" v="705"/>
          <ac:grpSpMkLst>
            <pc:docMk/>
            <pc:sldMk cId="3498740623" sldId="304"/>
            <ac:grpSpMk id="44" creationId="{9672933D-538B-0E4B-A4C6-9A93A76A7934}"/>
          </ac:grpSpMkLst>
        </pc:grpChg>
        <pc:grpChg chg="add">
          <ac:chgData name="Aggie Menezes" userId="74619c95fa3483c9" providerId="LiveId" clId="{9985A848-EC86-A84C-866A-766BD99E161B}" dt="2021-01-25T07:34:07.848" v="705"/>
          <ac:grpSpMkLst>
            <pc:docMk/>
            <pc:sldMk cId="3498740623" sldId="304"/>
            <ac:grpSpMk id="46" creationId="{C387434C-C5CD-0949-9E24-E3DF0E535E45}"/>
          </ac:grpSpMkLst>
        </pc:grpChg>
        <pc:inkChg chg="add del topLvl">
          <ac:chgData name="Aggie Menezes" userId="74619c95fa3483c9" providerId="LiveId" clId="{9985A848-EC86-A84C-866A-766BD99E161B}" dt="2021-01-25T07:32:13.437" v="671"/>
          <ac:inkMkLst>
            <pc:docMk/>
            <pc:sldMk cId="3498740623" sldId="304"/>
            <ac:inkMk id="4" creationId="{937AE902-E552-4B47-A05C-AFBB7CBC6041}"/>
          </ac:inkMkLst>
        </pc:inkChg>
        <pc:inkChg chg="add del topLvl">
          <ac:chgData name="Aggie Menezes" userId="74619c95fa3483c9" providerId="LiveId" clId="{9985A848-EC86-A84C-866A-766BD99E161B}" dt="2021-01-25T07:32:13.432" v="670"/>
          <ac:inkMkLst>
            <pc:docMk/>
            <pc:sldMk cId="3498740623" sldId="304"/>
            <ac:inkMk id="5" creationId="{DA0167F7-91F7-1E40-823C-C35CCFD54FED}"/>
          </ac:inkMkLst>
        </pc:inkChg>
        <pc:inkChg chg="add del topLvl">
          <ac:chgData name="Aggie Menezes" userId="74619c95fa3483c9" providerId="LiveId" clId="{9985A848-EC86-A84C-866A-766BD99E161B}" dt="2021-01-25T07:32:15.558" v="683"/>
          <ac:inkMkLst>
            <pc:docMk/>
            <pc:sldMk cId="3498740623" sldId="304"/>
            <ac:inkMk id="7" creationId="{1C4569A9-C004-234D-8CC2-340E324670FD}"/>
          </ac:inkMkLst>
        </pc:inkChg>
        <pc:inkChg chg="add del topLvl">
          <ac:chgData name="Aggie Menezes" userId="74619c95fa3483c9" providerId="LiveId" clId="{9985A848-EC86-A84C-866A-766BD99E161B}" dt="2021-01-25T07:32:15.555" v="682"/>
          <ac:inkMkLst>
            <pc:docMk/>
            <pc:sldMk cId="3498740623" sldId="304"/>
            <ac:inkMk id="8" creationId="{A3AD0B31-6C76-654C-A189-71AD4BA067F9}"/>
          </ac:inkMkLst>
        </pc:inkChg>
        <pc:inkChg chg="add del topLvl">
          <ac:chgData name="Aggie Menezes" userId="74619c95fa3483c9" providerId="LiveId" clId="{9985A848-EC86-A84C-866A-766BD99E161B}" dt="2021-01-25T07:32:15.173" v="678"/>
          <ac:inkMkLst>
            <pc:docMk/>
            <pc:sldMk cId="3498740623" sldId="304"/>
            <ac:inkMk id="11" creationId="{7668DBEA-44BD-514A-8573-2ED3AA86D34C}"/>
          </ac:inkMkLst>
        </pc:inkChg>
        <pc:inkChg chg="add del topLvl">
          <ac:chgData name="Aggie Menezes" userId="74619c95fa3483c9" providerId="LiveId" clId="{9985A848-EC86-A84C-866A-766BD99E161B}" dt="2021-01-25T07:32:15.158" v="674"/>
          <ac:inkMkLst>
            <pc:docMk/>
            <pc:sldMk cId="3498740623" sldId="304"/>
            <ac:inkMk id="12" creationId="{D0D86609-87D7-FF42-8D88-7336474047DE}"/>
          </ac:inkMkLst>
        </pc:inkChg>
        <pc:inkChg chg="add del">
          <ac:chgData name="Aggie Menezes" userId="74619c95fa3483c9" providerId="LiveId" clId="{9985A848-EC86-A84C-866A-766BD99E161B}" dt="2021-01-25T07:32:15.176" v="679"/>
          <ac:inkMkLst>
            <pc:docMk/>
            <pc:sldMk cId="3498740623" sldId="304"/>
            <ac:inkMk id="14" creationId="{64F6589A-F068-EA4E-B9F9-B9027F5FFDD0}"/>
          </ac:inkMkLst>
        </pc:inkChg>
        <pc:inkChg chg="add del">
          <ac:chgData name="Aggie Menezes" userId="74619c95fa3483c9" providerId="LiveId" clId="{9985A848-EC86-A84C-866A-766BD99E161B}" dt="2021-01-25T07:32:15.165" v="676"/>
          <ac:inkMkLst>
            <pc:docMk/>
            <pc:sldMk cId="3498740623" sldId="304"/>
            <ac:inkMk id="15" creationId="{1B7AA22D-110C-2B40-96F7-163E94A36B39}"/>
          </ac:inkMkLst>
        </pc:inkChg>
        <pc:inkChg chg="add del">
          <ac:chgData name="Aggie Menezes" userId="74619c95fa3483c9" providerId="LiveId" clId="{9985A848-EC86-A84C-866A-766BD99E161B}" dt="2021-01-25T07:32:15.168" v="677"/>
          <ac:inkMkLst>
            <pc:docMk/>
            <pc:sldMk cId="3498740623" sldId="304"/>
            <ac:inkMk id="16" creationId="{003E0D8C-93CB-BD4E-9CF4-1D50549062FC}"/>
          </ac:inkMkLst>
        </pc:inkChg>
        <pc:inkChg chg="add del">
          <ac:chgData name="Aggie Menezes" userId="74619c95fa3483c9" providerId="LiveId" clId="{9985A848-EC86-A84C-866A-766BD99E161B}" dt="2021-01-25T07:32:15.162" v="675"/>
          <ac:inkMkLst>
            <pc:docMk/>
            <pc:sldMk cId="3498740623" sldId="304"/>
            <ac:inkMk id="17" creationId="{24F6B9C2-9A7D-264B-A870-F939EE4A18BB}"/>
          </ac:inkMkLst>
        </pc:inkChg>
        <pc:inkChg chg="add del">
          <ac:chgData name="Aggie Menezes" userId="74619c95fa3483c9" providerId="LiveId" clId="{9985A848-EC86-A84C-866A-766BD99E161B}" dt="2021-01-25T07:32:15.150" v="672"/>
          <ac:inkMkLst>
            <pc:docMk/>
            <pc:sldMk cId="3498740623" sldId="304"/>
            <ac:inkMk id="18" creationId="{F3197EC9-4FCA-B341-A08F-C8EF223FEDF3}"/>
          </ac:inkMkLst>
        </pc:inkChg>
        <pc:inkChg chg="add del topLvl">
          <ac:chgData name="Aggie Menezes" userId="74619c95fa3483c9" providerId="LiveId" clId="{9985A848-EC86-A84C-866A-766BD99E161B}" dt="2021-01-25T07:32:15.180" v="680"/>
          <ac:inkMkLst>
            <pc:docMk/>
            <pc:sldMk cId="3498740623" sldId="304"/>
            <ac:inkMk id="19" creationId="{0ED6517D-BF30-BE49-A055-2161D6426605}"/>
          </ac:inkMkLst>
        </pc:inkChg>
        <pc:inkChg chg="add del topLvl">
          <ac:chgData name="Aggie Menezes" userId="74619c95fa3483c9" providerId="LiveId" clId="{9985A848-EC86-A84C-866A-766BD99E161B}" dt="2021-01-25T07:32:15.182" v="681"/>
          <ac:inkMkLst>
            <pc:docMk/>
            <pc:sldMk cId="3498740623" sldId="304"/>
            <ac:inkMk id="20" creationId="{E30E83A1-919D-BA46-AFBC-150508EB7895}"/>
          </ac:inkMkLst>
        </pc:inkChg>
        <pc:inkChg chg="add del">
          <ac:chgData name="Aggie Menezes" userId="74619c95fa3483c9" providerId="LiveId" clId="{9985A848-EC86-A84C-866A-766BD99E161B}" dt="2021-01-25T07:32:15.155" v="673"/>
          <ac:inkMkLst>
            <pc:docMk/>
            <pc:sldMk cId="3498740623" sldId="304"/>
            <ac:inkMk id="21" creationId="{251BCA6F-EB06-B847-B3C2-599344024268}"/>
          </ac:inkMkLst>
        </pc:inkChg>
        <pc:inkChg chg="add topLvl">
          <ac:chgData name="Aggie Menezes" userId="74619c95fa3483c9" providerId="LiveId" clId="{9985A848-EC86-A84C-866A-766BD99E161B}" dt="2021-01-25T07:32:53.680" v="692"/>
          <ac:inkMkLst>
            <pc:docMk/>
            <pc:sldMk cId="3498740623" sldId="304"/>
            <ac:inkMk id="23" creationId="{552E42A7-0CA1-7347-B4C6-5C32194849E7}"/>
          </ac:inkMkLst>
        </pc:inkChg>
        <pc:inkChg chg="add topLvl">
          <ac:chgData name="Aggie Menezes" userId="74619c95fa3483c9" providerId="LiveId" clId="{9985A848-EC86-A84C-866A-766BD99E161B}" dt="2021-01-25T07:32:53.680" v="692"/>
          <ac:inkMkLst>
            <pc:docMk/>
            <pc:sldMk cId="3498740623" sldId="304"/>
            <ac:inkMk id="24" creationId="{E0BEC754-A975-3042-BB26-BC299B319C28}"/>
          </ac:inkMkLst>
        </pc:inkChg>
        <pc:inkChg chg="add topLvl">
          <ac:chgData name="Aggie Menezes" userId="74619c95fa3483c9" providerId="LiveId" clId="{9985A848-EC86-A84C-866A-766BD99E161B}" dt="2021-01-25T07:32:53.680" v="692"/>
          <ac:inkMkLst>
            <pc:docMk/>
            <pc:sldMk cId="3498740623" sldId="304"/>
            <ac:inkMk id="25" creationId="{EA8582D1-13F4-574C-9C4F-3D9824DFAC9A}"/>
          </ac:inkMkLst>
        </pc:inkChg>
        <pc:inkChg chg="add topLvl">
          <ac:chgData name="Aggie Menezes" userId="74619c95fa3483c9" providerId="LiveId" clId="{9985A848-EC86-A84C-866A-766BD99E161B}" dt="2021-01-25T07:32:53.680" v="692"/>
          <ac:inkMkLst>
            <pc:docMk/>
            <pc:sldMk cId="3498740623" sldId="304"/>
            <ac:inkMk id="27" creationId="{EBE733BD-EAF8-2340-83D7-BDCD2747F87E}"/>
          </ac:inkMkLst>
        </pc:inkChg>
        <pc:inkChg chg="add topLvl">
          <ac:chgData name="Aggie Menezes" userId="74619c95fa3483c9" providerId="LiveId" clId="{9985A848-EC86-A84C-866A-766BD99E161B}" dt="2021-01-25T07:32:53.680" v="692"/>
          <ac:inkMkLst>
            <pc:docMk/>
            <pc:sldMk cId="3498740623" sldId="304"/>
            <ac:inkMk id="29" creationId="{82CFC05C-B2C0-5045-B597-3FA100E899C0}"/>
          </ac:inkMkLst>
        </pc:inkChg>
        <pc:inkChg chg="add">
          <ac:chgData name="Aggie Menezes" userId="74619c95fa3483c9" providerId="LiveId" clId="{9985A848-EC86-A84C-866A-766BD99E161B}" dt="2021-01-25T07:32:53.154" v="691"/>
          <ac:inkMkLst>
            <pc:docMk/>
            <pc:sldMk cId="3498740623" sldId="304"/>
            <ac:inkMk id="32" creationId="{AA4C0AC7-EE83-BC40-A18C-BD3F43049492}"/>
          </ac:inkMkLst>
        </pc:inkChg>
        <pc:inkChg chg="add">
          <ac:chgData name="Aggie Menezes" userId="74619c95fa3483c9" providerId="LiveId" clId="{9985A848-EC86-A84C-866A-766BD99E161B}" dt="2021-01-25T07:32:56.054" v="693"/>
          <ac:inkMkLst>
            <pc:docMk/>
            <pc:sldMk cId="3498740623" sldId="304"/>
            <ac:inkMk id="34" creationId="{C556384B-0B7E-7D44-8105-7775B08CAED0}"/>
          </ac:inkMkLst>
        </pc:inkChg>
        <pc:inkChg chg="add">
          <ac:chgData name="Aggie Menezes" userId="74619c95fa3483c9" providerId="LiveId" clId="{9985A848-EC86-A84C-866A-766BD99E161B}" dt="2021-01-25T07:32:58.047" v="694"/>
          <ac:inkMkLst>
            <pc:docMk/>
            <pc:sldMk cId="3498740623" sldId="304"/>
            <ac:inkMk id="35" creationId="{71D19386-0085-9F41-89F4-676FD8C4A28A}"/>
          </ac:inkMkLst>
        </pc:inkChg>
        <pc:inkChg chg="add topLvl">
          <ac:chgData name="Aggie Menezes" userId="74619c95fa3483c9" providerId="LiveId" clId="{9985A848-EC86-A84C-866A-766BD99E161B}" dt="2021-01-25T07:33:22.921" v="700"/>
          <ac:inkMkLst>
            <pc:docMk/>
            <pc:sldMk cId="3498740623" sldId="304"/>
            <ac:inkMk id="36" creationId="{839D516B-052E-2E4B-9B1A-76845A2B08B4}"/>
          </ac:inkMkLst>
        </pc:inkChg>
        <pc:inkChg chg="add topLvl">
          <ac:chgData name="Aggie Menezes" userId="74619c95fa3483c9" providerId="LiveId" clId="{9985A848-EC86-A84C-866A-766BD99E161B}" dt="2021-01-25T07:33:22.921" v="700"/>
          <ac:inkMkLst>
            <pc:docMk/>
            <pc:sldMk cId="3498740623" sldId="304"/>
            <ac:inkMk id="37" creationId="{9F4AEAF4-5928-564D-BD86-11E609903C67}"/>
          </ac:inkMkLst>
        </pc:inkChg>
        <pc:inkChg chg="add topLvl">
          <ac:chgData name="Aggie Menezes" userId="74619c95fa3483c9" providerId="LiveId" clId="{9985A848-EC86-A84C-866A-766BD99E161B}" dt="2021-01-25T07:33:22.921" v="700"/>
          <ac:inkMkLst>
            <pc:docMk/>
            <pc:sldMk cId="3498740623" sldId="304"/>
            <ac:inkMk id="38" creationId="{5C42E4D3-1C1D-7A4A-BD0D-531A257E3788}"/>
          </ac:inkMkLst>
        </pc:inkChg>
        <pc:inkChg chg="add">
          <ac:chgData name="Aggie Menezes" userId="74619c95fa3483c9" providerId="LiveId" clId="{9985A848-EC86-A84C-866A-766BD99E161B}" dt="2021-01-25T07:33:22.388" v="699"/>
          <ac:inkMkLst>
            <pc:docMk/>
            <pc:sldMk cId="3498740623" sldId="304"/>
            <ac:inkMk id="40" creationId="{FB5B39E1-EC56-A445-9244-7CA28F4DD0CD}"/>
          </ac:inkMkLst>
        </pc:inkChg>
        <pc:inkChg chg="add topLvl">
          <ac:chgData name="Aggie Menezes" userId="74619c95fa3483c9" providerId="LiveId" clId="{9985A848-EC86-A84C-866A-766BD99E161B}" dt="2021-01-25T07:34:07.848" v="705"/>
          <ac:inkMkLst>
            <pc:docMk/>
            <pc:sldMk cId="3498740623" sldId="304"/>
            <ac:inkMk id="42" creationId="{90338C30-8009-3146-9489-8706AE5D58D7}"/>
          </ac:inkMkLst>
        </pc:inkChg>
        <pc:inkChg chg="add topLvl">
          <ac:chgData name="Aggie Menezes" userId="74619c95fa3483c9" providerId="LiveId" clId="{9985A848-EC86-A84C-866A-766BD99E161B}" dt="2021-01-25T07:34:07.848" v="705"/>
          <ac:inkMkLst>
            <pc:docMk/>
            <pc:sldMk cId="3498740623" sldId="304"/>
            <ac:inkMk id="43" creationId="{5F1CB4F5-A165-7244-ADAF-117CD96B55C4}"/>
          </ac:inkMkLst>
        </pc:inkChg>
        <pc:inkChg chg="add">
          <ac:chgData name="Aggie Menezes" userId="74619c95fa3483c9" providerId="LiveId" clId="{9985A848-EC86-A84C-866A-766BD99E161B}" dt="2021-01-25T07:34:07.320" v="704"/>
          <ac:inkMkLst>
            <pc:docMk/>
            <pc:sldMk cId="3498740623" sldId="304"/>
            <ac:inkMk id="45" creationId="{D986B147-C6DF-BF43-AD43-9C48FA7FEEFA}"/>
          </ac:inkMkLst>
        </pc:inkChg>
        <pc:inkChg chg="add">
          <ac:chgData name="Aggie Menezes" userId="74619c95fa3483c9" providerId="LiveId" clId="{9985A848-EC86-A84C-866A-766BD99E161B}" dt="2021-01-25T07:34:27.554" v="706"/>
          <ac:inkMkLst>
            <pc:docMk/>
            <pc:sldMk cId="3498740623" sldId="304"/>
            <ac:inkMk id="47" creationId="{0E66CA2A-776D-164D-8FB6-FB4FEABACD92}"/>
          </ac:inkMkLst>
        </pc:inkChg>
        <pc:inkChg chg="add">
          <ac:chgData name="Aggie Menezes" userId="74619c95fa3483c9" providerId="LiveId" clId="{9985A848-EC86-A84C-866A-766BD99E161B}" dt="2021-01-25T07:34:33.433" v="707"/>
          <ac:inkMkLst>
            <pc:docMk/>
            <pc:sldMk cId="3498740623" sldId="304"/>
            <ac:inkMk id="48" creationId="{4D8C8DEA-3917-D745-B6BC-D6268A8082C6}"/>
          </ac:inkMkLst>
        </pc:inkChg>
      </pc:sldChg>
      <pc:sldChg chg="addSp delSp">
        <pc:chgData name="Aggie Menezes" userId="74619c95fa3483c9" providerId="LiveId" clId="{9985A848-EC86-A84C-866A-766BD99E161B}" dt="2021-01-25T07:25:30.536" v="594"/>
        <pc:sldMkLst>
          <pc:docMk/>
          <pc:sldMk cId="2991207926" sldId="306"/>
        </pc:sldMkLst>
        <pc:grpChg chg="add del">
          <ac:chgData name="Aggie Menezes" userId="74619c95fa3483c9" providerId="LiveId" clId="{9985A848-EC86-A84C-866A-766BD99E161B}" dt="2021-01-25T07:24:27.446" v="570"/>
          <ac:grpSpMkLst>
            <pc:docMk/>
            <pc:sldMk cId="2991207926" sldId="306"/>
            <ac:grpSpMk id="5" creationId="{DEA020AD-18AC-264B-9145-A7EEE7B447B0}"/>
          </ac:grpSpMkLst>
        </pc:grpChg>
        <pc:grpChg chg="add del">
          <ac:chgData name="Aggie Menezes" userId="74619c95fa3483c9" providerId="LiveId" clId="{9985A848-EC86-A84C-866A-766BD99E161B}" dt="2021-01-25T07:24:39.905" v="576"/>
          <ac:grpSpMkLst>
            <pc:docMk/>
            <pc:sldMk cId="2991207926" sldId="306"/>
            <ac:grpSpMk id="22" creationId="{7B3D6FF8-7FC6-284D-8A2E-982E257AE224}"/>
          </ac:grpSpMkLst>
        </pc:grpChg>
        <pc:grpChg chg="add">
          <ac:chgData name="Aggie Menezes" userId="74619c95fa3483c9" providerId="LiveId" clId="{9985A848-EC86-A84C-866A-766BD99E161B}" dt="2021-01-25T07:24:39.905" v="576"/>
          <ac:grpSpMkLst>
            <pc:docMk/>
            <pc:sldMk cId="2991207926" sldId="306"/>
            <ac:grpSpMk id="29" creationId="{F5F3D227-CB7D-9248-BCD3-05812EAED79F}"/>
          </ac:grpSpMkLst>
        </pc:grpChg>
        <pc:grpChg chg="add">
          <ac:chgData name="Aggie Menezes" userId="74619c95fa3483c9" providerId="LiveId" clId="{9985A848-EC86-A84C-866A-766BD99E161B}" dt="2021-01-25T07:25:17.824" v="583"/>
          <ac:grpSpMkLst>
            <pc:docMk/>
            <pc:sldMk cId="2991207926" sldId="306"/>
            <ac:grpSpMk id="36" creationId="{3386D575-13B6-0E47-A49C-AC881E3FCD2A}"/>
          </ac:grpSpMkLst>
        </pc:grpChg>
        <pc:grpChg chg="add">
          <ac:chgData name="Aggie Menezes" userId="74619c95fa3483c9" providerId="LiveId" clId="{9985A848-EC86-A84C-866A-766BD99E161B}" dt="2021-01-25T07:25:21.782" v="590"/>
          <ac:grpSpMkLst>
            <pc:docMk/>
            <pc:sldMk cId="2991207926" sldId="306"/>
            <ac:grpSpMk id="43" creationId="{F3BD1D29-0E4F-BC4A-85E5-F45FEDD5DFEB}"/>
          </ac:grpSpMkLst>
        </pc:grpChg>
        <pc:grpChg chg="add">
          <ac:chgData name="Aggie Menezes" userId="74619c95fa3483c9" providerId="LiveId" clId="{9985A848-EC86-A84C-866A-766BD99E161B}" dt="2021-01-25T07:25:24.931" v="593"/>
          <ac:grpSpMkLst>
            <pc:docMk/>
            <pc:sldMk cId="2991207926" sldId="306"/>
            <ac:grpSpMk id="46" creationId="{3F46E9BE-036E-8B4C-AE5C-E2F2B97A5B03}"/>
          </ac:grpSpMkLst>
        </pc:grpChg>
        <pc:inkChg chg="add topLvl">
          <ac:chgData name="Aggie Menezes" userId="74619c95fa3483c9" providerId="LiveId" clId="{9985A848-EC86-A84C-866A-766BD99E161B}" dt="2021-01-25T07:24:39.905" v="576"/>
          <ac:inkMkLst>
            <pc:docMk/>
            <pc:sldMk cId="2991207926" sldId="306"/>
            <ac:inkMk id="3" creationId="{4F4568C1-4495-E742-8485-80F0E9326AD0}"/>
          </ac:inkMkLst>
        </pc:inkChg>
        <pc:inkChg chg="add topLvl">
          <ac:chgData name="Aggie Menezes" userId="74619c95fa3483c9" providerId="LiveId" clId="{9985A848-EC86-A84C-866A-766BD99E161B}" dt="2021-01-25T07:24:39.905" v="576"/>
          <ac:inkMkLst>
            <pc:docMk/>
            <pc:sldMk cId="2991207926" sldId="306"/>
            <ac:inkMk id="4" creationId="{727A5926-175C-1D48-83B2-602C70B11E87}"/>
          </ac:inkMkLst>
        </pc:inkChg>
        <pc:inkChg chg="add topLvl">
          <ac:chgData name="Aggie Menezes" userId="74619c95fa3483c9" providerId="LiveId" clId="{9985A848-EC86-A84C-866A-766BD99E161B}" dt="2021-01-25T07:24:39.905" v="576"/>
          <ac:inkMkLst>
            <pc:docMk/>
            <pc:sldMk cId="2991207926" sldId="306"/>
            <ac:inkMk id="7" creationId="{23D7AC4D-DDA5-574A-94C4-1FABCDCA9043}"/>
          </ac:inkMkLst>
        </pc:inkChg>
        <pc:inkChg chg="add topLvl">
          <ac:chgData name="Aggie Menezes" userId="74619c95fa3483c9" providerId="LiveId" clId="{9985A848-EC86-A84C-866A-766BD99E161B}" dt="2021-01-25T07:24:39.905" v="576"/>
          <ac:inkMkLst>
            <pc:docMk/>
            <pc:sldMk cId="2991207926" sldId="306"/>
            <ac:inkMk id="9" creationId="{F42071AA-1BC3-A54C-B754-6106674123F4}"/>
          </ac:inkMkLst>
        </pc:inkChg>
        <pc:inkChg chg="add topLvl">
          <ac:chgData name="Aggie Menezes" userId="74619c95fa3483c9" providerId="LiveId" clId="{9985A848-EC86-A84C-866A-766BD99E161B}" dt="2021-01-25T07:24:39.905" v="576"/>
          <ac:inkMkLst>
            <pc:docMk/>
            <pc:sldMk cId="2991207926" sldId="306"/>
            <ac:inkMk id="11" creationId="{7BD8DFCC-F477-7545-9A63-D58B02A3A666}"/>
          </ac:inkMkLst>
        </pc:inkChg>
        <pc:inkChg chg="add topLvl">
          <ac:chgData name="Aggie Menezes" userId="74619c95fa3483c9" providerId="LiveId" clId="{9985A848-EC86-A84C-866A-766BD99E161B}" dt="2021-01-25T07:24:39.905" v="576"/>
          <ac:inkMkLst>
            <pc:docMk/>
            <pc:sldMk cId="2991207926" sldId="306"/>
            <ac:inkMk id="12" creationId="{295E9F8C-6EA6-A149-94EB-40E6E7028F28}"/>
          </ac:inkMkLst>
        </pc:inkChg>
        <pc:inkChg chg="add topLvl">
          <ac:chgData name="Aggie Menezes" userId="74619c95fa3483c9" providerId="LiveId" clId="{9985A848-EC86-A84C-866A-766BD99E161B}" dt="2021-01-25T07:24:39.905" v="576"/>
          <ac:inkMkLst>
            <pc:docMk/>
            <pc:sldMk cId="2991207926" sldId="306"/>
            <ac:inkMk id="17" creationId="{46C9E7A4-5FE8-CA4D-8CAE-D43D064AE37E}"/>
          </ac:inkMkLst>
        </pc:inkChg>
        <pc:inkChg chg="add topLvl">
          <ac:chgData name="Aggie Menezes" userId="74619c95fa3483c9" providerId="LiveId" clId="{9985A848-EC86-A84C-866A-766BD99E161B}" dt="2021-01-25T07:24:39.905" v="576"/>
          <ac:inkMkLst>
            <pc:docMk/>
            <pc:sldMk cId="2991207926" sldId="306"/>
            <ac:inkMk id="21" creationId="{F4DF49AE-E335-6449-AF36-79EB74509942}"/>
          </ac:inkMkLst>
        </pc:inkChg>
        <pc:inkChg chg="add">
          <ac:chgData name="Aggie Menezes" userId="74619c95fa3483c9" providerId="LiveId" clId="{9985A848-EC86-A84C-866A-766BD99E161B}" dt="2021-01-25T07:24:37.229" v="571"/>
          <ac:inkMkLst>
            <pc:docMk/>
            <pc:sldMk cId="2991207926" sldId="306"/>
            <ac:inkMk id="23" creationId="{1A153F45-DFE5-8749-AC92-F612044FB053}"/>
          </ac:inkMkLst>
        </pc:inkChg>
        <pc:inkChg chg="add">
          <ac:chgData name="Aggie Menezes" userId="74619c95fa3483c9" providerId="LiveId" clId="{9985A848-EC86-A84C-866A-766BD99E161B}" dt="2021-01-25T07:24:37.697" v="572"/>
          <ac:inkMkLst>
            <pc:docMk/>
            <pc:sldMk cId="2991207926" sldId="306"/>
            <ac:inkMk id="25" creationId="{6F8B4E3B-95EF-FF42-8735-4371364DD411}"/>
          </ac:inkMkLst>
        </pc:inkChg>
        <pc:inkChg chg="add">
          <ac:chgData name="Aggie Menezes" userId="74619c95fa3483c9" providerId="LiveId" clId="{9985A848-EC86-A84C-866A-766BD99E161B}" dt="2021-01-25T07:24:38.267" v="573"/>
          <ac:inkMkLst>
            <pc:docMk/>
            <pc:sldMk cId="2991207926" sldId="306"/>
            <ac:inkMk id="26" creationId="{B05F6B62-2E03-C74F-830C-F60449CB0B83}"/>
          </ac:inkMkLst>
        </pc:inkChg>
        <pc:inkChg chg="add">
          <ac:chgData name="Aggie Menezes" userId="74619c95fa3483c9" providerId="LiveId" clId="{9985A848-EC86-A84C-866A-766BD99E161B}" dt="2021-01-25T07:24:38.550" v="574"/>
          <ac:inkMkLst>
            <pc:docMk/>
            <pc:sldMk cId="2991207926" sldId="306"/>
            <ac:inkMk id="27" creationId="{18C56670-1ECA-0446-84B3-5938FC5AF71F}"/>
          </ac:inkMkLst>
        </pc:inkChg>
        <pc:inkChg chg="add">
          <ac:chgData name="Aggie Menezes" userId="74619c95fa3483c9" providerId="LiveId" clId="{9985A848-EC86-A84C-866A-766BD99E161B}" dt="2021-01-25T07:24:38.869" v="575"/>
          <ac:inkMkLst>
            <pc:docMk/>
            <pc:sldMk cId="2991207926" sldId="306"/>
            <ac:inkMk id="28" creationId="{5D1EB124-217A-2343-AED7-05FA1A34D0C0}"/>
          </ac:inkMkLst>
        </pc:inkChg>
        <pc:inkChg chg="add">
          <ac:chgData name="Aggie Menezes" userId="74619c95fa3483c9" providerId="LiveId" clId="{9985A848-EC86-A84C-866A-766BD99E161B}" dt="2021-01-25T07:25:11.944" v="577"/>
          <ac:inkMkLst>
            <pc:docMk/>
            <pc:sldMk cId="2991207926" sldId="306"/>
            <ac:inkMk id="30" creationId="{D09134A3-D7C7-624F-99CB-963703160C9F}"/>
          </ac:inkMkLst>
        </pc:inkChg>
        <pc:inkChg chg="add">
          <ac:chgData name="Aggie Menezes" userId="74619c95fa3483c9" providerId="LiveId" clId="{9985A848-EC86-A84C-866A-766BD99E161B}" dt="2021-01-25T07:25:15.127" v="578"/>
          <ac:inkMkLst>
            <pc:docMk/>
            <pc:sldMk cId="2991207926" sldId="306"/>
            <ac:inkMk id="31" creationId="{48125B6A-9515-5241-89AD-E013B8F017E3}"/>
          </ac:inkMkLst>
        </pc:inkChg>
        <pc:inkChg chg="add">
          <ac:chgData name="Aggie Menezes" userId="74619c95fa3483c9" providerId="LiveId" clId="{9985A848-EC86-A84C-866A-766BD99E161B}" dt="2021-01-25T07:25:15.581" v="579"/>
          <ac:inkMkLst>
            <pc:docMk/>
            <pc:sldMk cId="2991207926" sldId="306"/>
            <ac:inkMk id="32" creationId="{7C530CC9-BC6E-EE48-B947-BC247E1173C7}"/>
          </ac:inkMkLst>
        </pc:inkChg>
        <pc:inkChg chg="add">
          <ac:chgData name="Aggie Menezes" userId="74619c95fa3483c9" providerId="LiveId" clId="{9985A848-EC86-A84C-866A-766BD99E161B}" dt="2021-01-25T07:25:15.981" v="580"/>
          <ac:inkMkLst>
            <pc:docMk/>
            <pc:sldMk cId="2991207926" sldId="306"/>
            <ac:inkMk id="33" creationId="{6BC82F04-39FD-0041-8E75-C139AFC668A3}"/>
          </ac:inkMkLst>
        </pc:inkChg>
        <pc:inkChg chg="add">
          <ac:chgData name="Aggie Menezes" userId="74619c95fa3483c9" providerId="LiveId" clId="{9985A848-EC86-A84C-866A-766BD99E161B}" dt="2021-01-25T07:25:16.251" v="581"/>
          <ac:inkMkLst>
            <pc:docMk/>
            <pc:sldMk cId="2991207926" sldId="306"/>
            <ac:inkMk id="34" creationId="{EA7A035E-2962-F040-9405-EC3765672682}"/>
          </ac:inkMkLst>
        </pc:inkChg>
        <pc:inkChg chg="add">
          <ac:chgData name="Aggie Menezes" userId="74619c95fa3483c9" providerId="LiveId" clId="{9985A848-EC86-A84C-866A-766BD99E161B}" dt="2021-01-25T07:25:16.824" v="582"/>
          <ac:inkMkLst>
            <pc:docMk/>
            <pc:sldMk cId="2991207926" sldId="306"/>
            <ac:inkMk id="35" creationId="{C3366E8C-6B1E-4146-8A07-EDC7E39144D3}"/>
          </ac:inkMkLst>
        </pc:inkChg>
        <pc:inkChg chg="add">
          <ac:chgData name="Aggie Menezes" userId="74619c95fa3483c9" providerId="LiveId" clId="{9985A848-EC86-A84C-866A-766BD99E161B}" dt="2021-01-25T07:25:19.588" v="584"/>
          <ac:inkMkLst>
            <pc:docMk/>
            <pc:sldMk cId="2991207926" sldId="306"/>
            <ac:inkMk id="37" creationId="{B7BC7B4A-3561-854D-BFED-A149CA9281BB}"/>
          </ac:inkMkLst>
        </pc:inkChg>
        <pc:inkChg chg="add">
          <ac:chgData name="Aggie Menezes" userId="74619c95fa3483c9" providerId="LiveId" clId="{9985A848-EC86-A84C-866A-766BD99E161B}" dt="2021-01-25T07:25:19.764" v="585"/>
          <ac:inkMkLst>
            <pc:docMk/>
            <pc:sldMk cId="2991207926" sldId="306"/>
            <ac:inkMk id="38" creationId="{22934554-AF44-1B4E-8844-D5762E63CBF4}"/>
          </ac:inkMkLst>
        </pc:inkChg>
        <pc:inkChg chg="add">
          <ac:chgData name="Aggie Menezes" userId="74619c95fa3483c9" providerId="LiveId" clId="{9985A848-EC86-A84C-866A-766BD99E161B}" dt="2021-01-25T07:25:20.073" v="586"/>
          <ac:inkMkLst>
            <pc:docMk/>
            <pc:sldMk cId="2991207926" sldId="306"/>
            <ac:inkMk id="39" creationId="{4F0F1A33-ECF4-F84A-AAAD-9E226B228045}"/>
          </ac:inkMkLst>
        </pc:inkChg>
        <pc:inkChg chg="add">
          <ac:chgData name="Aggie Menezes" userId="74619c95fa3483c9" providerId="LiveId" clId="{9985A848-EC86-A84C-866A-766BD99E161B}" dt="2021-01-25T07:25:20.368" v="587"/>
          <ac:inkMkLst>
            <pc:docMk/>
            <pc:sldMk cId="2991207926" sldId="306"/>
            <ac:inkMk id="40" creationId="{168BAD72-DC68-2149-B58A-B8C007E54157}"/>
          </ac:inkMkLst>
        </pc:inkChg>
        <pc:inkChg chg="add">
          <ac:chgData name="Aggie Menezes" userId="74619c95fa3483c9" providerId="LiveId" clId="{9985A848-EC86-A84C-866A-766BD99E161B}" dt="2021-01-25T07:25:20.634" v="588"/>
          <ac:inkMkLst>
            <pc:docMk/>
            <pc:sldMk cId="2991207926" sldId="306"/>
            <ac:inkMk id="41" creationId="{653EC644-DD2F-9E44-98BC-013A849E42C5}"/>
          </ac:inkMkLst>
        </pc:inkChg>
        <pc:inkChg chg="add">
          <ac:chgData name="Aggie Menezes" userId="74619c95fa3483c9" providerId="LiveId" clId="{9985A848-EC86-A84C-866A-766BD99E161B}" dt="2021-01-25T07:25:20.801" v="589"/>
          <ac:inkMkLst>
            <pc:docMk/>
            <pc:sldMk cId="2991207926" sldId="306"/>
            <ac:inkMk id="42" creationId="{0BB122C1-C519-D948-B4AE-7FEC7CA61CE7}"/>
          </ac:inkMkLst>
        </pc:inkChg>
        <pc:inkChg chg="add">
          <ac:chgData name="Aggie Menezes" userId="74619c95fa3483c9" providerId="LiveId" clId="{9985A848-EC86-A84C-866A-766BD99E161B}" dt="2021-01-25T07:25:23.885" v="591"/>
          <ac:inkMkLst>
            <pc:docMk/>
            <pc:sldMk cId="2991207926" sldId="306"/>
            <ac:inkMk id="44" creationId="{D53CA215-8AB8-4249-B55A-7F2C12D47BEC}"/>
          </ac:inkMkLst>
        </pc:inkChg>
        <pc:inkChg chg="add">
          <ac:chgData name="Aggie Menezes" userId="74619c95fa3483c9" providerId="LiveId" clId="{9985A848-EC86-A84C-866A-766BD99E161B}" dt="2021-01-25T07:25:24.295" v="592"/>
          <ac:inkMkLst>
            <pc:docMk/>
            <pc:sldMk cId="2991207926" sldId="306"/>
            <ac:inkMk id="45" creationId="{18844EC9-0200-F148-91FB-59DD49E99474}"/>
          </ac:inkMkLst>
        </pc:inkChg>
        <pc:inkChg chg="add">
          <ac:chgData name="Aggie Menezes" userId="74619c95fa3483c9" providerId="LiveId" clId="{9985A848-EC86-A84C-866A-766BD99E161B}" dt="2021-01-25T07:25:30.536" v="594"/>
          <ac:inkMkLst>
            <pc:docMk/>
            <pc:sldMk cId="2991207926" sldId="306"/>
            <ac:inkMk id="47" creationId="{B305E878-BD8F-C14F-83DC-8E3EDA503312}"/>
          </ac:inkMkLst>
        </pc:inkChg>
      </pc:sldChg>
      <pc:sldChg chg="addSp delSp del">
        <pc:chgData name="Aggie Menezes" userId="74619c95fa3483c9" providerId="LiveId" clId="{9985A848-EC86-A84C-866A-766BD99E161B}" dt="2021-01-25T07:27:38.279" v="652" actId="2696"/>
        <pc:sldMkLst>
          <pc:docMk/>
          <pc:sldMk cId="412663296" sldId="307"/>
        </pc:sldMkLst>
        <pc:grpChg chg="add del">
          <ac:chgData name="Aggie Menezes" userId="74619c95fa3483c9" providerId="LiveId" clId="{9985A848-EC86-A84C-866A-766BD99E161B}" dt="2021-01-25T07:26:54.316" v="609"/>
          <ac:grpSpMkLst>
            <pc:docMk/>
            <pc:sldMk cId="412663296" sldId="307"/>
            <ac:grpSpMk id="25" creationId="{E40892C7-F4F1-B44C-879E-7B8FE48DAC85}"/>
          </ac:grpSpMkLst>
        </pc:grpChg>
        <pc:grpChg chg="add del">
          <ac:chgData name="Aggie Menezes" userId="74619c95fa3483c9" providerId="LiveId" clId="{9985A848-EC86-A84C-866A-766BD99E161B}" dt="2021-01-25T07:27:19.983" v="633"/>
          <ac:grpSpMkLst>
            <pc:docMk/>
            <pc:sldMk cId="412663296" sldId="307"/>
            <ac:grpSpMk id="26" creationId="{3E055071-5A57-2F45-8CA6-5F7ACCF48869}"/>
          </ac:grpSpMkLst>
        </pc:grpChg>
        <pc:grpChg chg="add del">
          <ac:chgData name="Aggie Menezes" userId="74619c95fa3483c9" providerId="LiveId" clId="{9985A848-EC86-A84C-866A-766BD99E161B}" dt="2021-01-25T07:26:58.061" v="613"/>
          <ac:grpSpMkLst>
            <pc:docMk/>
            <pc:sldMk cId="412663296" sldId="307"/>
            <ac:grpSpMk id="27" creationId="{805BDDB3-59DE-3748-8187-3477F75B3096}"/>
          </ac:grpSpMkLst>
        </pc:grpChg>
        <pc:grpChg chg="add del">
          <ac:chgData name="Aggie Menezes" userId="74619c95fa3483c9" providerId="LiveId" clId="{9985A848-EC86-A84C-866A-766BD99E161B}" dt="2021-01-25T07:27:02.493" v="621"/>
          <ac:grpSpMkLst>
            <pc:docMk/>
            <pc:sldMk cId="412663296" sldId="307"/>
            <ac:grpSpMk id="31" creationId="{DFD9DC4B-9BE6-2A4E-8682-A57AD86EA47A}"/>
          </ac:grpSpMkLst>
        </pc:grpChg>
        <pc:grpChg chg="add del">
          <ac:chgData name="Aggie Menezes" userId="74619c95fa3483c9" providerId="LiveId" clId="{9985A848-EC86-A84C-866A-766BD99E161B}" dt="2021-01-25T07:27:22.375" v="643"/>
          <ac:grpSpMkLst>
            <pc:docMk/>
            <pc:sldMk cId="412663296" sldId="307"/>
            <ac:grpSpMk id="35" creationId="{FB6BE2F2-A0F4-514F-9A87-1C579A73578B}"/>
          </ac:grpSpMkLst>
        </pc:grpChg>
        <pc:grpChg chg="add del">
          <ac:chgData name="Aggie Menezes" userId="74619c95fa3483c9" providerId="LiveId" clId="{9985A848-EC86-A84C-866A-766BD99E161B}" dt="2021-01-25T07:27:22.399" v="649"/>
          <ac:grpSpMkLst>
            <pc:docMk/>
            <pc:sldMk cId="412663296" sldId="307"/>
            <ac:grpSpMk id="43" creationId="{F546D88B-1EA2-0F4B-A44B-7DC9E5CAEBFF}"/>
          </ac:grpSpMkLst>
        </pc:grpChg>
        <pc:grpChg chg="add del">
          <ac:chgData name="Aggie Menezes" userId="74619c95fa3483c9" providerId="LiveId" clId="{9985A848-EC86-A84C-866A-766BD99E161B}" dt="2021-01-25T07:27:22.346" v="637"/>
          <ac:grpSpMkLst>
            <pc:docMk/>
            <pc:sldMk cId="412663296" sldId="307"/>
            <ac:grpSpMk id="47" creationId="{9DEF65C1-8048-2C4D-8846-39123689F14F}"/>
          </ac:grpSpMkLst>
        </pc:grpChg>
        <pc:inkChg chg="add del topLvl">
          <ac:chgData name="Aggie Menezes" userId="74619c95fa3483c9" providerId="LiveId" clId="{9985A848-EC86-A84C-866A-766BD99E161B}" dt="2021-01-25T07:27:19.962" v="629"/>
          <ac:inkMkLst>
            <pc:docMk/>
            <pc:sldMk cId="412663296" sldId="307"/>
            <ac:inkMk id="3" creationId="{9EF7A9AF-17AB-9840-9447-3C6BCDD180FE}"/>
          </ac:inkMkLst>
        </pc:inkChg>
        <pc:inkChg chg="add del topLvl">
          <ac:chgData name="Aggie Menezes" userId="74619c95fa3483c9" providerId="LiveId" clId="{9985A848-EC86-A84C-866A-766BD99E161B}" dt="2021-01-25T07:27:22.375" v="643"/>
          <ac:inkMkLst>
            <pc:docMk/>
            <pc:sldMk cId="412663296" sldId="307"/>
            <ac:inkMk id="4" creationId="{F944369A-B96D-FC43-9802-4FB4D8E03CFC}"/>
          </ac:inkMkLst>
        </pc:inkChg>
        <pc:inkChg chg="add del topLvl">
          <ac:chgData name="Aggie Menezes" userId="74619c95fa3483c9" providerId="LiveId" clId="{9985A848-EC86-A84C-866A-766BD99E161B}" dt="2021-01-25T07:27:22.390" v="647"/>
          <ac:inkMkLst>
            <pc:docMk/>
            <pc:sldMk cId="412663296" sldId="307"/>
            <ac:inkMk id="5" creationId="{B79DA527-07CE-FE48-90B0-F358B95A6455}"/>
          </ac:inkMkLst>
        </pc:inkChg>
        <pc:inkChg chg="add del topLvl">
          <ac:chgData name="Aggie Menezes" userId="74619c95fa3483c9" providerId="LiveId" clId="{9985A848-EC86-A84C-866A-766BD99E161B}" dt="2021-01-25T07:27:19.978" v="632"/>
          <ac:inkMkLst>
            <pc:docMk/>
            <pc:sldMk cId="412663296" sldId="307"/>
            <ac:inkMk id="7" creationId="{800E1B02-5609-3145-A0A3-E857C665CACA}"/>
          </ac:inkMkLst>
        </pc:inkChg>
        <pc:inkChg chg="add del topLvl">
          <ac:chgData name="Aggie Menezes" userId="74619c95fa3483c9" providerId="LiveId" clId="{9985A848-EC86-A84C-866A-766BD99E161B}" dt="2021-01-25T07:27:19.952" v="627"/>
          <ac:inkMkLst>
            <pc:docMk/>
            <pc:sldMk cId="412663296" sldId="307"/>
            <ac:inkMk id="8" creationId="{EE03E935-33E7-214E-8558-4143F59CA2BC}"/>
          </ac:inkMkLst>
        </pc:inkChg>
        <pc:inkChg chg="add del topLvl">
          <ac:chgData name="Aggie Menezes" userId="74619c95fa3483c9" providerId="LiveId" clId="{9985A848-EC86-A84C-866A-766BD99E161B}" dt="2021-01-25T07:27:19.983" v="633"/>
          <ac:inkMkLst>
            <pc:docMk/>
            <pc:sldMk cId="412663296" sldId="307"/>
            <ac:inkMk id="9" creationId="{35BDD0A9-602D-A54A-AEA7-80051129EF9D}"/>
          </ac:inkMkLst>
        </pc:inkChg>
        <pc:inkChg chg="add del topLvl">
          <ac:chgData name="Aggie Menezes" userId="74619c95fa3483c9" providerId="LiveId" clId="{9985A848-EC86-A84C-866A-766BD99E161B}" dt="2021-01-25T07:27:22.342" v="636"/>
          <ac:inkMkLst>
            <pc:docMk/>
            <pc:sldMk cId="412663296" sldId="307"/>
            <ac:inkMk id="10" creationId="{1F0BA35B-F774-3941-A1F5-652877D460DD}"/>
          </ac:inkMkLst>
        </pc:inkChg>
        <pc:inkChg chg="add del topLvl">
          <ac:chgData name="Aggie Menezes" userId="74619c95fa3483c9" providerId="LiveId" clId="{9985A848-EC86-A84C-866A-766BD99E161B}" dt="2021-01-25T07:27:19.958" v="628"/>
          <ac:inkMkLst>
            <pc:docMk/>
            <pc:sldMk cId="412663296" sldId="307"/>
            <ac:inkMk id="11" creationId="{5A11104B-B55A-D544-9C9C-FEED05F5210C}"/>
          </ac:inkMkLst>
        </pc:inkChg>
        <pc:inkChg chg="add del topLvl">
          <ac:chgData name="Aggie Menezes" userId="74619c95fa3483c9" providerId="LiveId" clId="{9985A848-EC86-A84C-866A-766BD99E161B}" dt="2021-01-25T07:27:19.967" v="630"/>
          <ac:inkMkLst>
            <pc:docMk/>
            <pc:sldMk cId="412663296" sldId="307"/>
            <ac:inkMk id="12" creationId="{F2161F28-64FD-9F4C-A2BF-58DEFA3D13F2}"/>
          </ac:inkMkLst>
        </pc:inkChg>
        <pc:inkChg chg="add del topLvl">
          <ac:chgData name="Aggie Menezes" userId="74619c95fa3483c9" providerId="LiveId" clId="{9985A848-EC86-A84C-866A-766BD99E161B}" dt="2021-01-25T07:27:19.991" v="634"/>
          <ac:inkMkLst>
            <pc:docMk/>
            <pc:sldMk cId="412663296" sldId="307"/>
            <ac:inkMk id="23" creationId="{E8034FC7-7480-414F-AEE6-585FCB7DA48E}"/>
          </ac:inkMkLst>
        </pc:inkChg>
        <pc:inkChg chg="add del topLvl">
          <ac:chgData name="Aggie Menezes" userId="74619c95fa3483c9" providerId="LiveId" clId="{9985A848-EC86-A84C-866A-766BD99E161B}" dt="2021-01-25T07:27:22.351" v="638"/>
          <ac:inkMkLst>
            <pc:docMk/>
            <pc:sldMk cId="412663296" sldId="307"/>
            <ac:inkMk id="28" creationId="{501423B2-0CD5-0B42-A5E9-1143D47ABF29}"/>
          </ac:inkMkLst>
        </pc:inkChg>
        <pc:inkChg chg="add del topLvl">
          <ac:chgData name="Aggie Menezes" userId="74619c95fa3483c9" providerId="LiveId" clId="{9985A848-EC86-A84C-866A-766BD99E161B}" dt="2021-01-25T07:27:22.370" v="642"/>
          <ac:inkMkLst>
            <pc:docMk/>
            <pc:sldMk cId="412663296" sldId="307"/>
            <ac:inkMk id="29" creationId="{20442124-23EF-7E45-9E76-2870D494BE9B}"/>
          </ac:inkMkLst>
        </pc:inkChg>
        <pc:inkChg chg="add del topLvl">
          <ac:chgData name="Aggie Menezes" userId="74619c95fa3483c9" providerId="LiveId" clId="{9985A848-EC86-A84C-866A-766BD99E161B}" dt="2021-01-25T07:27:22.357" v="639"/>
          <ac:inkMkLst>
            <pc:docMk/>
            <pc:sldMk cId="412663296" sldId="307"/>
            <ac:inkMk id="30" creationId="{3B147E43-0342-9349-82ED-C45116F0CD56}"/>
          </ac:inkMkLst>
        </pc:inkChg>
        <pc:inkChg chg="add del">
          <ac:chgData name="Aggie Menezes" userId="74619c95fa3483c9" providerId="LiveId" clId="{9985A848-EC86-A84C-866A-766BD99E161B}" dt="2021-01-25T07:27:19.973" v="631"/>
          <ac:inkMkLst>
            <pc:docMk/>
            <pc:sldMk cId="412663296" sldId="307"/>
            <ac:inkMk id="32" creationId="{6B958C74-C97B-134C-BFA5-8675B7DF7F17}"/>
          </ac:inkMkLst>
        </pc:inkChg>
        <pc:inkChg chg="add del">
          <ac:chgData name="Aggie Menezes" userId="74619c95fa3483c9" providerId="LiveId" clId="{9985A848-EC86-A84C-866A-766BD99E161B}" dt="2021-01-25T07:27:19.946" v="626"/>
          <ac:inkMkLst>
            <pc:docMk/>
            <pc:sldMk cId="412663296" sldId="307"/>
            <ac:inkMk id="33" creationId="{ED6B09D8-8EF5-B04F-A986-329C9650F90A}"/>
          </ac:inkMkLst>
        </pc:inkChg>
        <pc:inkChg chg="add del">
          <ac:chgData name="Aggie Menezes" userId="74619c95fa3483c9" providerId="LiveId" clId="{9985A848-EC86-A84C-866A-766BD99E161B}" dt="2021-01-25T07:27:22.366" v="641"/>
          <ac:inkMkLst>
            <pc:docMk/>
            <pc:sldMk cId="412663296" sldId="307"/>
            <ac:inkMk id="34" creationId="{2F9F4A5D-7A17-B54B-BCA0-FE891215B30C}"/>
          </ac:inkMkLst>
        </pc:inkChg>
        <pc:inkChg chg="add del">
          <ac:chgData name="Aggie Menezes" userId="74619c95fa3483c9" providerId="LiveId" clId="{9985A848-EC86-A84C-866A-766BD99E161B}" dt="2021-01-25T07:27:22.362" v="640"/>
          <ac:inkMkLst>
            <pc:docMk/>
            <pc:sldMk cId="412663296" sldId="307"/>
            <ac:inkMk id="36" creationId="{876D0077-3B8C-A743-A983-16BDF9A182AD}"/>
          </ac:inkMkLst>
        </pc:inkChg>
        <pc:inkChg chg="add del">
          <ac:chgData name="Aggie Menezes" userId="74619c95fa3483c9" providerId="LiveId" clId="{9985A848-EC86-A84C-866A-766BD99E161B}" dt="2021-01-25T07:27:22.394" v="648"/>
          <ac:inkMkLst>
            <pc:docMk/>
            <pc:sldMk cId="412663296" sldId="307"/>
            <ac:inkMk id="37" creationId="{C16F82D9-4442-DA41-B21B-C5DB68CB0330}"/>
          </ac:inkMkLst>
        </pc:inkChg>
        <pc:inkChg chg="add del">
          <ac:chgData name="Aggie Menezes" userId="74619c95fa3483c9" providerId="LiveId" clId="{9985A848-EC86-A84C-866A-766BD99E161B}" dt="2021-01-25T07:27:22.388" v="646"/>
          <ac:inkMkLst>
            <pc:docMk/>
            <pc:sldMk cId="412663296" sldId="307"/>
            <ac:inkMk id="38" creationId="{5A5D8A1C-BF5A-D846-A9AF-0665D399C225}"/>
          </ac:inkMkLst>
        </pc:inkChg>
        <pc:inkChg chg="add del">
          <ac:chgData name="Aggie Menezes" userId="74619c95fa3483c9" providerId="LiveId" clId="{9985A848-EC86-A84C-866A-766BD99E161B}" dt="2021-01-25T07:27:22.379" v="644"/>
          <ac:inkMkLst>
            <pc:docMk/>
            <pc:sldMk cId="412663296" sldId="307"/>
            <ac:inkMk id="39" creationId="{AD575C95-5043-C64C-BD3A-E39A12E8BE5F}"/>
          </ac:inkMkLst>
        </pc:inkChg>
        <pc:inkChg chg="add del">
          <ac:chgData name="Aggie Menezes" userId="74619c95fa3483c9" providerId="LiveId" clId="{9985A848-EC86-A84C-866A-766BD99E161B}" dt="2021-01-25T07:27:22.384" v="645"/>
          <ac:inkMkLst>
            <pc:docMk/>
            <pc:sldMk cId="412663296" sldId="307"/>
            <ac:inkMk id="40" creationId="{91683CCE-1333-D042-9461-160E7DC3E71A}"/>
          </ac:inkMkLst>
        </pc:inkChg>
        <pc:inkChg chg="add del topLvl">
          <ac:chgData name="Aggie Menezes" userId="74619c95fa3483c9" providerId="LiveId" clId="{9985A848-EC86-A84C-866A-766BD99E161B}" dt="2021-01-25T07:27:22.399" v="649"/>
          <ac:inkMkLst>
            <pc:docMk/>
            <pc:sldMk cId="412663296" sldId="307"/>
            <ac:inkMk id="41" creationId="{2E560781-5D5F-CB40-9DC1-6050E4CC0582}"/>
          </ac:inkMkLst>
        </pc:inkChg>
        <pc:inkChg chg="add del topLvl">
          <ac:chgData name="Aggie Menezes" userId="74619c95fa3483c9" providerId="LiveId" clId="{9985A848-EC86-A84C-866A-766BD99E161B}" dt="2021-01-25T07:27:22.401" v="650"/>
          <ac:inkMkLst>
            <pc:docMk/>
            <pc:sldMk cId="412663296" sldId="307"/>
            <ac:inkMk id="42" creationId="{CBD956DA-1DA0-534D-B9A3-24ABD3FF8BD6}"/>
          </ac:inkMkLst>
        </pc:inkChg>
        <pc:inkChg chg="add del topLvl">
          <ac:chgData name="Aggie Menezes" userId="74619c95fa3483c9" providerId="LiveId" clId="{9985A848-EC86-A84C-866A-766BD99E161B}" dt="2021-01-25T07:27:22.404" v="651"/>
          <ac:inkMkLst>
            <pc:docMk/>
            <pc:sldMk cId="412663296" sldId="307"/>
            <ac:inkMk id="44" creationId="{07793E73-B478-EE49-9269-F3EB726AC2C0}"/>
          </ac:inkMkLst>
        </pc:inkChg>
        <pc:inkChg chg="add del">
          <ac:chgData name="Aggie Menezes" userId="74619c95fa3483c9" providerId="LiveId" clId="{9985A848-EC86-A84C-866A-766BD99E161B}" dt="2021-01-25T07:27:22.340" v="635"/>
          <ac:inkMkLst>
            <pc:docMk/>
            <pc:sldMk cId="412663296" sldId="307"/>
            <ac:inkMk id="45" creationId="{BC85FB0C-BA97-5B44-8333-AE66A18B3295}"/>
          </ac:inkMkLst>
        </pc:inkChg>
        <pc:inkChg chg="add del topLvl">
          <ac:chgData name="Aggie Menezes" userId="74619c95fa3483c9" providerId="LiveId" clId="{9985A848-EC86-A84C-866A-766BD99E161B}" dt="2021-01-25T07:27:22.346" v="637"/>
          <ac:inkMkLst>
            <pc:docMk/>
            <pc:sldMk cId="412663296" sldId="307"/>
            <ac:inkMk id="46" creationId="{46FA7849-75C0-CB46-A2F2-E8BBBE08370B}"/>
          </ac:inkMkLst>
        </pc:inkChg>
      </pc:sldChg>
      <pc:sldChg chg="addSp modSp">
        <pc:chgData name="Aggie Menezes" userId="74619c95fa3483c9" providerId="LiveId" clId="{9985A848-EC86-A84C-866A-766BD99E161B}" dt="2021-01-25T07:23:35.474" v="560"/>
        <pc:sldMkLst>
          <pc:docMk/>
          <pc:sldMk cId="3639544081" sldId="308"/>
        </pc:sldMkLst>
        <pc:spChg chg="mod">
          <ac:chgData name="Aggie Menezes" userId="74619c95fa3483c9" providerId="LiveId" clId="{9985A848-EC86-A84C-866A-766BD99E161B}" dt="2021-01-18T03:57:41.456" v="2" actId="20577"/>
          <ac:spMkLst>
            <pc:docMk/>
            <pc:sldMk cId="3639544081" sldId="308"/>
            <ac:spMk id="14" creationId="{EEBCA073-82A5-9640-AF1A-74F18A779C06}"/>
          </ac:spMkLst>
        </pc:spChg>
        <pc:grpChg chg="add">
          <ac:chgData name="Aggie Menezes" userId="74619c95fa3483c9" providerId="LiveId" clId="{9985A848-EC86-A84C-866A-766BD99E161B}" dt="2021-01-25T07:23:35.474" v="560"/>
          <ac:grpSpMkLst>
            <pc:docMk/>
            <pc:sldMk cId="3639544081" sldId="308"/>
            <ac:grpSpMk id="18" creationId="{DD777F1F-B17C-8142-A08A-057E58F2A549}"/>
          </ac:grpSpMkLst>
        </pc:grpChg>
        <pc:inkChg chg="add">
          <ac:chgData name="Aggie Menezes" userId="74619c95fa3483c9" providerId="LiveId" clId="{9985A848-EC86-A84C-866A-766BD99E161B}" dt="2021-01-25T07:19:59.183" v="555"/>
          <ac:inkMkLst>
            <pc:docMk/>
            <pc:sldMk cId="3639544081" sldId="308"/>
            <ac:inkMk id="3" creationId="{A7E68574-4E96-5244-B343-8DE084454E73}"/>
          </ac:inkMkLst>
        </pc:inkChg>
        <pc:inkChg chg="add">
          <ac:chgData name="Aggie Menezes" userId="74619c95fa3483c9" providerId="LiveId" clId="{9985A848-EC86-A84C-866A-766BD99E161B}" dt="2021-01-25T07:20:02.987" v="556"/>
          <ac:inkMkLst>
            <pc:docMk/>
            <pc:sldMk cId="3639544081" sldId="308"/>
            <ac:inkMk id="4" creationId="{ED8CC523-1CAB-8E43-909F-3CB474519FE6}"/>
          </ac:inkMkLst>
        </pc:inkChg>
        <pc:inkChg chg="add">
          <ac:chgData name="Aggie Menezes" userId="74619c95fa3483c9" providerId="LiveId" clId="{9985A848-EC86-A84C-866A-766BD99E161B}" dt="2021-01-25T07:22:10.134" v="557"/>
          <ac:inkMkLst>
            <pc:docMk/>
            <pc:sldMk cId="3639544081" sldId="308"/>
            <ac:inkMk id="5" creationId="{6A0F4E93-8747-B24B-B364-D9E4205FAE8D}"/>
          </ac:inkMkLst>
        </pc:inkChg>
        <pc:inkChg chg="add">
          <ac:chgData name="Aggie Menezes" userId="74619c95fa3483c9" providerId="LiveId" clId="{9985A848-EC86-A84C-866A-766BD99E161B}" dt="2021-01-25T07:23:33.313" v="558"/>
          <ac:inkMkLst>
            <pc:docMk/>
            <pc:sldMk cId="3639544081" sldId="308"/>
            <ac:inkMk id="7" creationId="{5BEB0487-02F6-7048-9FC9-AA2BC539EAAF}"/>
          </ac:inkMkLst>
        </pc:inkChg>
        <pc:inkChg chg="add">
          <ac:chgData name="Aggie Menezes" userId="74619c95fa3483c9" providerId="LiveId" clId="{9985A848-EC86-A84C-866A-766BD99E161B}" dt="2021-01-25T07:23:34.579" v="559"/>
          <ac:inkMkLst>
            <pc:docMk/>
            <pc:sldMk cId="3639544081" sldId="308"/>
            <ac:inkMk id="16" creationId="{6EC40BCA-0240-6E44-9634-9BB0EA055113}"/>
          </ac:inkMkLst>
        </pc:inkChg>
      </pc:sldChg>
      <pc:sldChg chg="addSp delSp new">
        <pc:chgData name="Aggie Menezes" userId="74619c95fa3483c9" providerId="LiveId" clId="{9985A848-EC86-A84C-866A-766BD99E161B}" dt="2021-01-18T04:19:29.185" v="124"/>
        <pc:sldMkLst>
          <pc:docMk/>
          <pc:sldMk cId="757517153" sldId="309"/>
        </pc:sldMkLst>
        <pc:grpChg chg="add del">
          <ac:chgData name="Aggie Menezes" userId="74619c95fa3483c9" providerId="LiveId" clId="{9985A848-EC86-A84C-866A-766BD99E161B}" dt="2021-01-18T04:14:27.398" v="9"/>
          <ac:grpSpMkLst>
            <pc:docMk/>
            <pc:sldMk cId="757517153" sldId="309"/>
            <ac:grpSpMk id="5" creationId="{34A7FDCC-AFA8-4C4D-947C-A1792DBFFF76}"/>
          </ac:grpSpMkLst>
        </pc:grpChg>
        <pc:grpChg chg="add del">
          <ac:chgData name="Aggie Menezes" userId="74619c95fa3483c9" providerId="LiveId" clId="{9985A848-EC86-A84C-866A-766BD99E161B}" dt="2021-01-18T04:15:22.968" v="22"/>
          <ac:grpSpMkLst>
            <pc:docMk/>
            <pc:sldMk cId="757517153" sldId="309"/>
            <ac:grpSpMk id="8" creationId="{CE2147DA-67A4-CD49-A49C-9A64835B1485}"/>
          </ac:grpSpMkLst>
        </pc:grpChg>
        <pc:grpChg chg="add del">
          <ac:chgData name="Aggie Menezes" userId="74619c95fa3483c9" providerId="LiveId" clId="{9985A848-EC86-A84C-866A-766BD99E161B}" dt="2021-01-18T04:14:50.370" v="13"/>
          <ac:grpSpMkLst>
            <pc:docMk/>
            <pc:sldMk cId="757517153" sldId="309"/>
            <ac:grpSpMk id="11" creationId="{9C341390-E396-224F-B773-5E6AF6B3BE3C}"/>
          </ac:grpSpMkLst>
        </pc:grpChg>
        <pc:grpChg chg="add del">
          <ac:chgData name="Aggie Menezes" userId="74619c95fa3483c9" providerId="LiveId" clId="{9985A848-EC86-A84C-866A-766BD99E161B}" dt="2021-01-18T04:15:22.974" v="23"/>
          <ac:grpSpMkLst>
            <pc:docMk/>
            <pc:sldMk cId="757517153" sldId="309"/>
            <ac:grpSpMk id="15" creationId="{B596EE0F-BFF0-634A-9336-810BDB9CE032}"/>
          </ac:grpSpMkLst>
        </pc:grpChg>
        <pc:grpChg chg="add">
          <ac:chgData name="Aggie Menezes" userId="74619c95fa3483c9" providerId="LiveId" clId="{9985A848-EC86-A84C-866A-766BD99E161B}" dt="2021-01-18T04:16:30.603" v="32"/>
          <ac:grpSpMkLst>
            <pc:docMk/>
            <pc:sldMk cId="757517153" sldId="309"/>
            <ac:grpSpMk id="22" creationId="{45E481A5-49B8-174D-A955-AFE286F17039}"/>
          </ac:grpSpMkLst>
        </pc:grpChg>
        <pc:grpChg chg="add del">
          <ac:chgData name="Aggie Menezes" userId="74619c95fa3483c9" providerId="LiveId" clId="{9985A848-EC86-A84C-866A-766BD99E161B}" dt="2021-01-18T04:16:54.051" v="45"/>
          <ac:grpSpMkLst>
            <pc:docMk/>
            <pc:sldMk cId="757517153" sldId="309"/>
            <ac:grpSpMk id="27" creationId="{5F8CBBC0-2737-AB4E-A7EF-4A6676E15506}"/>
          </ac:grpSpMkLst>
        </pc:grpChg>
        <pc:grpChg chg="add del">
          <ac:chgData name="Aggie Menezes" userId="74619c95fa3483c9" providerId="LiveId" clId="{9985A848-EC86-A84C-866A-766BD99E161B}" dt="2021-01-18T04:17:02.725" v="60"/>
          <ac:grpSpMkLst>
            <pc:docMk/>
            <pc:sldMk cId="757517153" sldId="309"/>
            <ac:grpSpMk id="32" creationId="{93DF8E6B-29F4-5643-B758-C2857887A850}"/>
          </ac:grpSpMkLst>
        </pc:grpChg>
        <pc:grpChg chg="add del">
          <ac:chgData name="Aggie Menezes" userId="74619c95fa3483c9" providerId="LiveId" clId="{9985A848-EC86-A84C-866A-766BD99E161B}" dt="2021-01-18T04:17:02.725" v="60"/>
          <ac:grpSpMkLst>
            <pc:docMk/>
            <pc:sldMk cId="757517153" sldId="309"/>
            <ac:grpSpMk id="33" creationId="{392D54BF-8970-3F43-A71B-598AEF871E63}"/>
          </ac:grpSpMkLst>
        </pc:grpChg>
        <pc:grpChg chg="add">
          <ac:chgData name="Aggie Menezes" userId="74619c95fa3483c9" providerId="LiveId" clId="{9985A848-EC86-A84C-866A-766BD99E161B}" dt="2021-01-18T04:16:54.051" v="45"/>
          <ac:grpSpMkLst>
            <pc:docMk/>
            <pc:sldMk cId="757517153" sldId="309"/>
            <ac:grpSpMk id="36" creationId="{A5A47D9F-96B7-F548-A082-8DBC6D5AFFDA}"/>
          </ac:grpSpMkLst>
        </pc:grpChg>
        <pc:grpChg chg="add del">
          <ac:chgData name="Aggie Menezes" userId="74619c95fa3483c9" providerId="LiveId" clId="{9985A848-EC86-A84C-866A-766BD99E161B}" dt="2021-01-18T04:17:07.235" v="66"/>
          <ac:grpSpMkLst>
            <pc:docMk/>
            <pc:sldMk cId="757517153" sldId="309"/>
            <ac:grpSpMk id="51" creationId="{CC43F8AE-A776-BE42-A310-C4320D56EB50}"/>
          </ac:grpSpMkLst>
        </pc:grpChg>
        <pc:grpChg chg="add">
          <ac:chgData name="Aggie Menezes" userId="74619c95fa3483c9" providerId="LiveId" clId="{9985A848-EC86-A84C-866A-766BD99E161B}" dt="2021-01-18T04:17:02.725" v="60"/>
          <ac:grpSpMkLst>
            <pc:docMk/>
            <pc:sldMk cId="757517153" sldId="309"/>
            <ac:grpSpMk id="52" creationId="{E9D6ECB2-1912-944E-8852-71E7279FADB8}"/>
          </ac:grpSpMkLst>
        </pc:grpChg>
        <pc:grpChg chg="add">
          <ac:chgData name="Aggie Menezes" userId="74619c95fa3483c9" providerId="LiveId" clId="{9985A848-EC86-A84C-866A-766BD99E161B}" dt="2021-01-18T04:17:07.235" v="66"/>
          <ac:grpSpMkLst>
            <pc:docMk/>
            <pc:sldMk cId="757517153" sldId="309"/>
            <ac:grpSpMk id="58" creationId="{ADDCF9D2-D947-C24D-BBF4-96A1ABCCF5CF}"/>
          </ac:grpSpMkLst>
        </pc:grpChg>
        <pc:grpChg chg="add">
          <ac:chgData name="Aggie Menezes" userId="74619c95fa3483c9" providerId="LiveId" clId="{9985A848-EC86-A84C-866A-766BD99E161B}" dt="2021-01-18T04:17:37.067" v="73"/>
          <ac:grpSpMkLst>
            <pc:docMk/>
            <pc:sldMk cId="757517153" sldId="309"/>
            <ac:grpSpMk id="65" creationId="{5608EEA0-253F-F644-AD65-1794B4E66D22}"/>
          </ac:grpSpMkLst>
        </pc:grpChg>
        <pc:grpChg chg="add">
          <ac:chgData name="Aggie Menezes" userId="74619c95fa3483c9" providerId="LiveId" clId="{9985A848-EC86-A84C-866A-766BD99E161B}" dt="2021-01-18T04:17:44.935" v="89"/>
          <ac:grpSpMkLst>
            <pc:docMk/>
            <pc:sldMk cId="757517153" sldId="309"/>
            <ac:grpSpMk id="81" creationId="{F483140C-62D3-4247-9258-CECE90737EAD}"/>
          </ac:grpSpMkLst>
        </pc:grpChg>
        <pc:grpChg chg="add">
          <ac:chgData name="Aggie Menezes" userId="74619c95fa3483c9" providerId="LiveId" clId="{9985A848-EC86-A84C-866A-766BD99E161B}" dt="2021-01-18T04:17:50.819" v="99"/>
          <ac:grpSpMkLst>
            <pc:docMk/>
            <pc:sldMk cId="757517153" sldId="309"/>
            <ac:grpSpMk id="91" creationId="{98E3531E-1335-C346-A35E-B04D49713055}"/>
          </ac:grpSpMkLst>
        </pc:grpChg>
        <pc:grpChg chg="add">
          <ac:chgData name="Aggie Menezes" userId="74619c95fa3483c9" providerId="LiveId" clId="{9985A848-EC86-A84C-866A-766BD99E161B}" dt="2021-01-18T04:17:50.819" v="99"/>
          <ac:grpSpMkLst>
            <pc:docMk/>
            <pc:sldMk cId="757517153" sldId="309"/>
            <ac:grpSpMk id="92" creationId="{A8EECDB0-F49A-5046-B243-21EEE99FB4B9}"/>
          </ac:grpSpMkLst>
        </pc:grpChg>
        <pc:grpChg chg="add">
          <ac:chgData name="Aggie Menezes" userId="74619c95fa3483c9" providerId="LiveId" clId="{9985A848-EC86-A84C-866A-766BD99E161B}" dt="2021-01-18T04:17:50.819" v="99"/>
          <ac:grpSpMkLst>
            <pc:docMk/>
            <pc:sldMk cId="757517153" sldId="309"/>
            <ac:grpSpMk id="93" creationId="{F095D85C-BBDD-484E-BFFA-FB450D986504}"/>
          </ac:grpSpMkLst>
        </pc:grpChg>
        <pc:grpChg chg="add">
          <ac:chgData name="Aggie Menezes" userId="74619c95fa3483c9" providerId="LiveId" clId="{9985A848-EC86-A84C-866A-766BD99E161B}" dt="2021-01-18T04:18:21.506" v="105"/>
          <ac:grpSpMkLst>
            <pc:docMk/>
            <pc:sldMk cId="757517153" sldId="309"/>
            <ac:grpSpMk id="99" creationId="{F3D37803-1CE9-4649-AAD3-049EA0AC928B}"/>
          </ac:grpSpMkLst>
        </pc:grpChg>
        <pc:grpChg chg="add">
          <ac:chgData name="Aggie Menezes" userId="74619c95fa3483c9" providerId="LiveId" clId="{9985A848-EC86-A84C-866A-766BD99E161B}" dt="2021-01-18T04:18:24.138" v="109"/>
          <ac:grpSpMkLst>
            <pc:docMk/>
            <pc:sldMk cId="757517153" sldId="309"/>
            <ac:grpSpMk id="103" creationId="{F6F740A5-0971-8042-85F2-D7633A322A29}"/>
          </ac:grpSpMkLst>
        </pc:grpChg>
        <pc:grpChg chg="add">
          <ac:chgData name="Aggie Menezes" userId="74619c95fa3483c9" providerId="LiveId" clId="{9985A848-EC86-A84C-866A-766BD99E161B}" dt="2021-01-18T04:19:15.391" v="115"/>
          <ac:grpSpMkLst>
            <pc:docMk/>
            <pc:sldMk cId="757517153" sldId="309"/>
            <ac:grpSpMk id="109" creationId="{5B115FBF-CAC0-1444-AD37-687FA8D36F60}"/>
          </ac:grpSpMkLst>
        </pc:grpChg>
        <pc:grpChg chg="add del">
          <ac:chgData name="Aggie Menezes" userId="74619c95fa3483c9" providerId="LiveId" clId="{9985A848-EC86-A84C-866A-766BD99E161B}" dt="2021-01-18T04:19:29.185" v="124"/>
          <ac:grpSpMkLst>
            <pc:docMk/>
            <pc:sldMk cId="757517153" sldId="309"/>
            <ac:grpSpMk id="115" creationId="{49DB294A-1C54-224B-A6F6-34638428FC64}"/>
          </ac:grpSpMkLst>
        </pc:grpChg>
        <pc:grpChg chg="add">
          <ac:chgData name="Aggie Menezes" userId="74619c95fa3483c9" providerId="LiveId" clId="{9985A848-EC86-A84C-866A-766BD99E161B}" dt="2021-01-18T04:19:29.185" v="124"/>
          <ac:grpSpMkLst>
            <pc:docMk/>
            <pc:sldMk cId="757517153" sldId="309"/>
            <ac:grpSpMk id="118" creationId="{F1A58756-C387-A542-B8B0-9360758508CC}"/>
          </ac:grpSpMkLst>
        </pc:grpChg>
        <pc:inkChg chg="add del topLvl">
          <ac:chgData name="Aggie Menezes" userId="74619c95fa3483c9" providerId="LiveId" clId="{9985A848-EC86-A84C-866A-766BD99E161B}" dt="2021-01-18T04:15:22.977" v="24"/>
          <ac:inkMkLst>
            <pc:docMk/>
            <pc:sldMk cId="757517153" sldId="309"/>
            <ac:inkMk id="3" creationId="{324B279B-CBBB-4842-BE58-3FE48E06AB2D}"/>
          </ac:inkMkLst>
        </pc:inkChg>
        <pc:inkChg chg="add del topLvl">
          <ac:chgData name="Aggie Menezes" userId="74619c95fa3483c9" providerId="LiveId" clId="{9985A848-EC86-A84C-866A-766BD99E161B}" dt="2021-01-18T04:15:22.968" v="22"/>
          <ac:inkMkLst>
            <pc:docMk/>
            <pc:sldMk cId="757517153" sldId="309"/>
            <ac:inkMk id="4" creationId="{6FEFD857-5F30-6243-9731-CBA65AB8C354}"/>
          </ac:inkMkLst>
        </pc:inkChg>
        <pc:inkChg chg="add del">
          <ac:chgData name="Aggie Menezes" userId="74619c95fa3483c9" providerId="LiveId" clId="{9985A848-EC86-A84C-866A-766BD99E161B}" dt="2021-01-18T04:15:22.964" v="21"/>
          <ac:inkMkLst>
            <pc:docMk/>
            <pc:sldMk cId="757517153" sldId="309"/>
            <ac:inkMk id="6" creationId="{EF3D3A9B-E5D1-F842-8CB3-D5E9EA0B330B}"/>
          </ac:inkMkLst>
        </pc:inkChg>
        <pc:inkChg chg="add del">
          <ac:chgData name="Aggie Menezes" userId="74619c95fa3483c9" providerId="LiveId" clId="{9985A848-EC86-A84C-866A-766BD99E161B}" dt="2021-01-18T04:15:22.960" v="20"/>
          <ac:inkMkLst>
            <pc:docMk/>
            <pc:sldMk cId="757517153" sldId="309"/>
            <ac:inkMk id="7" creationId="{2CF412CA-091E-E24D-B26F-E07773411BA0}"/>
          </ac:inkMkLst>
        </pc:inkChg>
        <pc:inkChg chg="add del topLvl">
          <ac:chgData name="Aggie Menezes" userId="74619c95fa3483c9" providerId="LiveId" clId="{9985A848-EC86-A84C-866A-766BD99E161B}" dt="2021-01-18T04:14:50.376" v="14"/>
          <ac:inkMkLst>
            <pc:docMk/>
            <pc:sldMk cId="757517153" sldId="309"/>
            <ac:inkMk id="9" creationId="{4DB2DD0E-046B-474B-898D-4758E4D25128}"/>
          </ac:inkMkLst>
        </pc:inkChg>
        <pc:inkChg chg="add del topLvl">
          <ac:chgData name="Aggie Menezes" userId="74619c95fa3483c9" providerId="LiveId" clId="{9985A848-EC86-A84C-866A-766BD99E161B}" dt="2021-01-18T04:14:50.370" v="13"/>
          <ac:inkMkLst>
            <pc:docMk/>
            <pc:sldMk cId="757517153" sldId="309"/>
            <ac:inkMk id="10" creationId="{D4B87401-CE94-A347-96A3-859CE8C1ABDC}"/>
          </ac:inkMkLst>
        </pc:inkChg>
        <pc:inkChg chg="add del topLvl">
          <ac:chgData name="Aggie Menezes" userId="74619c95fa3483c9" providerId="LiveId" clId="{9985A848-EC86-A84C-866A-766BD99E161B}" dt="2021-01-18T04:15:22.974" v="23"/>
          <ac:inkMkLst>
            <pc:docMk/>
            <pc:sldMk cId="757517153" sldId="309"/>
            <ac:inkMk id="12" creationId="{0106D08B-7270-7C45-BBA1-0D395C9E868F}"/>
          </ac:inkMkLst>
        </pc:inkChg>
        <pc:inkChg chg="add del">
          <ac:chgData name="Aggie Menezes" userId="74619c95fa3483c9" providerId="LiveId" clId="{9985A848-EC86-A84C-866A-766BD99E161B}" dt="2021-01-18T04:15:22.957" v="19"/>
          <ac:inkMkLst>
            <pc:docMk/>
            <pc:sldMk cId="757517153" sldId="309"/>
            <ac:inkMk id="13" creationId="{F31F4F0F-A438-9C4B-BC68-A6C4FD4F9DF4}"/>
          </ac:inkMkLst>
        </pc:inkChg>
        <pc:inkChg chg="add del topLvl">
          <ac:chgData name="Aggie Menezes" userId="74619c95fa3483c9" providerId="LiveId" clId="{9985A848-EC86-A84C-866A-766BD99E161B}" dt="2021-01-18T04:15:22.979" v="25"/>
          <ac:inkMkLst>
            <pc:docMk/>
            <pc:sldMk cId="757517153" sldId="309"/>
            <ac:inkMk id="14" creationId="{938E193C-514F-2A42-BEFE-C01BEFD39684}"/>
          </ac:inkMkLst>
        </pc:inkChg>
        <pc:inkChg chg="add">
          <ac:chgData name="Aggie Menezes" userId="74619c95fa3483c9" providerId="LiveId" clId="{9985A848-EC86-A84C-866A-766BD99E161B}" dt="2021-01-18T04:15:27.095" v="26"/>
          <ac:inkMkLst>
            <pc:docMk/>
            <pc:sldMk cId="757517153" sldId="309"/>
            <ac:inkMk id="16" creationId="{2FDE89FA-1830-D148-BC2E-D496A495C494}"/>
          </ac:inkMkLst>
        </pc:inkChg>
        <pc:inkChg chg="add">
          <ac:chgData name="Aggie Menezes" userId="74619c95fa3483c9" providerId="LiveId" clId="{9985A848-EC86-A84C-866A-766BD99E161B}" dt="2021-01-18T04:15:30.116" v="27"/>
          <ac:inkMkLst>
            <pc:docMk/>
            <pc:sldMk cId="757517153" sldId="309"/>
            <ac:inkMk id="17" creationId="{80798FF1-07D1-C049-BB1A-62BF96D9C295}"/>
          </ac:inkMkLst>
        </pc:inkChg>
        <pc:inkChg chg="add">
          <ac:chgData name="Aggie Menezes" userId="74619c95fa3483c9" providerId="LiveId" clId="{9985A848-EC86-A84C-866A-766BD99E161B}" dt="2021-01-18T04:15:32.578" v="28"/>
          <ac:inkMkLst>
            <pc:docMk/>
            <pc:sldMk cId="757517153" sldId="309"/>
            <ac:inkMk id="18" creationId="{0A72233D-0BE3-E246-BECD-A14425C80D4B}"/>
          </ac:inkMkLst>
        </pc:inkChg>
        <pc:inkChg chg="add">
          <ac:chgData name="Aggie Menezes" userId="74619c95fa3483c9" providerId="LiveId" clId="{9985A848-EC86-A84C-866A-766BD99E161B}" dt="2021-01-18T04:16:26.499" v="29"/>
          <ac:inkMkLst>
            <pc:docMk/>
            <pc:sldMk cId="757517153" sldId="309"/>
            <ac:inkMk id="19" creationId="{720286EA-B978-7E4D-A0A1-EBE601C7EBA0}"/>
          </ac:inkMkLst>
        </pc:inkChg>
        <pc:inkChg chg="add">
          <ac:chgData name="Aggie Menezes" userId="74619c95fa3483c9" providerId="LiveId" clId="{9985A848-EC86-A84C-866A-766BD99E161B}" dt="2021-01-18T04:16:28.974" v="30"/>
          <ac:inkMkLst>
            <pc:docMk/>
            <pc:sldMk cId="757517153" sldId="309"/>
            <ac:inkMk id="20" creationId="{E149BAEB-2C10-824B-B47E-3F604ECBEF92}"/>
          </ac:inkMkLst>
        </pc:inkChg>
        <pc:inkChg chg="add">
          <ac:chgData name="Aggie Menezes" userId="74619c95fa3483c9" providerId="LiveId" clId="{9985A848-EC86-A84C-866A-766BD99E161B}" dt="2021-01-18T04:16:30.087" v="31"/>
          <ac:inkMkLst>
            <pc:docMk/>
            <pc:sldMk cId="757517153" sldId="309"/>
            <ac:inkMk id="21" creationId="{47AC8261-D6C9-FD4E-8EDA-CE2466471A60}"/>
          </ac:inkMkLst>
        </pc:inkChg>
        <pc:inkChg chg="add topLvl">
          <ac:chgData name="Aggie Menezes" userId="74619c95fa3483c9" providerId="LiveId" clId="{9985A848-EC86-A84C-866A-766BD99E161B}" dt="2021-01-18T04:16:54.051" v="45"/>
          <ac:inkMkLst>
            <pc:docMk/>
            <pc:sldMk cId="757517153" sldId="309"/>
            <ac:inkMk id="23" creationId="{9239E1D7-9CCC-844B-A580-3661E8A6C3CD}"/>
          </ac:inkMkLst>
        </pc:inkChg>
        <pc:inkChg chg="add topLvl">
          <ac:chgData name="Aggie Menezes" userId="74619c95fa3483c9" providerId="LiveId" clId="{9985A848-EC86-A84C-866A-766BD99E161B}" dt="2021-01-18T04:16:54.051" v="45"/>
          <ac:inkMkLst>
            <pc:docMk/>
            <pc:sldMk cId="757517153" sldId="309"/>
            <ac:inkMk id="24" creationId="{5C1DAAE4-0F95-5148-BCD5-A9E2F3A1D1C9}"/>
          </ac:inkMkLst>
        </pc:inkChg>
        <pc:inkChg chg="add topLvl">
          <ac:chgData name="Aggie Menezes" userId="74619c95fa3483c9" providerId="LiveId" clId="{9985A848-EC86-A84C-866A-766BD99E161B}" dt="2021-01-18T04:16:54.051" v="45"/>
          <ac:inkMkLst>
            <pc:docMk/>
            <pc:sldMk cId="757517153" sldId="309"/>
            <ac:inkMk id="25" creationId="{56525EE4-D8A0-F54F-9ABD-649F6F5C56B4}"/>
          </ac:inkMkLst>
        </pc:inkChg>
        <pc:inkChg chg="add topLvl">
          <ac:chgData name="Aggie Menezes" userId="74619c95fa3483c9" providerId="LiveId" clId="{9985A848-EC86-A84C-866A-766BD99E161B}" dt="2021-01-18T04:16:54.051" v="45"/>
          <ac:inkMkLst>
            <pc:docMk/>
            <pc:sldMk cId="757517153" sldId="309"/>
            <ac:inkMk id="26" creationId="{2987B07B-514E-B643-B177-72E6B31B1E45}"/>
          </ac:inkMkLst>
        </pc:inkChg>
        <pc:inkChg chg="add topLvl">
          <ac:chgData name="Aggie Menezes" userId="74619c95fa3483c9" providerId="LiveId" clId="{9985A848-EC86-A84C-866A-766BD99E161B}" dt="2021-01-18T04:17:02.725" v="60"/>
          <ac:inkMkLst>
            <pc:docMk/>
            <pc:sldMk cId="757517153" sldId="309"/>
            <ac:inkMk id="28" creationId="{0B7FF90F-7970-154F-AB5C-1C36CDB1D6DB}"/>
          </ac:inkMkLst>
        </pc:inkChg>
        <pc:inkChg chg="add topLvl">
          <ac:chgData name="Aggie Menezes" userId="74619c95fa3483c9" providerId="LiveId" clId="{9985A848-EC86-A84C-866A-766BD99E161B}" dt="2021-01-18T04:17:02.725" v="60"/>
          <ac:inkMkLst>
            <pc:docMk/>
            <pc:sldMk cId="757517153" sldId="309"/>
            <ac:inkMk id="29" creationId="{A9EED884-D2D6-8749-AFE6-D4DA94E48275}"/>
          </ac:inkMkLst>
        </pc:inkChg>
        <pc:inkChg chg="add topLvl">
          <ac:chgData name="Aggie Menezes" userId="74619c95fa3483c9" providerId="LiveId" clId="{9985A848-EC86-A84C-866A-766BD99E161B}" dt="2021-01-18T04:17:07.235" v="66"/>
          <ac:inkMkLst>
            <pc:docMk/>
            <pc:sldMk cId="757517153" sldId="309"/>
            <ac:inkMk id="30" creationId="{FCFBEDF0-BEB2-9947-9F7A-D270586005F0}"/>
          </ac:inkMkLst>
        </pc:inkChg>
        <pc:inkChg chg="add topLvl">
          <ac:chgData name="Aggie Menezes" userId="74619c95fa3483c9" providerId="LiveId" clId="{9985A848-EC86-A84C-866A-766BD99E161B}" dt="2021-01-18T04:17:07.235" v="66"/>
          <ac:inkMkLst>
            <pc:docMk/>
            <pc:sldMk cId="757517153" sldId="309"/>
            <ac:inkMk id="31" creationId="{8E86BF89-3C6B-D84E-8C95-8ABC448FF031}"/>
          </ac:inkMkLst>
        </pc:inkChg>
        <pc:inkChg chg="add">
          <ac:chgData name="Aggie Menezes" userId="74619c95fa3483c9" providerId="LiveId" clId="{9985A848-EC86-A84C-866A-766BD99E161B}" dt="2021-01-18T04:16:52.426" v="43"/>
          <ac:inkMkLst>
            <pc:docMk/>
            <pc:sldMk cId="757517153" sldId="309"/>
            <ac:inkMk id="34" creationId="{085A2EC9-2823-0642-943F-8C83B744EEE6}"/>
          </ac:inkMkLst>
        </pc:inkChg>
        <pc:inkChg chg="add">
          <ac:chgData name="Aggie Menezes" userId="74619c95fa3483c9" providerId="LiveId" clId="{9985A848-EC86-A84C-866A-766BD99E161B}" dt="2021-01-18T04:16:53.155" v="44"/>
          <ac:inkMkLst>
            <pc:docMk/>
            <pc:sldMk cId="757517153" sldId="309"/>
            <ac:inkMk id="35" creationId="{122C41C8-9132-044C-AD01-A37402B15D72}"/>
          </ac:inkMkLst>
        </pc:inkChg>
        <pc:inkChg chg="add">
          <ac:chgData name="Aggie Menezes" userId="74619c95fa3483c9" providerId="LiveId" clId="{9985A848-EC86-A84C-866A-766BD99E161B}" dt="2021-01-18T04:16:57.929" v="46"/>
          <ac:inkMkLst>
            <pc:docMk/>
            <pc:sldMk cId="757517153" sldId="309"/>
            <ac:inkMk id="37" creationId="{25406714-2844-5A43-92D6-CD2BC6621AA7}"/>
          </ac:inkMkLst>
        </pc:inkChg>
        <pc:inkChg chg="add">
          <ac:chgData name="Aggie Menezes" userId="74619c95fa3483c9" providerId="LiveId" clId="{9985A848-EC86-A84C-866A-766BD99E161B}" dt="2021-01-18T04:16:58.344" v="47"/>
          <ac:inkMkLst>
            <pc:docMk/>
            <pc:sldMk cId="757517153" sldId="309"/>
            <ac:inkMk id="38" creationId="{C1F42F78-D098-174B-AF60-FE8EFCF350DC}"/>
          </ac:inkMkLst>
        </pc:inkChg>
        <pc:inkChg chg="add">
          <ac:chgData name="Aggie Menezes" userId="74619c95fa3483c9" providerId="LiveId" clId="{9985A848-EC86-A84C-866A-766BD99E161B}" dt="2021-01-18T04:16:58.671" v="48"/>
          <ac:inkMkLst>
            <pc:docMk/>
            <pc:sldMk cId="757517153" sldId="309"/>
            <ac:inkMk id="39" creationId="{9FCBC7E2-E7A4-FF44-9D7E-7C38BA1AF836}"/>
          </ac:inkMkLst>
        </pc:inkChg>
        <pc:inkChg chg="add">
          <ac:chgData name="Aggie Menezes" userId="74619c95fa3483c9" providerId="LiveId" clId="{9985A848-EC86-A84C-866A-766BD99E161B}" dt="2021-01-18T04:16:59.069" v="49"/>
          <ac:inkMkLst>
            <pc:docMk/>
            <pc:sldMk cId="757517153" sldId="309"/>
            <ac:inkMk id="40" creationId="{2FD628C2-804D-F64C-9354-29C4BE60FF32}"/>
          </ac:inkMkLst>
        </pc:inkChg>
        <pc:inkChg chg="add">
          <ac:chgData name="Aggie Menezes" userId="74619c95fa3483c9" providerId="LiveId" clId="{9985A848-EC86-A84C-866A-766BD99E161B}" dt="2021-01-18T04:16:59.811" v="50"/>
          <ac:inkMkLst>
            <pc:docMk/>
            <pc:sldMk cId="757517153" sldId="309"/>
            <ac:inkMk id="41" creationId="{EA90D021-EBC1-D24E-B9FC-9CD54B87EBC7}"/>
          </ac:inkMkLst>
        </pc:inkChg>
        <pc:inkChg chg="add">
          <ac:chgData name="Aggie Menezes" userId="74619c95fa3483c9" providerId="LiveId" clId="{9985A848-EC86-A84C-866A-766BD99E161B}" dt="2021-01-18T04:17:00.006" v="51"/>
          <ac:inkMkLst>
            <pc:docMk/>
            <pc:sldMk cId="757517153" sldId="309"/>
            <ac:inkMk id="42" creationId="{F50EDE69-5E1F-C44C-9046-209B77B302B6}"/>
          </ac:inkMkLst>
        </pc:inkChg>
        <pc:inkChg chg="add">
          <ac:chgData name="Aggie Menezes" userId="74619c95fa3483c9" providerId="LiveId" clId="{9985A848-EC86-A84C-866A-766BD99E161B}" dt="2021-01-18T04:17:00.168" v="52"/>
          <ac:inkMkLst>
            <pc:docMk/>
            <pc:sldMk cId="757517153" sldId="309"/>
            <ac:inkMk id="43" creationId="{30E3B0EB-C9ED-4E48-B513-EB43EC0A82DA}"/>
          </ac:inkMkLst>
        </pc:inkChg>
        <pc:inkChg chg="add">
          <ac:chgData name="Aggie Menezes" userId="74619c95fa3483c9" providerId="LiveId" clId="{9985A848-EC86-A84C-866A-766BD99E161B}" dt="2021-01-18T04:17:00.295" v="53"/>
          <ac:inkMkLst>
            <pc:docMk/>
            <pc:sldMk cId="757517153" sldId="309"/>
            <ac:inkMk id="44" creationId="{CAE913A1-94C5-E748-AC33-253FD04577F3}"/>
          </ac:inkMkLst>
        </pc:inkChg>
        <pc:inkChg chg="add topLvl">
          <ac:chgData name="Aggie Menezes" userId="74619c95fa3483c9" providerId="LiveId" clId="{9985A848-EC86-A84C-866A-766BD99E161B}" dt="2021-01-18T04:17:07.235" v="66"/>
          <ac:inkMkLst>
            <pc:docMk/>
            <pc:sldMk cId="757517153" sldId="309"/>
            <ac:inkMk id="45" creationId="{12D84B13-36E4-9046-8BD7-E2E52103DF21}"/>
          </ac:inkMkLst>
        </pc:inkChg>
        <pc:inkChg chg="add topLvl">
          <ac:chgData name="Aggie Menezes" userId="74619c95fa3483c9" providerId="LiveId" clId="{9985A848-EC86-A84C-866A-766BD99E161B}" dt="2021-01-18T04:17:07.235" v="66"/>
          <ac:inkMkLst>
            <pc:docMk/>
            <pc:sldMk cId="757517153" sldId="309"/>
            <ac:inkMk id="46" creationId="{1781CBE4-7997-C547-917E-E747CC8E1515}"/>
          </ac:inkMkLst>
        </pc:inkChg>
        <pc:inkChg chg="add">
          <ac:chgData name="Aggie Menezes" userId="74619c95fa3483c9" providerId="LiveId" clId="{9985A848-EC86-A84C-866A-766BD99E161B}" dt="2021-01-18T04:17:01.251" v="56"/>
          <ac:inkMkLst>
            <pc:docMk/>
            <pc:sldMk cId="757517153" sldId="309"/>
            <ac:inkMk id="47" creationId="{8EB86B5C-26AB-2044-9875-8E3F139545E9}"/>
          </ac:inkMkLst>
        </pc:inkChg>
        <pc:inkChg chg="add">
          <ac:chgData name="Aggie Menezes" userId="74619c95fa3483c9" providerId="LiveId" clId="{9985A848-EC86-A84C-866A-766BD99E161B}" dt="2021-01-18T04:17:01.401" v="57"/>
          <ac:inkMkLst>
            <pc:docMk/>
            <pc:sldMk cId="757517153" sldId="309"/>
            <ac:inkMk id="48" creationId="{DE76A796-2195-BC4C-9944-579447515A4B}"/>
          </ac:inkMkLst>
        </pc:inkChg>
        <pc:inkChg chg="add topLvl">
          <ac:chgData name="Aggie Menezes" userId="74619c95fa3483c9" providerId="LiveId" clId="{9985A848-EC86-A84C-866A-766BD99E161B}" dt="2021-01-18T04:17:07.235" v="66"/>
          <ac:inkMkLst>
            <pc:docMk/>
            <pc:sldMk cId="757517153" sldId="309"/>
            <ac:inkMk id="49" creationId="{AAF58AE1-5622-5844-BD3B-6E8EB5CA0468}"/>
          </ac:inkMkLst>
        </pc:inkChg>
        <pc:inkChg chg="add topLvl">
          <ac:chgData name="Aggie Menezes" userId="74619c95fa3483c9" providerId="LiveId" clId="{9985A848-EC86-A84C-866A-766BD99E161B}" dt="2021-01-18T04:17:07.235" v="66"/>
          <ac:inkMkLst>
            <pc:docMk/>
            <pc:sldMk cId="757517153" sldId="309"/>
            <ac:inkMk id="50" creationId="{AEE22049-355F-9948-A811-8C1DA6419067}"/>
          </ac:inkMkLst>
        </pc:inkChg>
        <pc:inkChg chg="add">
          <ac:chgData name="Aggie Menezes" userId="74619c95fa3483c9" providerId="LiveId" clId="{9985A848-EC86-A84C-866A-766BD99E161B}" dt="2021-01-18T04:17:04.521" v="61"/>
          <ac:inkMkLst>
            <pc:docMk/>
            <pc:sldMk cId="757517153" sldId="309"/>
            <ac:inkMk id="53" creationId="{FAEC5A68-720B-BB42-A1DC-DF617301E6EC}"/>
          </ac:inkMkLst>
        </pc:inkChg>
        <pc:inkChg chg="add">
          <ac:chgData name="Aggie Menezes" userId="74619c95fa3483c9" providerId="LiveId" clId="{9985A848-EC86-A84C-866A-766BD99E161B}" dt="2021-01-18T04:17:04.980" v="62"/>
          <ac:inkMkLst>
            <pc:docMk/>
            <pc:sldMk cId="757517153" sldId="309"/>
            <ac:inkMk id="54" creationId="{E44ADA1C-2BB4-A643-836E-829A29532441}"/>
          </ac:inkMkLst>
        </pc:inkChg>
        <pc:inkChg chg="add">
          <ac:chgData name="Aggie Menezes" userId="74619c95fa3483c9" providerId="LiveId" clId="{9985A848-EC86-A84C-866A-766BD99E161B}" dt="2021-01-18T04:17:05.701" v="63"/>
          <ac:inkMkLst>
            <pc:docMk/>
            <pc:sldMk cId="757517153" sldId="309"/>
            <ac:inkMk id="55" creationId="{BC8CC95A-8302-BB4E-AFE6-BC69709E099A}"/>
          </ac:inkMkLst>
        </pc:inkChg>
        <pc:inkChg chg="add">
          <ac:chgData name="Aggie Menezes" userId="74619c95fa3483c9" providerId="LiveId" clId="{9985A848-EC86-A84C-866A-766BD99E161B}" dt="2021-01-18T04:17:05.905" v="64"/>
          <ac:inkMkLst>
            <pc:docMk/>
            <pc:sldMk cId="757517153" sldId="309"/>
            <ac:inkMk id="56" creationId="{1D65A6B4-041A-B04F-BC3E-0A1C4CB04DB3}"/>
          </ac:inkMkLst>
        </pc:inkChg>
        <pc:inkChg chg="add">
          <ac:chgData name="Aggie Menezes" userId="74619c95fa3483c9" providerId="LiveId" clId="{9985A848-EC86-A84C-866A-766BD99E161B}" dt="2021-01-18T04:17:06.297" v="65"/>
          <ac:inkMkLst>
            <pc:docMk/>
            <pc:sldMk cId="757517153" sldId="309"/>
            <ac:inkMk id="57" creationId="{3AFC8E78-EE5F-D742-A8CA-9C0BC96A32B8}"/>
          </ac:inkMkLst>
        </pc:inkChg>
        <pc:inkChg chg="add">
          <ac:chgData name="Aggie Menezes" userId="74619c95fa3483c9" providerId="LiveId" clId="{9985A848-EC86-A84C-866A-766BD99E161B}" dt="2021-01-18T04:17:35.427" v="67"/>
          <ac:inkMkLst>
            <pc:docMk/>
            <pc:sldMk cId="757517153" sldId="309"/>
            <ac:inkMk id="59" creationId="{4AE71994-9363-4B4C-B924-6F568D281F44}"/>
          </ac:inkMkLst>
        </pc:inkChg>
        <pc:inkChg chg="add">
          <ac:chgData name="Aggie Menezes" userId="74619c95fa3483c9" providerId="LiveId" clId="{9985A848-EC86-A84C-866A-766BD99E161B}" dt="2021-01-18T04:17:35.597" v="68"/>
          <ac:inkMkLst>
            <pc:docMk/>
            <pc:sldMk cId="757517153" sldId="309"/>
            <ac:inkMk id="60" creationId="{39882D69-EE10-0345-AF3B-C4B150DB64FA}"/>
          </ac:inkMkLst>
        </pc:inkChg>
        <pc:inkChg chg="add">
          <ac:chgData name="Aggie Menezes" userId="74619c95fa3483c9" providerId="LiveId" clId="{9985A848-EC86-A84C-866A-766BD99E161B}" dt="2021-01-18T04:17:35.795" v="69"/>
          <ac:inkMkLst>
            <pc:docMk/>
            <pc:sldMk cId="757517153" sldId="309"/>
            <ac:inkMk id="61" creationId="{30C2F018-36E1-8049-86CA-1E1F1181F0B7}"/>
          </ac:inkMkLst>
        </pc:inkChg>
        <pc:inkChg chg="add">
          <ac:chgData name="Aggie Menezes" userId="74619c95fa3483c9" providerId="LiveId" clId="{9985A848-EC86-A84C-866A-766BD99E161B}" dt="2021-01-18T04:17:36.114" v="70"/>
          <ac:inkMkLst>
            <pc:docMk/>
            <pc:sldMk cId="757517153" sldId="309"/>
            <ac:inkMk id="62" creationId="{9D7A3002-1193-7C43-9887-60BD5B6F6F03}"/>
          </ac:inkMkLst>
        </pc:inkChg>
        <pc:inkChg chg="add">
          <ac:chgData name="Aggie Menezes" userId="74619c95fa3483c9" providerId="LiveId" clId="{9985A848-EC86-A84C-866A-766BD99E161B}" dt="2021-01-18T04:17:36.296" v="71"/>
          <ac:inkMkLst>
            <pc:docMk/>
            <pc:sldMk cId="757517153" sldId="309"/>
            <ac:inkMk id="63" creationId="{8B47035D-552C-9E47-A4AB-DAAF8294602A}"/>
          </ac:inkMkLst>
        </pc:inkChg>
        <pc:inkChg chg="add">
          <ac:chgData name="Aggie Menezes" userId="74619c95fa3483c9" providerId="LiveId" clId="{9985A848-EC86-A84C-866A-766BD99E161B}" dt="2021-01-18T04:17:36.555" v="72"/>
          <ac:inkMkLst>
            <pc:docMk/>
            <pc:sldMk cId="757517153" sldId="309"/>
            <ac:inkMk id="64" creationId="{91DD2DB6-8FA4-8443-A841-B0E893B15051}"/>
          </ac:inkMkLst>
        </pc:inkChg>
        <pc:inkChg chg="add">
          <ac:chgData name="Aggie Menezes" userId="74619c95fa3483c9" providerId="LiveId" clId="{9985A848-EC86-A84C-866A-766BD99E161B}" dt="2021-01-18T04:17:38.940" v="74"/>
          <ac:inkMkLst>
            <pc:docMk/>
            <pc:sldMk cId="757517153" sldId="309"/>
            <ac:inkMk id="66" creationId="{F7BAE017-F8C0-B94D-B588-208E532FD00A}"/>
          </ac:inkMkLst>
        </pc:inkChg>
        <pc:inkChg chg="add">
          <ac:chgData name="Aggie Menezes" userId="74619c95fa3483c9" providerId="LiveId" clId="{9985A848-EC86-A84C-866A-766BD99E161B}" dt="2021-01-18T04:17:39.323" v="75"/>
          <ac:inkMkLst>
            <pc:docMk/>
            <pc:sldMk cId="757517153" sldId="309"/>
            <ac:inkMk id="67" creationId="{454C8A13-7432-7D48-BC29-1720C4CCA473}"/>
          </ac:inkMkLst>
        </pc:inkChg>
        <pc:inkChg chg="add">
          <ac:chgData name="Aggie Menezes" userId="74619c95fa3483c9" providerId="LiveId" clId="{9985A848-EC86-A84C-866A-766BD99E161B}" dt="2021-01-18T04:17:39.713" v="76"/>
          <ac:inkMkLst>
            <pc:docMk/>
            <pc:sldMk cId="757517153" sldId="309"/>
            <ac:inkMk id="68" creationId="{F1FB0C07-63FB-184F-AD02-A9720A634B3F}"/>
          </ac:inkMkLst>
        </pc:inkChg>
        <pc:inkChg chg="add">
          <ac:chgData name="Aggie Menezes" userId="74619c95fa3483c9" providerId="LiveId" clId="{9985A848-EC86-A84C-866A-766BD99E161B}" dt="2021-01-18T04:17:39.938" v="77"/>
          <ac:inkMkLst>
            <pc:docMk/>
            <pc:sldMk cId="757517153" sldId="309"/>
            <ac:inkMk id="69" creationId="{A9D883CC-AACE-394B-A54C-7207B3D87085}"/>
          </ac:inkMkLst>
        </pc:inkChg>
        <pc:inkChg chg="add">
          <ac:chgData name="Aggie Menezes" userId="74619c95fa3483c9" providerId="LiveId" clId="{9985A848-EC86-A84C-866A-766BD99E161B}" dt="2021-01-18T04:17:40.371" v="78"/>
          <ac:inkMkLst>
            <pc:docMk/>
            <pc:sldMk cId="757517153" sldId="309"/>
            <ac:inkMk id="70" creationId="{3C331AB4-3335-134A-9850-06809D5CF418}"/>
          </ac:inkMkLst>
        </pc:inkChg>
        <pc:inkChg chg="add">
          <ac:chgData name="Aggie Menezes" userId="74619c95fa3483c9" providerId="LiveId" clId="{9985A848-EC86-A84C-866A-766BD99E161B}" dt="2021-01-18T04:17:40.605" v="79"/>
          <ac:inkMkLst>
            <pc:docMk/>
            <pc:sldMk cId="757517153" sldId="309"/>
            <ac:inkMk id="71" creationId="{DB469D32-9F00-7545-95DE-96E3A3C12C63}"/>
          </ac:inkMkLst>
        </pc:inkChg>
        <pc:inkChg chg="add">
          <ac:chgData name="Aggie Menezes" userId="74619c95fa3483c9" providerId="LiveId" clId="{9985A848-EC86-A84C-866A-766BD99E161B}" dt="2021-01-18T04:17:40.862" v="80"/>
          <ac:inkMkLst>
            <pc:docMk/>
            <pc:sldMk cId="757517153" sldId="309"/>
            <ac:inkMk id="72" creationId="{9D6D07A9-05DF-8D47-94FE-B86DE926E6A2}"/>
          </ac:inkMkLst>
        </pc:inkChg>
        <pc:inkChg chg="add">
          <ac:chgData name="Aggie Menezes" userId="74619c95fa3483c9" providerId="LiveId" clId="{9985A848-EC86-A84C-866A-766BD99E161B}" dt="2021-01-18T04:17:41.097" v="81"/>
          <ac:inkMkLst>
            <pc:docMk/>
            <pc:sldMk cId="757517153" sldId="309"/>
            <ac:inkMk id="73" creationId="{3BC173E9-E503-AE49-A7EE-3A99B183C85A}"/>
          </ac:inkMkLst>
        </pc:inkChg>
        <pc:inkChg chg="add">
          <ac:chgData name="Aggie Menezes" userId="74619c95fa3483c9" providerId="LiveId" clId="{9985A848-EC86-A84C-866A-766BD99E161B}" dt="2021-01-18T04:17:41.536" v="82"/>
          <ac:inkMkLst>
            <pc:docMk/>
            <pc:sldMk cId="757517153" sldId="309"/>
            <ac:inkMk id="74" creationId="{18277529-8417-4A40-ADEC-733637414051}"/>
          </ac:inkMkLst>
        </pc:inkChg>
        <pc:inkChg chg="add">
          <ac:chgData name="Aggie Menezes" userId="74619c95fa3483c9" providerId="LiveId" clId="{9985A848-EC86-A84C-866A-766BD99E161B}" dt="2021-01-18T04:17:42.338" v="83"/>
          <ac:inkMkLst>
            <pc:docMk/>
            <pc:sldMk cId="757517153" sldId="309"/>
            <ac:inkMk id="75" creationId="{0332CE10-0896-A64F-BF45-3FE71F756858}"/>
          </ac:inkMkLst>
        </pc:inkChg>
        <pc:inkChg chg="add">
          <ac:chgData name="Aggie Menezes" userId="74619c95fa3483c9" providerId="LiveId" clId="{9985A848-EC86-A84C-866A-766BD99E161B}" dt="2021-01-18T04:17:42.838" v="84"/>
          <ac:inkMkLst>
            <pc:docMk/>
            <pc:sldMk cId="757517153" sldId="309"/>
            <ac:inkMk id="76" creationId="{3CC8490F-B430-3E47-B1AB-BDA8C016524A}"/>
          </ac:inkMkLst>
        </pc:inkChg>
        <pc:inkChg chg="add">
          <ac:chgData name="Aggie Menezes" userId="74619c95fa3483c9" providerId="LiveId" clId="{9985A848-EC86-A84C-866A-766BD99E161B}" dt="2021-01-18T04:17:43.171" v="85"/>
          <ac:inkMkLst>
            <pc:docMk/>
            <pc:sldMk cId="757517153" sldId="309"/>
            <ac:inkMk id="77" creationId="{CFB61587-F993-A744-943F-9B61EC579EE8}"/>
          </ac:inkMkLst>
        </pc:inkChg>
        <pc:inkChg chg="add">
          <ac:chgData name="Aggie Menezes" userId="74619c95fa3483c9" providerId="LiveId" clId="{9985A848-EC86-A84C-866A-766BD99E161B}" dt="2021-01-18T04:17:43.570" v="86"/>
          <ac:inkMkLst>
            <pc:docMk/>
            <pc:sldMk cId="757517153" sldId="309"/>
            <ac:inkMk id="78" creationId="{EC11D919-B443-5C46-BC9A-5EC035F38845}"/>
          </ac:inkMkLst>
        </pc:inkChg>
        <pc:inkChg chg="add">
          <ac:chgData name="Aggie Menezes" userId="74619c95fa3483c9" providerId="LiveId" clId="{9985A848-EC86-A84C-866A-766BD99E161B}" dt="2021-01-18T04:17:43.778" v="87"/>
          <ac:inkMkLst>
            <pc:docMk/>
            <pc:sldMk cId="757517153" sldId="309"/>
            <ac:inkMk id="79" creationId="{703F1FDD-7CB9-9743-B580-CBA5E86A51D9}"/>
          </ac:inkMkLst>
        </pc:inkChg>
        <pc:inkChg chg="add">
          <ac:chgData name="Aggie Menezes" userId="74619c95fa3483c9" providerId="LiveId" clId="{9985A848-EC86-A84C-866A-766BD99E161B}" dt="2021-01-18T04:17:44.072" v="88"/>
          <ac:inkMkLst>
            <pc:docMk/>
            <pc:sldMk cId="757517153" sldId="309"/>
            <ac:inkMk id="80" creationId="{1031B254-474C-C744-A21C-763E03EED18B}"/>
          </ac:inkMkLst>
        </pc:inkChg>
        <pc:inkChg chg="add">
          <ac:chgData name="Aggie Menezes" userId="74619c95fa3483c9" providerId="LiveId" clId="{9985A848-EC86-A84C-866A-766BD99E161B}" dt="2021-01-18T04:17:47.038" v="90"/>
          <ac:inkMkLst>
            <pc:docMk/>
            <pc:sldMk cId="757517153" sldId="309"/>
            <ac:inkMk id="82" creationId="{9B71C098-7140-F24B-B2AD-A6FDDC8C9833}"/>
          </ac:inkMkLst>
        </pc:inkChg>
        <pc:inkChg chg="add">
          <ac:chgData name="Aggie Menezes" userId="74619c95fa3483c9" providerId="LiveId" clId="{9985A848-EC86-A84C-866A-766BD99E161B}" dt="2021-01-18T04:17:47.339" v="91"/>
          <ac:inkMkLst>
            <pc:docMk/>
            <pc:sldMk cId="757517153" sldId="309"/>
            <ac:inkMk id="83" creationId="{FE9EB78B-6B62-D04C-8BC3-B9AE3304C224}"/>
          </ac:inkMkLst>
        </pc:inkChg>
        <pc:inkChg chg="add">
          <ac:chgData name="Aggie Menezes" userId="74619c95fa3483c9" providerId="LiveId" clId="{9985A848-EC86-A84C-866A-766BD99E161B}" dt="2021-01-18T04:17:47.648" v="92"/>
          <ac:inkMkLst>
            <pc:docMk/>
            <pc:sldMk cId="757517153" sldId="309"/>
            <ac:inkMk id="84" creationId="{5E8B2CA2-B927-4742-933C-E3DCEB9C7BBE}"/>
          </ac:inkMkLst>
        </pc:inkChg>
        <pc:inkChg chg="add">
          <ac:chgData name="Aggie Menezes" userId="74619c95fa3483c9" providerId="LiveId" clId="{9985A848-EC86-A84C-866A-766BD99E161B}" dt="2021-01-18T04:17:48.269" v="93"/>
          <ac:inkMkLst>
            <pc:docMk/>
            <pc:sldMk cId="757517153" sldId="309"/>
            <ac:inkMk id="85" creationId="{7F3F7D55-14D9-F74D-AB76-6A0130DAC92C}"/>
          </ac:inkMkLst>
        </pc:inkChg>
        <pc:inkChg chg="add">
          <ac:chgData name="Aggie Menezes" userId="74619c95fa3483c9" providerId="LiveId" clId="{9985A848-EC86-A84C-866A-766BD99E161B}" dt="2021-01-18T04:17:48.664" v="94"/>
          <ac:inkMkLst>
            <pc:docMk/>
            <pc:sldMk cId="757517153" sldId="309"/>
            <ac:inkMk id="86" creationId="{439F28DD-B8B3-7D4D-BC8E-13C60994BD83}"/>
          </ac:inkMkLst>
        </pc:inkChg>
        <pc:inkChg chg="add">
          <ac:chgData name="Aggie Menezes" userId="74619c95fa3483c9" providerId="LiveId" clId="{9985A848-EC86-A84C-866A-766BD99E161B}" dt="2021-01-18T04:17:49.069" v="95"/>
          <ac:inkMkLst>
            <pc:docMk/>
            <pc:sldMk cId="757517153" sldId="309"/>
            <ac:inkMk id="87" creationId="{D120134F-2EF8-FE43-8350-3E8558C2706A}"/>
          </ac:inkMkLst>
        </pc:inkChg>
        <pc:inkChg chg="add">
          <ac:chgData name="Aggie Menezes" userId="74619c95fa3483c9" providerId="LiveId" clId="{9985A848-EC86-A84C-866A-766BD99E161B}" dt="2021-01-18T04:17:49.502" v="96"/>
          <ac:inkMkLst>
            <pc:docMk/>
            <pc:sldMk cId="757517153" sldId="309"/>
            <ac:inkMk id="88" creationId="{EEF703A3-C31A-A944-BE28-EF47091C2BE5}"/>
          </ac:inkMkLst>
        </pc:inkChg>
        <pc:inkChg chg="add">
          <ac:chgData name="Aggie Menezes" userId="74619c95fa3483c9" providerId="LiveId" clId="{9985A848-EC86-A84C-866A-766BD99E161B}" dt="2021-01-18T04:17:49.661" v="97"/>
          <ac:inkMkLst>
            <pc:docMk/>
            <pc:sldMk cId="757517153" sldId="309"/>
            <ac:inkMk id="89" creationId="{0CEBB9C9-F3D9-B04F-84FF-1FB2A7CA3264}"/>
          </ac:inkMkLst>
        </pc:inkChg>
        <pc:inkChg chg="add">
          <ac:chgData name="Aggie Menezes" userId="74619c95fa3483c9" providerId="LiveId" clId="{9985A848-EC86-A84C-866A-766BD99E161B}" dt="2021-01-18T04:17:49.955" v="98"/>
          <ac:inkMkLst>
            <pc:docMk/>
            <pc:sldMk cId="757517153" sldId="309"/>
            <ac:inkMk id="90" creationId="{2E6BBFF3-3279-3943-8CCF-FD4946D787CB}"/>
          </ac:inkMkLst>
        </pc:inkChg>
        <pc:inkChg chg="add">
          <ac:chgData name="Aggie Menezes" userId="74619c95fa3483c9" providerId="LiveId" clId="{9985A848-EC86-A84C-866A-766BD99E161B}" dt="2021-01-18T04:18:19.407" v="100"/>
          <ac:inkMkLst>
            <pc:docMk/>
            <pc:sldMk cId="757517153" sldId="309"/>
            <ac:inkMk id="94" creationId="{49838C02-B5AE-574B-B751-D803A3581CD0}"/>
          </ac:inkMkLst>
        </pc:inkChg>
        <pc:inkChg chg="add">
          <ac:chgData name="Aggie Menezes" userId="74619c95fa3483c9" providerId="LiveId" clId="{9985A848-EC86-A84C-866A-766BD99E161B}" dt="2021-01-18T04:18:19.700" v="101"/>
          <ac:inkMkLst>
            <pc:docMk/>
            <pc:sldMk cId="757517153" sldId="309"/>
            <ac:inkMk id="95" creationId="{9495AE25-83BD-B545-A8BD-66A4975BF131}"/>
          </ac:inkMkLst>
        </pc:inkChg>
        <pc:inkChg chg="add">
          <ac:chgData name="Aggie Menezes" userId="74619c95fa3483c9" providerId="LiveId" clId="{9985A848-EC86-A84C-866A-766BD99E161B}" dt="2021-01-18T04:18:20.204" v="102"/>
          <ac:inkMkLst>
            <pc:docMk/>
            <pc:sldMk cId="757517153" sldId="309"/>
            <ac:inkMk id="96" creationId="{15A1A6CE-644E-C74B-81A1-FD80212C07A4}"/>
          </ac:inkMkLst>
        </pc:inkChg>
        <pc:inkChg chg="add">
          <ac:chgData name="Aggie Menezes" userId="74619c95fa3483c9" providerId="LiveId" clId="{9985A848-EC86-A84C-866A-766BD99E161B}" dt="2021-01-18T04:18:20.436" v="103"/>
          <ac:inkMkLst>
            <pc:docMk/>
            <pc:sldMk cId="757517153" sldId="309"/>
            <ac:inkMk id="97" creationId="{ADDC63B1-1FEE-7B44-9002-05FC171DF22E}"/>
          </ac:inkMkLst>
        </pc:inkChg>
        <pc:inkChg chg="add">
          <ac:chgData name="Aggie Menezes" userId="74619c95fa3483c9" providerId="LiveId" clId="{9985A848-EC86-A84C-866A-766BD99E161B}" dt="2021-01-18T04:18:20.732" v="104"/>
          <ac:inkMkLst>
            <pc:docMk/>
            <pc:sldMk cId="757517153" sldId="309"/>
            <ac:inkMk id="98" creationId="{6151622B-01FC-2642-BAD8-2042DA01E340}"/>
          </ac:inkMkLst>
        </pc:inkChg>
        <pc:inkChg chg="add">
          <ac:chgData name="Aggie Menezes" userId="74619c95fa3483c9" providerId="LiveId" clId="{9985A848-EC86-A84C-866A-766BD99E161B}" dt="2021-01-18T04:18:22.464" v="106"/>
          <ac:inkMkLst>
            <pc:docMk/>
            <pc:sldMk cId="757517153" sldId="309"/>
            <ac:inkMk id="100" creationId="{281F8ACE-1FDA-7A41-9344-02279BFC7D13}"/>
          </ac:inkMkLst>
        </pc:inkChg>
        <pc:inkChg chg="add">
          <ac:chgData name="Aggie Menezes" userId="74619c95fa3483c9" providerId="LiveId" clId="{9985A848-EC86-A84C-866A-766BD99E161B}" dt="2021-01-18T04:18:22.987" v="107"/>
          <ac:inkMkLst>
            <pc:docMk/>
            <pc:sldMk cId="757517153" sldId="309"/>
            <ac:inkMk id="101" creationId="{D2E8842B-6A13-7B4A-B835-A4A4116D3252}"/>
          </ac:inkMkLst>
        </pc:inkChg>
        <pc:inkChg chg="add">
          <ac:chgData name="Aggie Menezes" userId="74619c95fa3483c9" providerId="LiveId" clId="{9985A848-EC86-A84C-866A-766BD99E161B}" dt="2021-01-18T04:18:23.380" v="108"/>
          <ac:inkMkLst>
            <pc:docMk/>
            <pc:sldMk cId="757517153" sldId="309"/>
            <ac:inkMk id="102" creationId="{0E7A5A36-D366-E74A-8A36-CD5FB8DD1E6D}"/>
          </ac:inkMkLst>
        </pc:inkChg>
        <pc:inkChg chg="add">
          <ac:chgData name="Aggie Menezes" userId="74619c95fa3483c9" providerId="LiveId" clId="{9985A848-EC86-A84C-866A-766BD99E161B}" dt="2021-01-18T04:18:44.728" v="110"/>
          <ac:inkMkLst>
            <pc:docMk/>
            <pc:sldMk cId="757517153" sldId="309"/>
            <ac:inkMk id="104" creationId="{5C94E3C2-A574-CC47-B281-8928293FC6BE}"/>
          </ac:inkMkLst>
        </pc:inkChg>
        <pc:inkChg chg="add">
          <ac:chgData name="Aggie Menezes" userId="74619c95fa3483c9" providerId="LiveId" clId="{9985A848-EC86-A84C-866A-766BD99E161B}" dt="2021-01-18T04:19:13.288" v="111"/>
          <ac:inkMkLst>
            <pc:docMk/>
            <pc:sldMk cId="757517153" sldId="309"/>
            <ac:inkMk id="105" creationId="{25ADC415-80F8-B047-871C-C4CB18378AC1}"/>
          </ac:inkMkLst>
        </pc:inkChg>
        <pc:inkChg chg="add">
          <ac:chgData name="Aggie Menezes" userId="74619c95fa3483c9" providerId="LiveId" clId="{9985A848-EC86-A84C-866A-766BD99E161B}" dt="2021-01-18T04:19:13.747" v="112"/>
          <ac:inkMkLst>
            <pc:docMk/>
            <pc:sldMk cId="757517153" sldId="309"/>
            <ac:inkMk id="106" creationId="{09FC1EAC-7B91-BC4C-AADC-514787B74A9E}"/>
          </ac:inkMkLst>
        </pc:inkChg>
        <pc:inkChg chg="add">
          <ac:chgData name="Aggie Menezes" userId="74619c95fa3483c9" providerId="LiveId" clId="{9985A848-EC86-A84C-866A-766BD99E161B}" dt="2021-01-18T04:19:14.198" v="113"/>
          <ac:inkMkLst>
            <pc:docMk/>
            <pc:sldMk cId="757517153" sldId="309"/>
            <ac:inkMk id="107" creationId="{5DD251DF-0602-3245-BC17-A6C3B8B131DD}"/>
          </ac:inkMkLst>
        </pc:inkChg>
        <pc:inkChg chg="add">
          <ac:chgData name="Aggie Menezes" userId="74619c95fa3483c9" providerId="LiveId" clId="{9985A848-EC86-A84C-866A-766BD99E161B}" dt="2021-01-18T04:19:14.602" v="114"/>
          <ac:inkMkLst>
            <pc:docMk/>
            <pc:sldMk cId="757517153" sldId="309"/>
            <ac:inkMk id="108" creationId="{E30A9219-A2E3-F04F-B066-D0417E262FA2}"/>
          </ac:inkMkLst>
        </pc:inkChg>
        <pc:inkChg chg="add topLvl">
          <ac:chgData name="Aggie Menezes" userId="74619c95fa3483c9" providerId="LiveId" clId="{9985A848-EC86-A84C-866A-766BD99E161B}" dt="2021-01-18T04:19:29.185" v="124"/>
          <ac:inkMkLst>
            <pc:docMk/>
            <pc:sldMk cId="757517153" sldId="309"/>
            <ac:inkMk id="110" creationId="{E6103237-33F2-F644-BC65-8158D7E51561}"/>
          </ac:inkMkLst>
        </pc:inkChg>
        <pc:inkChg chg="add topLvl">
          <ac:chgData name="Aggie Menezes" userId="74619c95fa3483c9" providerId="LiveId" clId="{9985A848-EC86-A84C-866A-766BD99E161B}" dt="2021-01-18T04:19:29.185" v="124"/>
          <ac:inkMkLst>
            <pc:docMk/>
            <pc:sldMk cId="757517153" sldId="309"/>
            <ac:inkMk id="111" creationId="{442D6FD8-2315-CE4A-8064-3A396CDAE71A}"/>
          </ac:inkMkLst>
        </pc:inkChg>
        <pc:inkChg chg="add topLvl">
          <ac:chgData name="Aggie Menezes" userId="74619c95fa3483c9" providerId="LiveId" clId="{9985A848-EC86-A84C-866A-766BD99E161B}" dt="2021-01-18T04:19:29.185" v="124"/>
          <ac:inkMkLst>
            <pc:docMk/>
            <pc:sldMk cId="757517153" sldId="309"/>
            <ac:inkMk id="112" creationId="{5BE464E5-036F-0343-BFE1-2AFD14927614}"/>
          </ac:inkMkLst>
        </pc:inkChg>
        <pc:inkChg chg="add topLvl">
          <ac:chgData name="Aggie Menezes" userId="74619c95fa3483c9" providerId="LiveId" clId="{9985A848-EC86-A84C-866A-766BD99E161B}" dt="2021-01-18T04:19:29.185" v="124"/>
          <ac:inkMkLst>
            <pc:docMk/>
            <pc:sldMk cId="757517153" sldId="309"/>
            <ac:inkMk id="113" creationId="{00FBBCF2-806C-9F47-86BD-5534367960D1}"/>
          </ac:inkMkLst>
        </pc:inkChg>
        <pc:inkChg chg="add topLvl">
          <ac:chgData name="Aggie Menezes" userId="74619c95fa3483c9" providerId="LiveId" clId="{9985A848-EC86-A84C-866A-766BD99E161B}" dt="2021-01-18T04:19:29.185" v="124"/>
          <ac:inkMkLst>
            <pc:docMk/>
            <pc:sldMk cId="757517153" sldId="309"/>
            <ac:inkMk id="114" creationId="{0CD9241D-D1D9-674F-A445-56635DA0E7E5}"/>
          </ac:inkMkLst>
        </pc:inkChg>
        <pc:inkChg chg="add">
          <ac:chgData name="Aggie Menezes" userId="74619c95fa3483c9" providerId="LiveId" clId="{9985A848-EC86-A84C-866A-766BD99E161B}" dt="2021-01-18T04:19:25.907" v="122"/>
          <ac:inkMkLst>
            <pc:docMk/>
            <pc:sldMk cId="757517153" sldId="309"/>
            <ac:inkMk id="116" creationId="{89923ADA-DF1D-C94B-8E2B-940478DCB45B}"/>
          </ac:inkMkLst>
        </pc:inkChg>
        <pc:inkChg chg="add">
          <ac:chgData name="Aggie Menezes" userId="74619c95fa3483c9" providerId="LiveId" clId="{9985A848-EC86-A84C-866A-766BD99E161B}" dt="2021-01-18T04:19:28.345" v="123"/>
          <ac:inkMkLst>
            <pc:docMk/>
            <pc:sldMk cId="757517153" sldId="309"/>
            <ac:inkMk id="117" creationId="{35AE5B46-6D91-3241-AF1D-7C70D7603301}"/>
          </ac:inkMkLst>
        </pc:inkChg>
      </pc:sldChg>
      <pc:sldChg chg="addSp delSp new">
        <pc:chgData name="Aggie Menezes" userId="74619c95fa3483c9" providerId="LiveId" clId="{9985A848-EC86-A84C-866A-766BD99E161B}" dt="2021-01-25T08:00:27.116" v="997"/>
        <pc:sldMkLst>
          <pc:docMk/>
          <pc:sldMk cId="1344552256" sldId="310"/>
        </pc:sldMkLst>
        <pc:grpChg chg="add del">
          <ac:chgData name="Aggie Menezes" userId="74619c95fa3483c9" providerId="LiveId" clId="{9985A848-EC86-A84C-866A-766BD99E161B}" dt="2021-01-25T07:58:08.193" v="931"/>
          <ac:grpSpMkLst>
            <pc:docMk/>
            <pc:sldMk cId="1344552256" sldId="310"/>
            <ac:grpSpMk id="9" creationId="{465B3751-534C-4541-AE2D-DFCA6C2E041A}"/>
          </ac:grpSpMkLst>
        </pc:grpChg>
        <pc:grpChg chg="add del">
          <ac:chgData name="Aggie Menezes" userId="74619c95fa3483c9" providerId="LiveId" clId="{9985A848-EC86-A84C-866A-766BD99E161B}" dt="2021-01-25T07:58:10.297" v="934"/>
          <ac:grpSpMkLst>
            <pc:docMk/>
            <pc:sldMk cId="1344552256" sldId="310"/>
            <ac:grpSpMk id="15" creationId="{89DE62C6-1327-D547-94C9-1079A34FE491}"/>
          </ac:grpSpMkLst>
        </pc:grpChg>
        <pc:grpChg chg="add">
          <ac:chgData name="Aggie Menezes" userId="74619c95fa3483c9" providerId="LiveId" clId="{9985A848-EC86-A84C-866A-766BD99E161B}" dt="2021-01-25T07:58:10.297" v="934"/>
          <ac:grpSpMkLst>
            <pc:docMk/>
            <pc:sldMk cId="1344552256" sldId="310"/>
            <ac:grpSpMk id="18" creationId="{5E711AD9-14C6-3C4E-8556-EB924AD601FE}"/>
          </ac:grpSpMkLst>
        </pc:grpChg>
        <pc:grpChg chg="add">
          <ac:chgData name="Aggie Menezes" userId="74619c95fa3483c9" providerId="LiveId" clId="{9985A848-EC86-A84C-866A-766BD99E161B}" dt="2021-01-25T07:58:12.050" v="937"/>
          <ac:grpSpMkLst>
            <pc:docMk/>
            <pc:sldMk cId="1344552256" sldId="310"/>
            <ac:grpSpMk id="21" creationId="{77192936-78EA-C94B-9CD3-56C8A93C03D2}"/>
          </ac:grpSpMkLst>
        </pc:grpChg>
        <pc:grpChg chg="add del">
          <ac:chgData name="Aggie Menezes" userId="74619c95fa3483c9" providerId="LiveId" clId="{9985A848-EC86-A84C-866A-766BD99E161B}" dt="2021-01-25T07:58:56.380" v="952"/>
          <ac:grpSpMkLst>
            <pc:docMk/>
            <pc:sldMk cId="1344552256" sldId="310"/>
            <ac:grpSpMk id="32" creationId="{4BE146B7-F93F-2E41-8B6B-E77E2181AB93}"/>
          </ac:grpSpMkLst>
        </pc:grpChg>
        <pc:grpChg chg="add">
          <ac:chgData name="Aggie Menezes" userId="74619c95fa3483c9" providerId="LiveId" clId="{9985A848-EC86-A84C-866A-766BD99E161B}" dt="2021-01-25T07:58:56.380" v="952"/>
          <ac:grpSpMkLst>
            <pc:docMk/>
            <pc:sldMk cId="1344552256" sldId="310"/>
            <ac:grpSpMk id="36" creationId="{BF29DC94-D872-5042-AC3D-B3F1A1667559}"/>
          </ac:grpSpMkLst>
        </pc:grpChg>
        <pc:grpChg chg="add">
          <ac:chgData name="Aggie Menezes" userId="74619c95fa3483c9" providerId="LiveId" clId="{9985A848-EC86-A84C-866A-766BD99E161B}" dt="2021-01-25T07:59:12.090" v="962"/>
          <ac:grpSpMkLst>
            <pc:docMk/>
            <pc:sldMk cId="1344552256" sldId="310"/>
            <ac:grpSpMk id="46" creationId="{1139D41F-D49C-F740-A2B3-EE742924161D}"/>
          </ac:grpSpMkLst>
        </pc:grpChg>
        <pc:grpChg chg="add">
          <ac:chgData name="Aggie Menezes" userId="74619c95fa3483c9" providerId="LiveId" clId="{9985A848-EC86-A84C-866A-766BD99E161B}" dt="2021-01-25T07:59:23.472" v="965"/>
          <ac:grpSpMkLst>
            <pc:docMk/>
            <pc:sldMk cId="1344552256" sldId="310"/>
            <ac:grpSpMk id="49" creationId="{32B10938-6F13-3345-A284-6F71E2F2AC4D}"/>
          </ac:grpSpMkLst>
        </pc:grpChg>
        <pc:grpChg chg="add del">
          <ac:chgData name="Aggie Menezes" userId="74619c95fa3483c9" providerId="LiveId" clId="{9985A848-EC86-A84C-866A-766BD99E161B}" dt="2021-01-25T08:00:00.337" v="977"/>
          <ac:grpSpMkLst>
            <pc:docMk/>
            <pc:sldMk cId="1344552256" sldId="310"/>
            <ac:grpSpMk id="56" creationId="{3805EB6E-A427-774B-A26D-0037C887454C}"/>
          </ac:grpSpMkLst>
        </pc:grpChg>
        <pc:grpChg chg="add">
          <ac:chgData name="Aggie Menezes" userId="74619c95fa3483c9" providerId="LiveId" clId="{9985A848-EC86-A84C-866A-766BD99E161B}" dt="2021-01-25T08:00:00.337" v="977"/>
          <ac:grpSpMkLst>
            <pc:docMk/>
            <pc:sldMk cId="1344552256" sldId="310"/>
            <ac:grpSpMk id="61" creationId="{E7A051A6-AEAE-854C-8E2C-1761FB178D26}"/>
          </ac:grpSpMkLst>
        </pc:grpChg>
        <pc:grpChg chg="add">
          <ac:chgData name="Aggie Menezes" userId="74619c95fa3483c9" providerId="LiveId" clId="{9985A848-EC86-A84C-866A-766BD99E161B}" dt="2021-01-25T08:00:12.127" v="982"/>
          <ac:grpSpMkLst>
            <pc:docMk/>
            <pc:sldMk cId="1344552256" sldId="310"/>
            <ac:grpSpMk id="66" creationId="{6A010771-9171-2D4E-975B-4A0C2C298813}"/>
          </ac:grpSpMkLst>
        </pc:grpChg>
        <pc:grpChg chg="add">
          <ac:chgData name="Aggie Menezes" userId="74619c95fa3483c9" providerId="LiveId" clId="{9985A848-EC86-A84C-866A-766BD99E161B}" dt="2021-01-25T08:00:14.173" v="991"/>
          <ac:grpSpMkLst>
            <pc:docMk/>
            <pc:sldMk cId="1344552256" sldId="310"/>
            <ac:grpSpMk id="75" creationId="{3B19F256-EA20-8647-91C8-F44D68CB93F1}"/>
          </ac:grpSpMkLst>
        </pc:grpChg>
        <pc:grpChg chg="add">
          <ac:chgData name="Aggie Menezes" userId="74619c95fa3483c9" providerId="LiveId" clId="{9985A848-EC86-A84C-866A-766BD99E161B}" dt="2021-01-25T08:00:14.173" v="991"/>
          <ac:grpSpMkLst>
            <pc:docMk/>
            <pc:sldMk cId="1344552256" sldId="310"/>
            <ac:grpSpMk id="76" creationId="{556B2A4A-868E-9C4F-A644-8A0ABEA2C35B}"/>
          </ac:grpSpMkLst>
        </pc:grpChg>
        <pc:grpChg chg="add">
          <ac:chgData name="Aggie Menezes" userId="74619c95fa3483c9" providerId="LiveId" clId="{9985A848-EC86-A84C-866A-766BD99E161B}" dt="2021-01-25T08:00:27.116" v="997"/>
          <ac:grpSpMkLst>
            <pc:docMk/>
            <pc:sldMk cId="1344552256" sldId="310"/>
            <ac:grpSpMk id="82" creationId="{B0F87B0D-49D5-F24E-BC09-5A470B38816F}"/>
          </ac:grpSpMkLst>
        </pc:grpChg>
        <pc:inkChg chg="add topLvl">
          <ac:chgData name="Aggie Menezes" userId="74619c95fa3483c9" providerId="LiveId" clId="{9985A848-EC86-A84C-866A-766BD99E161B}" dt="2021-01-25T07:58:10.297" v="934"/>
          <ac:inkMkLst>
            <pc:docMk/>
            <pc:sldMk cId="1344552256" sldId="310"/>
            <ac:inkMk id="3" creationId="{ECEEE985-EE63-8248-A597-F8C8C0FA5351}"/>
          </ac:inkMkLst>
        </pc:inkChg>
        <pc:inkChg chg="add topLvl">
          <ac:chgData name="Aggie Menezes" userId="74619c95fa3483c9" providerId="LiveId" clId="{9985A848-EC86-A84C-866A-766BD99E161B}" dt="2021-01-25T07:58:10.297" v="934"/>
          <ac:inkMkLst>
            <pc:docMk/>
            <pc:sldMk cId="1344552256" sldId="310"/>
            <ac:inkMk id="4" creationId="{0000F3A6-9BF5-4244-A4BA-4C1C0708B2AB}"/>
          </ac:inkMkLst>
        </pc:inkChg>
        <pc:inkChg chg="add topLvl">
          <ac:chgData name="Aggie Menezes" userId="74619c95fa3483c9" providerId="LiveId" clId="{9985A848-EC86-A84C-866A-766BD99E161B}" dt="2021-01-25T07:58:10.297" v="934"/>
          <ac:inkMkLst>
            <pc:docMk/>
            <pc:sldMk cId="1344552256" sldId="310"/>
            <ac:inkMk id="5" creationId="{A260AAFD-164E-C64A-BCB9-51D3A43B926E}"/>
          </ac:inkMkLst>
        </pc:inkChg>
        <pc:inkChg chg="add topLvl">
          <ac:chgData name="Aggie Menezes" userId="74619c95fa3483c9" providerId="LiveId" clId="{9985A848-EC86-A84C-866A-766BD99E161B}" dt="2021-01-25T07:58:10.297" v="934"/>
          <ac:inkMkLst>
            <pc:docMk/>
            <pc:sldMk cId="1344552256" sldId="310"/>
            <ac:inkMk id="6" creationId="{E02BAFEE-DB30-A84E-9781-A35B180D025B}"/>
          </ac:inkMkLst>
        </pc:inkChg>
        <pc:inkChg chg="add topLvl">
          <ac:chgData name="Aggie Menezes" userId="74619c95fa3483c9" providerId="LiveId" clId="{9985A848-EC86-A84C-866A-766BD99E161B}" dt="2021-01-25T07:58:10.297" v="934"/>
          <ac:inkMkLst>
            <pc:docMk/>
            <pc:sldMk cId="1344552256" sldId="310"/>
            <ac:inkMk id="7" creationId="{6FDD8200-7FF5-434F-9000-9E569B7D70FC}"/>
          </ac:inkMkLst>
        </pc:inkChg>
        <pc:inkChg chg="add topLvl">
          <ac:chgData name="Aggie Menezes" userId="74619c95fa3483c9" providerId="LiveId" clId="{9985A848-EC86-A84C-866A-766BD99E161B}" dt="2021-01-25T07:58:10.297" v="934"/>
          <ac:inkMkLst>
            <pc:docMk/>
            <pc:sldMk cId="1344552256" sldId="310"/>
            <ac:inkMk id="8" creationId="{B070B836-823E-A74E-A404-37829FFED6B5}"/>
          </ac:inkMkLst>
        </pc:inkChg>
        <pc:inkChg chg="add topLvl">
          <ac:chgData name="Aggie Menezes" userId="74619c95fa3483c9" providerId="LiveId" clId="{9985A848-EC86-A84C-866A-766BD99E161B}" dt="2021-01-25T07:58:10.297" v="934"/>
          <ac:inkMkLst>
            <pc:docMk/>
            <pc:sldMk cId="1344552256" sldId="310"/>
            <ac:inkMk id="10" creationId="{CE3ACF17-0D2E-4647-AA0A-EAA924FB98C1}"/>
          </ac:inkMkLst>
        </pc:inkChg>
        <pc:inkChg chg="add topLvl">
          <ac:chgData name="Aggie Menezes" userId="74619c95fa3483c9" providerId="LiveId" clId="{9985A848-EC86-A84C-866A-766BD99E161B}" dt="2021-01-25T07:58:10.297" v="934"/>
          <ac:inkMkLst>
            <pc:docMk/>
            <pc:sldMk cId="1344552256" sldId="310"/>
            <ac:inkMk id="11" creationId="{742BA02E-A7F6-7A44-8D33-00A34C6F1BC7}"/>
          </ac:inkMkLst>
        </pc:inkChg>
        <pc:inkChg chg="add topLvl">
          <ac:chgData name="Aggie Menezes" userId="74619c95fa3483c9" providerId="LiveId" clId="{9985A848-EC86-A84C-866A-766BD99E161B}" dt="2021-01-25T07:58:10.297" v="934"/>
          <ac:inkMkLst>
            <pc:docMk/>
            <pc:sldMk cId="1344552256" sldId="310"/>
            <ac:inkMk id="12" creationId="{C88E5537-3CA5-E24E-AAC6-045048AB0B4F}"/>
          </ac:inkMkLst>
        </pc:inkChg>
        <pc:inkChg chg="add topLvl">
          <ac:chgData name="Aggie Menezes" userId="74619c95fa3483c9" providerId="LiveId" clId="{9985A848-EC86-A84C-866A-766BD99E161B}" dt="2021-01-25T07:58:10.297" v="934"/>
          <ac:inkMkLst>
            <pc:docMk/>
            <pc:sldMk cId="1344552256" sldId="310"/>
            <ac:inkMk id="13" creationId="{A9B1D42A-A52F-B043-95C2-D78ED85E84D6}"/>
          </ac:inkMkLst>
        </pc:inkChg>
        <pc:inkChg chg="add topLvl">
          <ac:chgData name="Aggie Menezes" userId="74619c95fa3483c9" providerId="LiveId" clId="{9985A848-EC86-A84C-866A-766BD99E161B}" dt="2021-01-25T07:58:10.297" v="934"/>
          <ac:inkMkLst>
            <pc:docMk/>
            <pc:sldMk cId="1344552256" sldId="310"/>
            <ac:inkMk id="14" creationId="{A3429314-32B1-9246-B54E-3BF72DAB0811}"/>
          </ac:inkMkLst>
        </pc:inkChg>
        <pc:inkChg chg="add">
          <ac:chgData name="Aggie Menezes" userId="74619c95fa3483c9" providerId="LiveId" clId="{9985A848-EC86-A84C-866A-766BD99E161B}" dt="2021-01-25T07:58:09.232" v="932"/>
          <ac:inkMkLst>
            <pc:docMk/>
            <pc:sldMk cId="1344552256" sldId="310"/>
            <ac:inkMk id="16" creationId="{415B041A-7347-A346-A474-5118F0A504E0}"/>
          </ac:inkMkLst>
        </pc:inkChg>
        <pc:inkChg chg="add">
          <ac:chgData name="Aggie Menezes" userId="74619c95fa3483c9" providerId="LiveId" clId="{9985A848-EC86-A84C-866A-766BD99E161B}" dt="2021-01-25T07:58:09.731" v="933"/>
          <ac:inkMkLst>
            <pc:docMk/>
            <pc:sldMk cId="1344552256" sldId="310"/>
            <ac:inkMk id="17" creationId="{FAC344BA-C9B1-7E42-A1F6-D080706570F4}"/>
          </ac:inkMkLst>
        </pc:inkChg>
        <pc:inkChg chg="add">
          <ac:chgData name="Aggie Menezes" userId="74619c95fa3483c9" providerId="LiveId" clId="{9985A848-EC86-A84C-866A-766BD99E161B}" dt="2021-01-25T07:58:10.489" v="935"/>
          <ac:inkMkLst>
            <pc:docMk/>
            <pc:sldMk cId="1344552256" sldId="310"/>
            <ac:inkMk id="19" creationId="{0D7DBF11-906A-774C-8ED2-26FBA6895B48}"/>
          </ac:inkMkLst>
        </pc:inkChg>
        <pc:inkChg chg="add">
          <ac:chgData name="Aggie Menezes" userId="74619c95fa3483c9" providerId="LiveId" clId="{9985A848-EC86-A84C-866A-766BD99E161B}" dt="2021-01-25T07:58:11.505" v="936"/>
          <ac:inkMkLst>
            <pc:docMk/>
            <pc:sldMk cId="1344552256" sldId="310"/>
            <ac:inkMk id="20" creationId="{17A6232C-5B56-A443-9B1B-0A9F1E21E2A9}"/>
          </ac:inkMkLst>
        </pc:inkChg>
        <pc:inkChg chg="add">
          <ac:chgData name="Aggie Menezes" userId="74619c95fa3483c9" providerId="LiveId" clId="{9985A848-EC86-A84C-866A-766BD99E161B}" dt="2021-01-25T07:58:12.414" v="938"/>
          <ac:inkMkLst>
            <pc:docMk/>
            <pc:sldMk cId="1344552256" sldId="310"/>
            <ac:inkMk id="22" creationId="{C9E0A608-CC5D-5048-A79E-AC46BBFB8090}"/>
          </ac:inkMkLst>
        </pc:inkChg>
        <pc:inkChg chg="add">
          <ac:chgData name="Aggie Menezes" userId="74619c95fa3483c9" providerId="LiveId" clId="{9985A848-EC86-A84C-866A-766BD99E161B}" dt="2021-01-25T07:58:12.777" v="939"/>
          <ac:inkMkLst>
            <pc:docMk/>
            <pc:sldMk cId="1344552256" sldId="310"/>
            <ac:inkMk id="23" creationId="{9257FE76-3F54-C542-8E91-F5D10687599E}"/>
          </ac:inkMkLst>
        </pc:inkChg>
        <pc:inkChg chg="add">
          <ac:chgData name="Aggie Menezes" userId="74619c95fa3483c9" providerId="LiveId" clId="{9985A848-EC86-A84C-866A-766BD99E161B}" dt="2021-01-25T07:58:13.144" v="940"/>
          <ac:inkMkLst>
            <pc:docMk/>
            <pc:sldMk cId="1344552256" sldId="310"/>
            <ac:inkMk id="24" creationId="{604DB70F-97E5-654B-B496-400964EA7A9A}"/>
          </ac:inkMkLst>
        </pc:inkChg>
        <pc:inkChg chg="add topLvl">
          <ac:chgData name="Aggie Menezes" userId="74619c95fa3483c9" providerId="LiveId" clId="{9985A848-EC86-A84C-866A-766BD99E161B}" dt="2021-01-25T07:58:56.380" v="952"/>
          <ac:inkMkLst>
            <pc:docMk/>
            <pc:sldMk cId="1344552256" sldId="310"/>
            <ac:inkMk id="25" creationId="{E7894B38-A7BF-F44F-AE1B-FEC5405DD31F}"/>
          </ac:inkMkLst>
        </pc:inkChg>
        <pc:inkChg chg="add topLvl">
          <ac:chgData name="Aggie Menezes" userId="74619c95fa3483c9" providerId="LiveId" clId="{9985A848-EC86-A84C-866A-766BD99E161B}" dt="2021-01-25T07:58:56.380" v="952"/>
          <ac:inkMkLst>
            <pc:docMk/>
            <pc:sldMk cId="1344552256" sldId="310"/>
            <ac:inkMk id="26" creationId="{9215FB82-8B89-CC45-9E60-D9855066FBD3}"/>
          </ac:inkMkLst>
        </pc:inkChg>
        <pc:inkChg chg="add topLvl">
          <ac:chgData name="Aggie Menezes" userId="74619c95fa3483c9" providerId="LiveId" clId="{9985A848-EC86-A84C-866A-766BD99E161B}" dt="2021-01-25T07:58:56.380" v="952"/>
          <ac:inkMkLst>
            <pc:docMk/>
            <pc:sldMk cId="1344552256" sldId="310"/>
            <ac:inkMk id="27" creationId="{FDCDAA76-4497-5A4F-82D2-084E632A1853}"/>
          </ac:inkMkLst>
        </pc:inkChg>
        <pc:inkChg chg="add topLvl">
          <ac:chgData name="Aggie Menezes" userId="74619c95fa3483c9" providerId="LiveId" clId="{9985A848-EC86-A84C-866A-766BD99E161B}" dt="2021-01-25T07:58:56.380" v="952"/>
          <ac:inkMkLst>
            <pc:docMk/>
            <pc:sldMk cId="1344552256" sldId="310"/>
            <ac:inkMk id="28" creationId="{A0F1C8C7-8089-BE42-B51D-87889805BEFB}"/>
          </ac:inkMkLst>
        </pc:inkChg>
        <pc:inkChg chg="add topLvl">
          <ac:chgData name="Aggie Menezes" userId="74619c95fa3483c9" providerId="LiveId" clId="{9985A848-EC86-A84C-866A-766BD99E161B}" dt="2021-01-25T07:58:56.380" v="952"/>
          <ac:inkMkLst>
            <pc:docMk/>
            <pc:sldMk cId="1344552256" sldId="310"/>
            <ac:inkMk id="29" creationId="{20F2112F-0922-B147-A106-6ED7F0804723}"/>
          </ac:inkMkLst>
        </pc:inkChg>
        <pc:inkChg chg="add topLvl">
          <ac:chgData name="Aggie Menezes" userId="74619c95fa3483c9" providerId="LiveId" clId="{9985A848-EC86-A84C-866A-766BD99E161B}" dt="2021-01-25T07:58:56.380" v="952"/>
          <ac:inkMkLst>
            <pc:docMk/>
            <pc:sldMk cId="1344552256" sldId="310"/>
            <ac:inkMk id="30" creationId="{FEB733D1-16E7-6E4B-A3B7-5C5706742A99}"/>
          </ac:inkMkLst>
        </pc:inkChg>
        <pc:inkChg chg="add topLvl">
          <ac:chgData name="Aggie Menezes" userId="74619c95fa3483c9" providerId="LiveId" clId="{9985A848-EC86-A84C-866A-766BD99E161B}" dt="2021-01-25T07:58:56.380" v="952"/>
          <ac:inkMkLst>
            <pc:docMk/>
            <pc:sldMk cId="1344552256" sldId="310"/>
            <ac:inkMk id="31" creationId="{8E85D83A-963B-3249-89A7-5C4876C264A7}"/>
          </ac:inkMkLst>
        </pc:inkChg>
        <pc:inkChg chg="add">
          <ac:chgData name="Aggie Menezes" userId="74619c95fa3483c9" providerId="LiveId" clId="{9985A848-EC86-A84C-866A-766BD99E161B}" dt="2021-01-25T07:58:41.274" v="949"/>
          <ac:inkMkLst>
            <pc:docMk/>
            <pc:sldMk cId="1344552256" sldId="310"/>
            <ac:inkMk id="33" creationId="{65B06C5C-5474-3944-A7C2-083071368493}"/>
          </ac:inkMkLst>
        </pc:inkChg>
        <pc:inkChg chg="add">
          <ac:chgData name="Aggie Menezes" userId="74619c95fa3483c9" providerId="LiveId" clId="{9985A848-EC86-A84C-866A-766BD99E161B}" dt="2021-01-25T07:58:50.297" v="950"/>
          <ac:inkMkLst>
            <pc:docMk/>
            <pc:sldMk cId="1344552256" sldId="310"/>
            <ac:inkMk id="34" creationId="{A4566152-EAE7-6340-9E61-852AAEA36FC4}"/>
          </ac:inkMkLst>
        </pc:inkChg>
        <pc:inkChg chg="add">
          <ac:chgData name="Aggie Menezes" userId="74619c95fa3483c9" providerId="LiveId" clId="{9985A848-EC86-A84C-866A-766BD99E161B}" dt="2021-01-25T07:58:55.865" v="951"/>
          <ac:inkMkLst>
            <pc:docMk/>
            <pc:sldMk cId="1344552256" sldId="310"/>
            <ac:inkMk id="35" creationId="{27334C1D-53AA-F448-A93B-D218767AA4A1}"/>
          </ac:inkMkLst>
        </pc:inkChg>
        <pc:inkChg chg="add">
          <ac:chgData name="Aggie Menezes" userId="74619c95fa3483c9" providerId="LiveId" clId="{9985A848-EC86-A84C-866A-766BD99E161B}" dt="2021-01-25T07:59:09.343" v="953"/>
          <ac:inkMkLst>
            <pc:docMk/>
            <pc:sldMk cId="1344552256" sldId="310"/>
            <ac:inkMk id="37" creationId="{A4A301D1-84D7-CD4A-9360-AE36B4F7B037}"/>
          </ac:inkMkLst>
        </pc:inkChg>
        <pc:inkChg chg="add">
          <ac:chgData name="Aggie Menezes" userId="74619c95fa3483c9" providerId="LiveId" clId="{9985A848-EC86-A84C-866A-766BD99E161B}" dt="2021-01-25T07:59:09.924" v="954"/>
          <ac:inkMkLst>
            <pc:docMk/>
            <pc:sldMk cId="1344552256" sldId="310"/>
            <ac:inkMk id="38" creationId="{ED69FAAC-407F-E341-AC4D-037E48360AA2}"/>
          </ac:inkMkLst>
        </pc:inkChg>
        <pc:inkChg chg="add">
          <ac:chgData name="Aggie Menezes" userId="74619c95fa3483c9" providerId="LiveId" clId="{9985A848-EC86-A84C-866A-766BD99E161B}" dt="2021-01-25T07:59:10.087" v="955"/>
          <ac:inkMkLst>
            <pc:docMk/>
            <pc:sldMk cId="1344552256" sldId="310"/>
            <ac:inkMk id="39" creationId="{0F6555E7-7F31-5749-A1A5-5075195C2CF2}"/>
          </ac:inkMkLst>
        </pc:inkChg>
        <pc:inkChg chg="add">
          <ac:chgData name="Aggie Menezes" userId="74619c95fa3483c9" providerId="LiveId" clId="{9985A848-EC86-A84C-866A-766BD99E161B}" dt="2021-01-25T07:59:10.251" v="956"/>
          <ac:inkMkLst>
            <pc:docMk/>
            <pc:sldMk cId="1344552256" sldId="310"/>
            <ac:inkMk id="40" creationId="{792D07E5-E77D-054B-9F81-5405A80E7DCE}"/>
          </ac:inkMkLst>
        </pc:inkChg>
        <pc:inkChg chg="add">
          <ac:chgData name="Aggie Menezes" userId="74619c95fa3483c9" providerId="LiveId" clId="{9985A848-EC86-A84C-866A-766BD99E161B}" dt="2021-01-25T07:59:10.392" v="957"/>
          <ac:inkMkLst>
            <pc:docMk/>
            <pc:sldMk cId="1344552256" sldId="310"/>
            <ac:inkMk id="41" creationId="{D3C67CBF-E2E0-3441-A07B-FC9D9657CD1A}"/>
          </ac:inkMkLst>
        </pc:inkChg>
        <pc:inkChg chg="add">
          <ac:chgData name="Aggie Menezes" userId="74619c95fa3483c9" providerId="LiveId" clId="{9985A848-EC86-A84C-866A-766BD99E161B}" dt="2021-01-25T07:59:10.695" v="958"/>
          <ac:inkMkLst>
            <pc:docMk/>
            <pc:sldMk cId="1344552256" sldId="310"/>
            <ac:inkMk id="42" creationId="{6CC68EA5-0606-7D49-AB7F-35F5E621A749}"/>
          </ac:inkMkLst>
        </pc:inkChg>
        <pc:inkChg chg="add">
          <ac:chgData name="Aggie Menezes" userId="74619c95fa3483c9" providerId="LiveId" clId="{9985A848-EC86-A84C-866A-766BD99E161B}" dt="2021-01-25T07:59:11.293" v="959"/>
          <ac:inkMkLst>
            <pc:docMk/>
            <pc:sldMk cId="1344552256" sldId="310"/>
            <ac:inkMk id="43" creationId="{7DA5324C-6A9A-FD43-98D1-533031F456D9}"/>
          </ac:inkMkLst>
        </pc:inkChg>
        <pc:inkChg chg="add">
          <ac:chgData name="Aggie Menezes" userId="74619c95fa3483c9" providerId="LiveId" clId="{9985A848-EC86-A84C-866A-766BD99E161B}" dt="2021-01-25T07:59:11.471" v="960"/>
          <ac:inkMkLst>
            <pc:docMk/>
            <pc:sldMk cId="1344552256" sldId="310"/>
            <ac:inkMk id="44" creationId="{030B4E81-8136-C14D-8C61-15E63E329D42}"/>
          </ac:inkMkLst>
        </pc:inkChg>
        <pc:inkChg chg="add">
          <ac:chgData name="Aggie Menezes" userId="74619c95fa3483c9" providerId="LiveId" clId="{9985A848-EC86-A84C-866A-766BD99E161B}" dt="2021-01-25T07:59:11.568" v="961"/>
          <ac:inkMkLst>
            <pc:docMk/>
            <pc:sldMk cId="1344552256" sldId="310"/>
            <ac:inkMk id="45" creationId="{37860C5B-977F-6240-8037-69A283AE3E05}"/>
          </ac:inkMkLst>
        </pc:inkChg>
        <pc:inkChg chg="add">
          <ac:chgData name="Aggie Menezes" userId="74619c95fa3483c9" providerId="LiveId" clId="{9985A848-EC86-A84C-866A-766BD99E161B}" dt="2021-01-25T07:59:20.730" v="963"/>
          <ac:inkMkLst>
            <pc:docMk/>
            <pc:sldMk cId="1344552256" sldId="310"/>
            <ac:inkMk id="47" creationId="{649156C7-60B8-A140-B0D4-EA7A3F202253}"/>
          </ac:inkMkLst>
        </pc:inkChg>
        <pc:inkChg chg="add">
          <ac:chgData name="Aggie Menezes" userId="74619c95fa3483c9" providerId="LiveId" clId="{9985A848-EC86-A84C-866A-766BD99E161B}" dt="2021-01-25T07:59:22.874" v="964"/>
          <ac:inkMkLst>
            <pc:docMk/>
            <pc:sldMk cId="1344552256" sldId="310"/>
            <ac:inkMk id="48" creationId="{1A745915-CC8F-014A-928D-2E78E7375791}"/>
          </ac:inkMkLst>
        </pc:inkChg>
        <pc:inkChg chg="add">
          <ac:chgData name="Aggie Menezes" userId="74619c95fa3483c9" providerId="LiveId" clId="{9985A848-EC86-A84C-866A-766BD99E161B}" dt="2021-01-25T07:59:32.755" v="966"/>
          <ac:inkMkLst>
            <pc:docMk/>
            <pc:sldMk cId="1344552256" sldId="310"/>
            <ac:inkMk id="50" creationId="{1BBFB6BE-4639-6541-BA80-6A8C92ADF439}"/>
          </ac:inkMkLst>
        </pc:inkChg>
        <pc:inkChg chg="add">
          <ac:chgData name="Aggie Menezes" userId="74619c95fa3483c9" providerId="LiveId" clId="{9985A848-EC86-A84C-866A-766BD99E161B}" dt="2021-01-25T07:59:40.950" v="967"/>
          <ac:inkMkLst>
            <pc:docMk/>
            <pc:sldMk cId="1344552256" sldId="310"/>
            <ac:inkMk id="51" creationId="{EADEC4FF-FC97-E347-8899-ACE030AEA1A0}"/>
          </ac:inkMkLst>
        </pc:inkChg>
        <pc:inkChg chg="add topLvl">
          <ac:chgData name="Aggie Menezes" userId="74619c95fa3483c9" providerId="LiveId" clId="{9985A848-EC86-A84C-866A-766BD99E161B}" dt="2021-01-25T08:00:00.337" v="977"/>
          <ac:inkMkLst>
            <pc:docMk/>
            <pc:sldMk cId="1344552256" sldId="310"/>
            <ac:inkMk id="52" creationId="{9C649BB9-B844-3948-B744-03557615E5C4}"/>
          </ac:inkMkLst>
        </pc:inkChg>
        <pc:inkChg chg="add topLvl">
          <ac:chgData name="Aggie Menezes" userId="74619c95fa3483c9" providerId="LiveId" clId="{9985A848-EC86-A84C-866A-766BD99E161B}" dt="2021-01-25T08:00:00.337" v="977"/>
          <ac:inkMkLst>
            <pc:docMk/>
            <pc:sldMk cId="1344552256" sldId="310"/>
            <ac:inkMk id="53" creationId="{BC3D7E72-AA01-5E48-B4BA-4EA00646317C}"/>
          </ac:inkMkLst>
        </pc:inkChg>
        <pc:inkChg chg="add topLvl">
          <ac:chgData name="Aggie Menezes" userId="74619c95fa3483c9" providerId="LiveId" clId="{9985A848-EC86-A84C-866A-766BD99E161B}" dt="2021-01-25T08:00:00.337" v="977"/>
          <ac:inkMkLst>
            <pc:docMk/>
            <pc:sldMk cId="1344552256" sldId="310"/>
            <ac:inkMk id="54" creationId="{155BBF3E-3EBB-C64C-92D1-00F0C89BCD81}"/>
          </ac:inkMkLst>
        </pc:inkChg>
        <pc:inkChg chg="add topLvl">
          <ac:chgData name="Aggie Menezes" userId="74619c95fa3483c9" providerId="LiveId" clId="{9985A848-EC86-A84C-866A-766BD99E161B}" dt="2021-01-25T08:00:00.337" v="977"/>
          <ac:inkMkLst>
            <pc:docMk/>
            <pc:sldMk cId="1344552256" sldId="310"/>
            <ac:inkMk id="55" creationId="{78DACB8C-2EB5-B24F-B6CF-1FED33729FFB}"/>
          </ac:inkMkLst>
        </pc:inkChg>
        <pc:inkChg chg="add">
          <ac:chgData name="Aggie Menezes" userId="74619c95fa3483c9" providerId="LiveId" clId="{9985A848-EC86-A84C-866A-766BD99E161B}" dt="2021-01-25T07:59:48.864" v="973"/>
          <ac:inkMkLst>
            <pc:docMk/>
            <pc:sldMk cId="1344552256" sldId="310"/>
            <ac:inkMk id="57" creationId="{3858D2C5-CE26-4F4C-8206-3E5CB9322BD6}"/>
          </ac:inkMkLst>
        </pc:inkChg>
        <pc:inkChg chg="add">
          <ac:chgData name="Aggie Menezes" userId="74619c95fa3483c9" providerId="LiveId" clId="{9985A848-EC86-A84C-866A-766BD99E161B}" dt="2021-01-25T07:59:57.639" v="974"/>
          <ac:inkMkLst>
            <pc:docMk/>
            <pc:sldMk cId="1344552256" sldId="310"/>
            <ac:inkMk id="58" creationId="{CC063C8A-362C-8F4A-858F-8547784989EF}"/>
          </ac:inkMkLst>
        </pc:inkChg>
        <pc:inkChg chg="add">
          <ac:chgData name="Aggie Menezes" userId="74619c95fa3483c9" providerId="LiveId" clId="{9985A848-EC86-A84C-866A-766BD99E161B}" dt="2021-01-25T07:59:58.853" v="975"/>
          <ac:inkMkLst>
            <pc:docMk/>
            <pc:sldMk cId="1344552256" sldId="310"/>
            <ac:inkMk id="59" creationId="{01F5B094-75B2-2149-B029-79265F8488DA}"/>
          </ac:inkMkLst>
        </pc:inkChg>
        <pc:inkChg chg="add">
          <ac:chgData name="Aggie Menezes" userId="74619c95fa3483c9" providerId="LiveId" clId="{9985A848-EC86-A84C-866A-766BD99E161B}" dt="2021-01-25T07:59:59.326" v="976"/>
          <ac:inkMkLst>
            <pc:docMk/>
            <pc:sldMk cId="1344552256" sldId="310"/>
            <ac:inkMk id="60" creationId="{CB97610B-B3C2-D241-BB4C-B965BD39AA44}"/>
          </ac:inkMkLst>
        </pc:inkChg>
        <pc:inkChg chg="add">
          <ac:chgData name="Aggie Menezes" userId="74619c95fa3483c9" providerId="LiveId" clId="{9985A848-EC86-A84C-866A-766BD99E161B}" dt="2021-01-25T08:00:09.940" v="978"/>
          <ac:inkMkLst>
            <pc:docMk/>
            <pc:sldMk cId="1344552256" sldId="310"/>
            <ac:inkMk id="62" creationId="{7C94790B-A4DF-FE48-BBAB-C580754F8466}"/>
          </ac:inkMkLst>
        </pc:inkChg>
        <pc:inkChg chg="add">
          <ac:chgData name="Aggie Menezes" userId="74619c95fa3483c9" providerId="LiveId" clId="{9985A848-EC86-A84C-866A-766BD99E161B}" dt="2021-01-25T08:00:10.169" v="979"/>
          <ac:inkMkLst>
            <pc:docMk/>
            <pc:sldMk cId="1344552256" sldId="310"/>
            <ac:inkMk id="63" creationId="{BF341AEF-315F-144D-9F31-4235B5CA9DE4}"/>
          </ac:inkMkLst>
        </pc:inkChg>
        <pc:inkChg chg="add">
          <ac:chgData name="Aggie Menezes" userId="74619c95fa3483c9" providerId="LiveId" clId="{9985A848-EC86-A84C-866A-766BD99E161B}" dt="2021-01-25T08:00:10.614" v="980"/>
          <ac:inkMkLst>
            <pc:docMk/>
            <pc:sldMk cId="1344552256" sldId="310"/>
            <ac:inkMk id="64" creationId="{C13BCFF9-97FA-F249-96D9-80885512F19B}"/>
          </ac:inkMkLst>
        </pc:inkChg>
        <pc:inkChg chg="add">
          <ac:chgData name="Aggie Menezes" userId="74619c95fa3483c9" providerId="LiveId" clId="{9985A848-EC86-A84C-866A-766BD99E161B}" dt="2021-01-25T08:00:11.181" v="981"/>
          <ac:inkMkLst>
            <pc:docMk/>
            <pc:sldMk cId="1344552256" sldId="310"/>
            <ac:inkMk id="65" creationId="{9469668A-B81E-FA4F-AB77-6F4886F8070C}"/>
          </ac:inkMkLst>
        </pc:inkChg>
        <pc:inkChg chg="add">
          <ac:chgData name="Aggie Menezes" userId="74619c95fa3483c9" providerId="LiveId" clId="{9985A848-EC86-A84C-866A-766BD99E161B}" dt="2021-01-25T08:00:12.494" v="983"/>
          <ac:inkMkLst>
            <pc:docMk/>
            <pc:sldMk cId="1344552256" sldId="310"/>
            <ac:inkMk id="67" creationId="{0FD46B3D-6B89-D446-8E75-1C37CAD78B89}"/>
          </ac:inkMkLst>
        </pc:inkChg>
        <pc:inkChg chg="add">
          <ac:chgData name="Aggie Menezes" userId="74619c95fa3483c9" providerId="LiveId" clId="{9985A848-EC86-A84C-866A-766BD99E161B}" dt="2021-01-25T08:00:12.683" v="984"/>
          <ac:inkMkLst>
            <pc:docMk/>
            <pc:sldMk cId="1344552256" sldId="310"/>
            <ac:inkMk id="68" creationId="{4CFAF2D4-FBCF-0641-A215-2B957FAF0853}"/>
          </ac:inkMkLst>
        </pc:inkChg>
        <pc:inkChg chg="add">
          <ac:chgData name="Aggie Menezes" userId="74619c95fa3483c9" providerId="LiveId" clId="{9985A848-EC86-A84C-866A-766BD99E161B}" dt="2021-01-25T08:00:12.833" v="985"/>
          <ac:inkMkLst>
            <pc:docMk/>
            <pc:sldMk cId="1344552256" sldId="310"/>
            <ac:inkMk id="69" creationId="{EF4D8D89-1DC8-104E-84AD-5A6D7C85CB18}"/>
          </ac:inkMkLst>
        </pc:inkChg>
        <pc:inkChg chg="add">
          <ac:chgData name="Aggie Menezes" userId="74619c95fa3483c9" providerId="LiveId" clId="{9985A848-EC86-A84C-866A-766BD99E161B}" dt="2021-01-25T08:00:12.994" v="986"/>
          <ac:inkMkLst>
            <pc:docMk/>
            <pc:sldMk cId="1344552256" sldId="310"/>
            <ac:inkMk id="70" creationId="{009DFF09-4928-C340-9F08-849D867B805D}"/>
          </ac:inkMkLst>
        </pc:inkChg>
        <pc:inkChg chg="add">
          <ac:chgData name="Aggie Menezes" userId="74619c95fa3483c9" providerId="LiveId" clId="{9985A848-EC86-A84C-866A-766BD99E161B}" dt="2021-01-25T08:00:13.148" v="987"/>
          <ac:inkMkLst>
            <pc:docMk/>
            <pc:sldMk cId="1344552256" sldId="310"/>
            <ac:inkMk id="71" creationId="{B23CD4FF-2B58-1642-885D-6DB3DED54914}"/>
          </ac:inkMkLst>
        </pc:inkChg>
        <pc:inkChg chg="add">
          <ac:chgData name="Aggie Menezes" userId="74619c95fa3483c9" providerId="LiveId" clId="{9985A848-EC86-A84C-866A-766BD99E161B}" dt="2021-01-25T08:00:13.323" v="988"/>
          <ac:inkMkLst>
            <pc:docMk/>
            <pc:sldMk cId="1344552256" sldId="310"/>
            <ac:inkMk id="72" creationId="{364D2191-F6E7-9042-B7BC-0C0A3EA50FFF}"/>
          </ac:inkMkLst>
        </pc:inkChg>
        <pc:inkChg chg="add">
          <ac:chgData name="Aggie Menezes" userId="74619c95fa3483c9" providerId="LiveId" clId="{9985A848-EC86-A84C-866A-766BD99E161B}" dt="2021-01-25T08:00:13.494" v="989"/>
          <ac:inkMkLst>
            <pc:docMk/>
            <pc:sldMk cId="1344552256" sldId="310"/>
            <ac:inkMk id="73" creationId="{65230547-74DA-9B4C-888D-E7383D82BFBB}"/>
          </ac:inkMkLst>
        </pc:inkChg>
        <pc:inkChg chg="add">
          <ac:chgData name="Aggie Menezes" userId="74619c95fa3483c9" providerId="LiveId" clId="{9985A848-EC86-A84C-866A-766BD99E161B}" dt="2021-01-25T08:00:13.643" v="990"/>
          <ac:inkMkLst>
            <pc:docMk/>
            <pc:sldMk cId="1344552256" sldId="310"/>
            <ac:inkMk id="74" creationId="{D64C4FC3-5BFB-E844-A7FB-4238136E076E}"/>
          </ac:inkMkLst>
        </pc:inkChg>
        <pc:inkChg chg="add">
          <ac:chgData name="Aggie Menezes" userId="74619c95fa3483c9" providerId="LiveId" clId="{9985A848-EC86-A84C-866A-766BD99E161B}" dt="2021-01-25T08:00:21.750" v="992"/>
          <ac:inkMkLst>
            <pc:docMk/>
            <pc:sldMk cId="1344552256" sldId="310"/>
            <ac:inkMk id="77" creationId="{B926E824-6D54-A643-8A87-9F603E077760}"/>
          </ac:inkMkLst>
        </pc:inkChg>
        <pc:inkChg chg="add">
          <ac:chgData name="Aggie Menezes" userId="74619c95fa3483c9" providerId="LiveId" clId="{9985A848-EC86-A84C-866A-766BD99E161B}" dt="2021-01-25T08:00:24.430" v="993"/>
          <ac:inkMkLst>
            <pc:docMk/>
            <pc:sldMk cId="1344552256" sldId="310"/>
            <ac:inkMk id="78" creationId="{BEA1F91D-D195-3E4E-BE99-6CD53C22F7C5}"/>
          </ac:inkMkLst>
        </pc:inkChg>
        <pc:inkChg chg="add">
          <ac:chgData name="Aggie Menezes" userId="74619c95fa3483c9" providerId="LiveId" clId="{9985A848-EC86-A84C-866A-766BD99E161B}" dt="2021-01-25T08:00:25.251" v="994"/>
          <ac:inkMkLst>
            <pc:docMk/>
            <pc:sldMk cId="1344552256" sldId="310"/>
            <ac:inkMk id="79" creationId="{F05429D9-3E61-8F44-8C80-11173144982D}"/>
          </ac:inkMkLst>
        </pc:inkChg>
        <pc:inkChg chg="add">
          <ac:chgData name="Aggie Menezes" userId="74619c95fa3483c9" providerId="LiveId" clId="{9985A848-EC86-A84C-866A-766BD99E161B}" dt="2021-01-25T08:00:26.098" v="995"/>
          <ac:inkMkLst>
            <pc:docMk/>
            <pc:sldMk cId="1344552256" sldId="310"/>
            <ac:inkMk id="80" creationId="{48D77962-6004-FA4F-B30D-D531CC9A2752}"/>
          </ac:inkMkLst>
        </pc:inkChg>
        <pc:inkChg chg="add">
          <ac:chgData name="Aggie Menezes" userId="74619c95fa3483c9" providerId="LiveId" clId="{9985A848-EC86-A84C-866A-766BD99E161B}" dt="2021-01-25T08:00:26.515" v="996"/>
          <ac:inkMkLst>
            <pc:docMk/>
            <pc:sldMk cId="1344552256" sldId="310"/>
            <ac:inkMk id="81" creationId="{D3A3F9EC-BB9C-554F-912A-0BDBEC0DAA0A}"/>
          </ac:inkMkLst>
        </pc:inkChg>
      </pc:sldChg>
    </pc:docChg>
  </pc:docChgLst>
  <pc:docChgLst>
    <pc:chgData name="Aggie Menezes" userId="74619c95fa3483c9" providerId="LiveId" clId="{15F02A0A-5E80-8246-A846-4BB11DE7B383}"/>
    <pc:docChg chg="custSel modSld">
      <pc:chgData name="Aggie Menezes" userId="74619c95fa3483c9" providerId="LiveId" clId="{15F02A0A-5E80-8246-A846-4BB11DE7B383}" dt="2020-09-04T08:55:19.819" v="109" actId="14100"/>
      <pc:docMkLst>
        <pc:docMk/>
      </pc:docMkLst>
      <pc:sldChg chg="modSp">
        <pc:chgData name="Aggie Menezes" userId="74619c95fa3483c9" providerId="LiveId" clId="{15F02A0A-5E80-8246-A846-4BB11DE7B383}" dt="2020-09-04T08:47:23.287" v="7" actId="2711"/>
        <pc:sldMkLst>
          <pc:docMk/>
          <pc:sldMk cId="0" sldId="256"/>
        </pc:sldMkLst>
        <pc:spChg chg="mod">
          <ac:chgData name="Aggie Menezes" userId="74619c95fa3483c9" providerId="LiveId" clId="{15F02A0A-5E80-8246-A846-4BB11DE7B383}" dt="2020-09-04T08:47:13.527" v="6" actId="2711"/>
          <ac:spMkLst>
            <pc:docMk/>
            <pc:sldMk cId="0" sldId="256"/>
            <ac:spMk id="20" creationId="{00000000-0000-0000-0000-000000000000}"/>
          </ac:spMkLst>
        </pc:spChg>
        <pc:graphicFrameChg chg="modGraphic">
          <ac:chgData name="Aggie Menezes" userId="74619c95fa3483c9" providerId="LiveId" clId="{15F02A0A-5E80-8246-A846-4BB11DE7B383}" dt="2020-09-04T08:47:23.287" v="7" actId="2711"/>
          <ac:graphicFrameMkLst>
            <pc:docMk/>
            <pc:sldMk cId="0" sldId="256"/>
            <ac:graphicFrameMk id="22" creationId="{00000000-0000-0000-0000-000000000000}"/>
          </ac:graphicFrameMkLst>
        </pc:graphicFrameChg>
      </pc:sldChg>
      <pc:sldChg chg="modSp">
        <pc:chgData name="Aggie Menezes" userId="74619c95fa3483c9" providerId="LiveId" clId="{15F02A0A-5E80-8246-A846-4BB11DE7B383}" dt="2020-09-04T08:47:42.383" v="10" actId="2711"/>
        <pc:sldMkLst>
          <pc:docMk/>
          <pc:sldMk cId="0" sldId="257"/>
        </pc:sldMkLst>
        <pc:spChg chg="mod">
          <ac:chgData name="Aggie Menezes" userId="74619c95fa3483c9" providerId="LiveId" clId="{15F02A0A-5E80-8246-A846-4BB11DE7B383}" dt="2020-09-04T08:47:36.636" v="9" actId="255"/>
          <ac:spMkLst>
            <pc:docMk/>
            <pc:sldMk cId="0" sldId="257"/>
            <ac:spMk id="24" creationId="{00000000-0000-0000-0000-000000000000}"/>
          </ac:spMkLst>
        </pc:spChg>
        <pc:graphicFrameChg chg="modGraphic">
          <ac:chgData name="Aggie Menezes" userId="74619c95fa3483c9" providerId="LiveId" clId="{15F02A0A-5E80-8246-A846-4BB11DE7B383}" dt="2020-09-04T08:47:42.383" v="10" actId="2711"/>
          <ac:graphicFrameMkLst>
            <pc:docMk/>
            <pc:sldMk cId="0" sldId="257"/>
            <ac:graphicFrameMk id="26" creationId="{00000000-0000-0000-0000-000000000000}"/>
          </ac:graphicFrameMkLst>
        </pc:graphicFrameChg>
      </pc:sldChg>
      <pc:sldChg chg="modSp">
        <pc:chgData name="Aggie Menezes" userId="74619c95fa3483c9" providerId="LiveId" clId="{15F02A0A-5E80-8246-A846-4BB11DE7B383}" dt="2020-09-04T08:48:02.357" v="14" actId="255"/>
        <pc:sldMkLst>
          <pc:docMk/>
          <pc:sldMk cId="0" sldId="258"/>
        </pc:sldMkLst>
        <pc:spChg chg="mod">
          <ac:chgData name="Aggie Menezes" userId="74619c95fa3483c9" providerId="LiveId" clId="{15F02A0A-5E80-8246-A846-4BB11DE7B383}" dt="2020-09-04T08:47:50.510" v="11" actId="2711"/>
          <ac:spMkLst>
            <pc:docMk/>
            <pc:sldMk cId="0" sldId="258"/>
            <ac:spMk id="28" creationId="{00000000-0000-0000-0000-000000000000}"/>
          </ac:spMkLst>
        </pc:spChg>
        <pc:graphicFrameChg chg="modGraphic">
          <ac:chgData name="Aggie Menezes" userId="74619c95fa3483c9" providerId="LiveId" clId="{15F02A0A-5E80-8246-A846-4BB11DE7B383}" dt="2020-09-04T08:48:02.357" v="14" actId="255"/>
          <ac:graphicFrameMkLst>
            <pc:docMk/>
            <pc:sldMk cId="0" sldId="258"/>
            <ac:graphicFrameMk id="30" creationId="{00000000-0000-0000-0000-000000000000}"/>
          </ac:graphicFrameMkLst>
        </pc:graphicFrameChg>
      </pc:sldChg>
      <pc:sldChg chg="modSp">
        <pc:chgData name="Aggie Menezes" userId="74619c95fa3483c9" providerId="LiveId" clId="{15F02A0A-5E80-8246-A846-4BB11DE7B383}" dt="2020-09-04T08:50:36.905" v="49" actId="2711"/>
        <pc:sldMkLst>
          <pc:docMk/>
          <pc:sldMk cId="0" sldId="263"/>
        </pc:sldMkLst>
        <pc:spChg chg="mod">
          <ac:chgData name="Aggie Menezes" userId="74619c95fa3483c9" providerId="LiveId" clId="{15F02A0A-5E80-8246-A846-4BB11DE7B383}" dt="2020-09-04T08:50:28.439" v="48" actId="2711"/>
          <ac:spMkLst>
            <pc:docMk/>
            <pc:sldMk cId="0" sldId="263"/>
            <ac:spMk id="48" creationId="{00000000-0000-0000-0000-000000000000}"/>
          </ac:spMkLst>
        </pc:spChg>
        <pc:graphicFrameChg chg="modGraphic">
          <ac:chgData name="Aggie Menezes" userId="74619c95fa3483c9" providerId="LiveId" clId="{15F02A0A-5E80-8246-A846-4BB11DE7B383}" dt="2020-09-04T08:50:36.905" v="49" actId="2711"/>
          <ac:graphicFrameMkLst>
            <pc:docMk/>
            <pc:sldMk cId="0" sldId="263"/>
            <ac:graphicFrameMk id="50" creationId="{00000000-0000-0000-0000-000000000000}"/>
          </ac:graphicFrameMkLst>
        </pc:graphicFrameChg>
      </pc:sldChg>
      <pc:sldChg chg="modSp">
        <pc:chgData name="Aggie Menezes" userId="74619c95fa3483c9" providerId="LiveId" clId="{15F02A0A-5E80-8246-A846-4BB11DE7B383}" dt="2020-09-04T08:50:56.204" v="51" actId="1076"/>
        <pc:sldMkLst>
          <pc:docMk/>
          <pc:sldMk cId="0" sldId="266"/>
        </pc:sldMkLst>
        <pc:spChg chg="mod">
          <ac:chgData name="Aggie Menezes" userId="74619c95fa3483c9" providerId="LiveId" clId="{15F02A0A-5E80-8246-A846-4BB11DE7B383}" dt="2020-09-04T08:50:56.204" v="51" actId="1076"/>
          <ac:spMkLst>
            <pc:docMk/>
            <pc:sldMk cId="0" sldId="266"/>
            <ac:spMk id="63" creationId="{00000000-0000-0000-0000-000000000000}"/>
          </ac:spMkLst>
        </pc:spChg>
      </pc:sldChg>
      <pc:sldChg chg="modSp">
        <pc:chgData name="Aggie Menezes" userId="74619c95fa3483c9" providerId="LiveId" clId="{15F02A0A-5E80-8246-A846-4BB11DE7B383}" dt="2020-09-04T08:45:22.289" v="1" actId="1076"/>
        <pc:sldMkLst>
          <pc:docMk/>
          <pc:sldMk cId="2445306402" sldId="280"/>
        </pc:sldMkLst>
        <pc:spChg chg="mod">
          <ac:chgData name="Aggie Menezes" userId="74619c95fa3483c9" providerId="LiveId" clId="{15F02A0A-5E80-8246-A846-4BB11DE7B383}" dt="2020-09-04T08:45:22.289" v="1" actId="1076"/>
          <ac:spMkLst>
            <pc:docMk/>
            <pc:sldMk cId="2445306402" sldId="280"/>
            <ac:spMk id="2" creationId="{B072AD56-378C-6E45-8E79-905EAEFFA77C}"/>
          </ac:spMkLst>
        </pc:spChg>
      </pc:sldChg>
      <pc:sldChg chg="modSp">
        <pc:chgData name="Aggie Menezes" userId="74619c95fa3483c9" providerId="LiveId" clId="{15F02A0A-5E80-8246-A846-4BB11DE7B383}" dt="2020-09-04T08:46:36.272" v="5" actId="1076"/>
        <pc:sldMkLst>
          <pc:docMk/>
          <pc:sldMk cId="999311211" sldId="281"/>
        </pc:sldMkLst>
        <pc:spChg chg="mod">
          <ac:chgData name="Aggie Menezes" userId="74619c95fa3483c9" providerId="LiveId" clId="{15F02A0A-5E80-8246-A846-4BB11DE7B383}" dt="2020-09-04T08:45:42.041" v="2" actId="255"/>
          <ac:spMkLst>
            <pc:docMk/>
            <pc:sldMk cId="999311211" sldId="281"/>
            <ac:spMk id="2" creationId="{B072AD56-378C-6E45-8E79-905EAEFFA77C}"/>
          </ac:spMkLst>
        </pc:spChg>
        <pc:spChg chg="mod">
          <ac:chgData name="Aggie Menezes" userId="74619c95fa3483c9" providerId="LiveId" clId="{15F02A0A-5E80-8246-A846-4BB11DE7B383}" dt="2020-09-04T08:45:42.041" v="2" actId="255"/>
          <ac:spMkLst>
            <pc:docMk/>
            <pc:sldMk cId="999311211" sldId="281"/>
            <ac:spMk id="3" creationId="{B4B16506-AFC2-CB46-8381-909943D93DCE}"/>
          </ac:spMkLst>
        </pc:spChg>
        <pc:spChg chg="mod">
          <ac:chgData name="Aggie Menezes" userId="74619c95fa3483c9" providerId="LiveId" clId="{15F02A0A-5E80-8246-A846-4BB11DE7B383}" dt="2020-09-04T08:45:42.041" v="2" actId="255"/>
          <ac:spMkLst>
            <pc:docMk/>
            <pc:sldMk cId="999311211" sldId="281"/>
            <ac:spMk id="4" creationId="{0F140F37-6E66-EE49-8BE2-1B5AF9BF3E5F}"/>
          </ac:spMkLst>
        </pc:spChg>
        <pc:spChg chg="mod">
          <ac:chgData name="Aggie Menezes" userId="74619c95fa3483c9" providerId="LiveId" clId="{15F02A0A-5E80-8246-A846-4BB11DE7B383}" dt="2020-09-04T08:46:22.978" v="4" actId="1076"/>
          <ac:spMkLst>
            <pc:docMk/>
            <pc:sldMk cId="999311211" sldId="281"/>
            <ac:spMk id="5" creationId="{99684A1C-FA62-EA4A-8809-430576307D48}"/>
          </ac:spMkLst>
        </pc:spChg>
        <pc:spChg chg="mod">
          <ac:chgData name="Aggie Menezes" userId="74619c95fa3483c9" providerId="LiveId" clId="{15F02A0A-5E80-8246-A846-4BB11DE7B383}" dt="2020-09-04T08:45:42.041" v="2" actId="255"/>
          <ac:spMkLst>
            <pc:docMk/>
            <pc:sldMk cId="999311211" sldId="281"/>
            <ac:spMk id="6" creationId="{70159B67-7774-784A-80E6-513C04E01649}"/>
          </ac:spMkLst>
        </pc:spChg>
        <pc:spChg chg="mod">
          <ac:chgData name="Aggie Menezes" userId="74619c95fa3483c9" providerId="LiveId" clId="{15F02A0A-5E80-8246-A846-4BB11DE7B383}" dt="2020-09-04T08:45:42.041" v="2" actId="255"/>
          <ac:spMkLst>
            <pc:docMk/>
            <pc:sldMk cId="999311211" sldId="281"/>
            <ac:spMk id="7" creationId="{CF3690EA-DBF4-294B-94C5-D48A8F5DE992}"/>
          </ac:spMkLst>
        </pc:spChg>
        <pc:spChg chg="mod">
          <ac:chgData name="Aggie Menezes" userId="74619c95fa3483c9" providerId="LiveId" clId="{15F02A0A-5E80-8246-A846-4BB11DE7B383}" dt="2020-09-04T08:45:42.041" v="2" actId="255"/>
          <ac:spMkLst>
            <pc:docMk/>
            <pc:sldMk cId="999311211" sldId="281"/>
            <ac:spMk id="8" creationId="{F2F4F777-7A9C-2E4E-8829-BEF39F6552EA}"/>
          </ac:spMkLst>
        </pc:spChg>
        <pc:spChg chg="mod">
          <ac:chgData name="Aggie Menezes" userId="74619c95fa3483c9" providerId="LiveId" clId="{15F02A0A-5E80-8246-A846-4BB11DE7B383}" dt="2020-09-04T08:46:36.272" v="5" actId="1076"/>
          <ac:spMkLst>
            <pc:docMk/>
            <pc:sldMk cId="999311211" sldId="281"/>
            <ac:spMk id="10" creationId="{7D399271-D64A-3E45-B4CA-E68F6A15A960}"/>
          </ac:spMkLst>
        </pc:spChg>
      </pc:sldChg>
      <pc:sldChg chg="modSp">
        <pc:chgData name="Aggie Menezes" userId="74619c95fa3483c9" providerId="LiveId" clId="{15F02A0A-5E80-8246-A846-4BB11DE7B383}" dt="2020-09-04T08:49:06.256" v="29" actId="2711"/>
        <pc:sldMkLst>
          <pc:docMk/>
          <pc:sldMk cId="2586980047" sldId="290"/>
        </pc:sldMkLst>
        <pc:spChg chg="mod">
          <ac:chgData name="Aggie Menezes" userId="74619c95fa3483c9" providerId="LiveId" clId="{15F02A0A-5E80-8246-A846-4BB11DE7B383}" dt="2020-09-04T08:49:02.810" v="28" actId="27636"/>
          <ac:spMkLst>
            <pc:docMk/>
            <pc:sldMk cId="2586980047" sldId="290"/>
            <ac:spMk id="18" creationId="{F2E5C0D4-3FFC-DD4C-BFC8-C6260FF5A7C2}"/>
          </ac:spMkLst>
        </pc:spChg>
        <pc:spChg chg="mod">
          <ac:chgData name="Aggie Menezes" userId="74619c95fa3483c9" providerId="LiveId" clId="{15F02A0A-5E80-8246-A846-4BB11DE7B383}" dt="2020-09-04T08:49:06.256" v="29" actId="2711"/>
          <ac:spMkLst>
            <pc:docMk/>
            <pc:sldMk cId="2586980047" sldId="290"/>
            <ac:spMk id="19" creationId="{B8BADC5E-7B88-E04D-8C14-CB6D0291F285}"/>
          </ac:spMkLst>
        </pc:spChg>
        <pc:spChg chg="mod">
          <ac:chgData name="Aggie Menezes" userId="74619c95fa3483c9" providerId="LiveId" clId="{15F02A0A-5E80-8246-A846-4BB11DE7B383}" dt="2020-09-04T08:48:35.880" v="19" actId="27636"/>
          <ac:spMkLst>
            <pc:docMk/>
            <pc:sldMk cId="2586980047" sldId="290"/>
            <ac:spMk id="24" creationId="{35FAD1A5-651B-ED47-8960-34CEAE4E0F65}"/>
          </ac:spMkLst>
        </pc:spChg>
        <pc:spChg chg="mod">
          <ac:chgData name="Aggie Menezes" userId="74619c95fa3483c9" providerId="LiveId" clId="{15F02A0A-5E80-8246-A846-4BB11DE7B383}" dt="2020-09-04T08:48:39.310" v="21" actId="27636"/>
          <ac:spMkLst>
            <pc:docMk/>
            <pc:sldMk cId="2586980047" sldId="290"/>
            <ac:spMk id="25" creationId="{34B61518-2028-9444-8211-E85F5671974B}"/>
          </ac:spMkLst>
        </pc:spChg>
        <pc:spChg chg="mod">
          <ac:chgData name="Aggie Menezes" userId="74619c95fa3483c9" providerId="LiveId" clId="{15F02A0A-5E80-8246-A846-4BB11DE7B383}" dt="2020-09-04T08:48:42.787" v="23" actId="27636"/>
          <ac:spMkLst>
            <pc:docMk/>
            <pc:sldMk cId="2586980047" sldId="290"/>
            <ac:spMk id="26" creationId="{7FEB9B94-85B7-9949-9BD7-1BE7172646D9}"/>
          </ac:spMkLst>
        </pc:spChg>
        <pc:spChg chg="mod">
          <ac:chgData name="Aggie Menezes" userId="74619c95fa3483c9" providerId="LiveId" clId="{15F02A0A-5E80-8246-A846-4BB11DE7B383}" dt="2020-09-04T08:48:31.359" v="17" actId="2711"/>
          <ac:spMkLst>
            <pc:docMk/>
            <pc:sldMk cId="2586980047" sldId="290"/>
            <ac:spMk id="27" creationId="{C17B7D73-8112-6A44-905D-125E907667DD}"/>
          </ac:spMkLst>
        </pc:spChg>
        <pc:spChg chg="mod">
          <ac:chgData name="Aggie Menezes" userId="74619c95fa3483c9" providerId="LiveId" clId="{15F02A0A-5E80-8246-A846-4BB11DE7B383}" dt="2020-09-04T08:48:46.766" v="24" actId="2711"/>
          <ac:spMkLst>
            <pc:docMk/>
            <pc:sldMk cId="2586980047" sldId="290"/>
            <ac:spMk id="28" creationId="{180D4ECA-1DB4-D044-9045-F6650B26E379}"/>
          </ac:spMkLst>
        </pc:spChg>
        <pc:spChg chg="mod">
          <ac:chgData name="Aggie Menezes" userId="74619c95fa3483c9" providerId="LiveId" clId="{15F02A0A-5E80-8246-A846-4BB11DE7B383}" dt="2020-09-04T08:48:50.721" v="25" actId="2711"/>
          <ac:spMkLst>
            <pc:docMk/>
            <pc:sldMk cId="2586980047" sldId="290"/>
            <ac:spMk id="29" creationId="{66F4E49F-1DFE-A24F-9D0D-83E0E1C5DB22}"/>
          </ac:spMkLst>
        </pc:spChg>
        <pc:spChg chg="mod">
          <ac:chgData name="Aggie Menezes" userId="74619c95fa3483c9" providerId="LiveId" clId="{15F02A0A-5E80-8246-A846-4BB11DE7B383}" dt="2020-09-04T08:48:56.180" v="26" actId="2711"/>
          <ac:spMkLst>
            <pc:docMk/>
            <pc:sldMk cId="2586980047" sldId="290"/>
            <ac:spMk id="30" creationId="{D20B282C-56AD-F440-AC48-91DFEAD08456}"/>
          </ac:spMkLst>
        </pc:spChg>
        <pc:spChg chg="mod">
          <ac:chgData name="Aggie Menezes" userId="74619c95fa3483c9" providerId="LiveId" clId="{15F02A0A-5E80-8246-A846-4BB11DE7B383}" dt="2020-09-04T08:48:14.813" v="16" actId="255"/>
          <ac:spMkLst>
            <pc:docMk/>
            <pc:sldMk cId="2586980047" sldId="290"/>
            <ac:spMk id="63" creationId="{00000000-0000-0000-0000-000000000000}"/>
          </ac:spMkLst>
        </pc:spChg>
      </pc:sldChg>
      <pc:sldChg chg="modSp">
        <pc:chgData name="Aggie Menezes" userId="74619c95fa3483c9" providerId="LiveId" clId="{15F02A0A-5E80-8246-A846-4BB11DE7B383}" dt="2020-09-04T08:50:18.909" v="46" actId="27636"/>
        <pc:sldMkLst>
          <pc:docMk/>
          <pc:sldMk cId="1298652483" sldId="292"/>
        </pc:sldMkLst>
        <pc:spChg chg="mod">
          <ac:chgData name="Aggie Menezes" userId="74619c95fa3483c9" providerId="LiveId" clId="{15F02A0A-5E80-8246-A846-4BB11DE7B383}" dt="2020-09-04T08:49:32.559" v="32" actId="2711"/>
          <ac:spMkLst>
            <pc:docMk/>
            <pc:sldMk cId="1298652483" sldId="292"/>
            <ac:spMk id="4" creationId="{425BAE9A-5CF9-EB43-B467-1D0BA616C0FF}"/>
          </ac:spMkLst>
        </pc:spChg>
        <pc:spChg chg="mod">
          <ac:chgData name="Aggie Menezes" userId="74619c95fa3483c9" providerId="LiveId" clId="{15F02A0A-5E80-8246-A846-4BB11DE7B383}" dt="2020-09-04T08:49:39.015" v="34" actId="2711"/>
          <ac:spMkLst>
            <pc:docMk/>
            <pc:sldMk cId="1298652483" sldId="292"/>
            <ac:spMk id="5" creationId="{936F3F00-479E-8946-837D-999EA218A567}"/>
          </ac:spMkLst>
        </pc:spChg>
        <pc:spChg chg="mod">
          <ac:chgData name="Aggie Menezes" userId="74619c95fa3483c9" providerId="LiveId" clId="{15F02A0A-5E80-8246-A846-4BB11DE7B383}" dt="2020-09-04T08:49:32.559" v="32" actId="2711"/>
          <ac:spMkLst>
            <pc:docMk/>
            <pc:sldMk cId="1298652483" sldId="292"/>
            <ac:spMk id="8" creationId="{7D0158C6-AD1E-034D-B3E7-16F72C2B9A85}"/>
          </ac:spMkLst>
        </pc:spChg>
        <pc:spChg chg="mod">
          <ac:chgData name="Aggie Menezes" userId="74619c95fa3483c9" providerId="LiveId" clId="{15F02A0A-5E80-8246-A846-4BB11DE7B383}" dt="2020-09-04T08:49:39.015" v="34" actId="2711"/>
          <ac:spMkLst>
            <pc:docMk/>
            <pc:sldMk cId="1298652483" sldId="292"/>
            <ac:spMk id="14" creationId="{B5540756-4AB7-8A44-84ED-3895981D47A2}"/>
          </ac:spMkLst>
        </pc:spChg>
        <pc:spChg chg="mod">
          <ac:chgData name="Aggie Menezes" userId="74619c95fa3483c9" providerId="LiveId" clId="{15F02A0A-5E80-8246-A846-4BB11DE7B383}" dt="2020-09-04T08:49:45.102" v="35" actId="2711"/>
          <ac:spMkLst>
            <pc:docMk/>
            <pc:sldMk cId="1298652483" sldId="292"/>
            <ac:spMk id="16" creationId="{3B9CC54E-1BF2-E046-8764-B8DB5BEC0CA3}"/>
          </ac:spMkLst>
        </pc:spChg>
        <pc:spChg chg="mod">
          <ac:chgData name="Aggie Menezes" userId="74619c95fa3483c9" providerId="LiveId" clId="{15F02A0A-5E80-8246-A846-4BB11DE7B383}" dt="2020-09-04T08:49:45.102" v="35" actId="2711"/>
          <ac:spMkLst>
            <pc:docMk/>
            <pc:sldMk cId="1298652483" sldId="292"/>
            <ac:spMk id="20" creationId="{6A84778D-4EF3-2E4D-B031-0A44552E9E16}"/>
          </ac:spMkLst>
        </pc:spChg>
        <pc:spChg chg="mod">
          <ac:chgData name="Aggie Menezes" userId="74619c95fa3483c9" providerId="LiveId" clId="{15F02A0A-5E80-8246-A846-4BB11DE7B383}" dt="2020-09-04T08:49:32.565" v="33" actId="27636"/>
          <ac:spMkLst>
            <pc:docMk/>
            <pc:sldMk cId="1298652483" sldId="292"/>
            <ac:spMk id="27" creationId="{C17B7D73-8112-6A44-905D-125E907667DD}"/>
          </ac:spMkLst>
        </pc:spChg>
        <pc:spChg chg="mod">
          <ac:chgData name="Aggie Menezes" userId="74619c95fa3483c9" providerId="LiveId" clId="{15F02A0A-5E80-8246-A846-4BB11DE7B383}" dt="2020-09-04T08:49:39.015" v="34" actId="2711"/>
          <ac:spMkLst>
            <pc:docMk/>
            <pc:sldMk cId="1298652483" sldId="292"/>
            <ac:spMk id="28" creationId="{180D4ECA-1DB4-D044-9045-F6650B26E379}"/>
          </ac:spMkLst>
        </pc:spChg>
        <pc:spChg chg="mod">
          <ac:chgData name="Aggie Menezes" userId="74619c95fa3483c9" providerId="LiveId" clId="{15F02A0A-5E80-8246-A846-4BB11DE7B383}" dt="2020-09-04T08:49:45.102" v="35" actId="2711"/>
          <ac:spMkLst>
            <pc:docMk/>
            <pc:sldMk cId="1298652483" sldId="292"/>
            <ac:spMk id="29" creationId="{66F4E49F-1DFE-A24F-9D0D-83E0E1C5DB22}"/>
          </ac:spMkLst>
        </pc:spChg>
        <pc:spChg chg="mod">
          <ac:chgData name="Aggie Menezes" userId="74619c95fa3483c9" providerId="LiveId" clId="{15F02A0A-5E80-8246-A846-4BB11DE7B383}" dt="2020-09-04T08:50:11.216" v="43" actId="27636"/>
          <ac:spMkLst>
            <pc:docMk/>
            <pc:sldMk cId="1298652483" sldId="292"/>
            <ac:spMk id="32" creationId="{9376F047-B20B-9F46-8ABE-360ABC99E088}"/>
          </ac:spMkLst>
        </pc:spChg>
        <pc:spChg chg="mod">
          <ac:chgData name="Aggie Menezes" userId="74619c95fa3483c9" providerId="LiveId" clId="{15F02A0A-5E80-8246-A846-4BB11DE7B383}" dt="2020-09-04T08:50:18.909" v="46" actId="27636"/>
          <ac:spMkLst>
            <pc:docMk/>
            <pc:sldMk cId="1298652483" sldId="292"/>
            <ac:spMk id="33" creationId="{1345C787-2500-3949-9FCD-C208B70EAAE9}"/>
          </ac:spMkLst>
        </pc:spChg>
        <pc:spChg chg="mod">
          <ac:chgData name="Aggie Menezes" userId="74619c95fa3483c9" providerId="LiveId" clId="{15F02A0A-5E80-8246-A846-4BB11DE7B383}" dt="2020-09-04T08:50:07.415" v="41" actId="255"/>
          <ac:spMkLst>
            <pc:docMk/>
            <pc:sldMk cId="1298652483" sldId="292"/>
            <ac:spMk id="34" creationId="{47C72CC1-3E56-534C-AD2A-C8D25F9C6A70}"/>
          </ac:spMkLst>
        </pc:spChg>
        <pc:spChg chg="mod">
          <ac:chgData name="Aggie Menezes" userId="74619c95fa3483c9" providerId="LiveId" clId="{15F02A0A-5E80-8246-A846-4BB11DE7B383}" dt="2020-09-04T08:49:18.989" v="31" actId="1076"/>
          <ac:spMkLst>
            <pc:docMk/>
            <pc:sldMk cId="1298652483" sldId="292"/>
            <ac:spMk id="63" creationId="{00000000-0000-0000-0000-000000000000}"/>
          </ac:spMkLst>
        </pc:spChg>
      </pc:sldChg>
      <pc:sldChg chg="modSp">
        <pc:chgData name="Aggie Menezes" userId="74619c95fa3483c9" providerId="LiveId" clId="{15F02A0A-5E80-8246-A846-4BB11DE7B383}" dt="2020-09-04T08:51:24.104" v="57" actId="2711"/>
        <pc:sldMkLst>
          <pc:docMk/>
          <pc:sldMk cId="6076760" sldId="293"/>
        </pc:sldMkLst>
        <pc:spChg chg="mod">
          <ac:chgData name="Aggie Menezes" userId="74619c95fa3483c9" providerId="LiveId" clId="{15F02A0A-5E80-8246-A846-4BB11DE7B383}" dt="2020-09-04T08:51:20.227" v="56" actId="2711"/>
          <ac:spMkLst>
            <pc:docMk/>
            <pc:sldMk cId="6076760" sldId="293"/>
            <ac:spMk id="11" creationId="{5769A5B4-362E-654B-8195-BCFF38690E1C}"/>
          </ac:spMkLst>
        </pc:spChg>
        <pc:spChg chg="mod">
          <ac:chgData name="Aggie Menezes" userId="74619c95fa3483c9" providerId="LiveId" clId="{15F02A0A-5E80-8246-A846-4BB11DE7B383}" dt="2020-09-04T08:51:24.104" v="57" actId="2711"/>
          <ac:spMkLst>
            <pc:docMk/>
            <pc:sldMk cId="6076760" sldId="293"/>
            <ac:spMk id="16" creationId="{F5F8F467-D3F2-794F-8646-5140ACC9079A}"/>
          </ac:spMkLst>
        </pc:spChg>
        <pc:spChg chg="mod">
          <ac:chgData name="Aggie Menezes" userId="74619c95fa3483c9" providerId="LiveId" clId="{15F02A0A-5E80-8246-A846-4BB11DE7B383}" dt="2020-09-04T08:51:17.061" v="55" actId="2711"/>
          <ac:spMkLst>
            <pc:docMk/>
            <pc:sldMk cId="6076760" sldId="293"/>
            <ac:spMk id="17" creationId="{573B0A9D-9957-E849-BD3D-2A6EC36B8435}"/>
          </ac:spMkLst>
        </pc:spChg>
        <pc:spChg chg="mod">
          <ac:chgData name="Aggie Menezes" userId="74619c95fa3483c9" providerId="LiveId" clId="{15F02A0A-5E80-8246-A846-4BB11DE7B383}" dt="2020-09-04T08:51:07.442" v="53" actId="2711"/>
          <ac:spMkLst>
            <pc:docMk/>
            <pc:sldMk cId="6076760" sldId="293"/>
            <ac:spMk id="33" creationId="{6D12F0C0-D997-354F-8D31-7745736818A1}"/>
          </ac:spMkLst>
        </pc:spChg>
        <pc:spChg chg="mod">
          <ac:chgData name="Aggie Menezes" userId="74619c95fa3483c9" providerId="LiveId" clId="{15F02A0A-5E80-8246-A846-4BB11DE7B383}" dt="2020-09-04T08:51:11.661" v="54" actId="2711"/>
          <ac:spMkLst>
            <pc:docMk/>
            <pc:sldMk cId="6076760" sldId="293"/>
            <ac:spMk id="34" creationId="{298B8249-6A4E-1F4C-A279-D36F2802A113}"/>
          </ac:spMkLst>
        </pc:spChg>
        <pc:spChg chg="mod">
          <ac:chgData name="Aggie Menezes" userId="74619c95fa3483c9" providerId="LiveId" clId="{15F02A0A-5E80-8246-A846-4BB11DE7B383}" dt="2020-09-04T08:51:00.527" v="52" actId="2711"/>
          <ac:spMkLst>
            <pc:docMk/>
            <pc:sldMk cId="6076760" sldId="293"/>
            <ac:spMk id="63" creationId="{00000000-0000-0000-0000-000000000000}"/>
          </ac:spMkLst>
        </pc:spChg>
      </pc:sldChg>
      <pc:sldChg chg="modSp">
        <pc:chgData name="Aggie Menezes" userId="74619c95fa3483c9" providerId="LiveId" clId="{15F02A0A-5E80-8246-A846-4BB11DE7B383}" dt="2020-09-04T08:51:54.007" v="63" actId="2711"/>
        <pc:sldMkLst>
          <pc:docMk/>
          <pc:sldMk cId="2661242870" sldId="294"/>
        </pc:sldMkLst>
        <pc:spChg chg="mod">
          <ac:chgData name="Aggie Menezes" userId="74619c95fa3483c9" providerId="LiveId" clId="{15F02A0A-5E80-8246-A846-4BB11DE7B383}" dt="2020-09-04T08:51:49.151" v="62" actId="2711"/>
          <ac:spMkLst>
            <pc:docMk/>
            <pc:sldMk cId="2661242870" sldId="294"/>
            <ac:spMk id="6" creationId="{5CAEA21E-A56A-4543-9D96-F3B00D780B67}"/>
          </ac:spMkLst>
        </pc:spChg>
        <pc:spChg chg="mod">
          <ac:chgData name="Aggie Menezes" userId="74619c95fa3483c9" providerId="LiveId" clId="{15F02A0A-5E80-8246-A846-4BB11DE7B383}" dt="2020-09-04T08:51:45.031" v="61" actId="2711"/>
          <ac:spMkLst>
            <pc:docMk/>
            <pc:sldMk cId="2661242870" sldId="294"/>
            <ac:spMk id="11" creationId="{5769A5B4-362E-654B-8195-BCFF38690E1C}"/>
          </ac:spMkLst>
        </pc:spChg>
        <pc:spChg chg="mod">
          <ac:chgData name="Aggie Menezes" userId="74619c95fa3483c9" providerId="LiveId" clId="{15F02A0A-5E80-8246-A846-4BB11DE7B383}" dt="2020-09-04T08:51:54.007" v="63" actId="2711"/>
          <ac:spMkLst>
            <pc:docMk/>
            <pc:sldMk cId="2661242870" sldId="294"/>
            <ac:spMk id="16" creationId="{F5F8F467-D3F2-794F-8646-5140ACC9079A}"/>
          </ac:spMkLst>
        </pc:spChg>
        <pc:spChg chg="mod">
          <ac:chgData name="Aggie Menezes" userId="74619c95fa3483c9" providerId="LiveId" clId="{15F02A0A-5E80-8246-A846-4BB11DE7B383}" dt="2020-09-04T08:51:54.007" v="63" actId="2711"/>
          <ac:spMkLst>
            <pc:docMk/>
            <pc:sldMk cId="2661242870" sldId="294"/>
            <ac:spMk id="17" creationId="{573B0A9D-9957-E849-BD3D-2A6EC36B8435}"/>
          </ac:spMkLst>
        </pc:spChg>
        <pc:spChg chg="mod">
          <ac:chgData name="Aggie Menezes" userId="74619c95fa3483c9" providerId="LiveId" clId="{15F02A0A-5E80-8246-A846-4BB11DE7B383}" dt="2020-09-04T08:51:40.933" v="60" actId="14100"/>
          <ac:spMkLst>
            <pc:docMk/>
            <pc:sldMk cId="2661242870" sldId="294"/>
            <ac:spMk id="33" creationId="{6D12F0C0-D997-354F-8D31-7745736818A1}"/>
          </ac:spMkLst>
        </pc:spChg>
        <pc:spChg chg="mod">
          <ac:chgData name="Aggie Menezes" userId="74619c95fa3483c9" providerId="LiveId" clId="{15F02A0A-5E80-8246-A846-4BB11DE7B383}" dt="2020-09-04T08:51:40.933" v="60" actId="14100"/>
          <ac:spMkLst>
            <pc:docMk/>
            <pc:sldMk cId="2661242870" sldId="294"/>
            <ac:spMk id="34" creationId="{298B8249-6A4E-1F4C-A279-D36F2802A113}"/>
          </ac:spMkLst>
        </pc:spChg>
        <pc:spChg chg="mod">
          <ac:chgData name="Aggie Menezes" userId="74619c95fa3483c9" providerId="LiveId" clId="{15F02A0A-5E80-8246-A846-4BB11DE7B383}" dt="2020-09-04T08:51:30.329" v="58" actId="2711"/>
          <ac:spMkLst>
            <pc:docMk/>
            <pc:sldMk cId="2661242870" sldId="294"/>
            <ac:spMk id="63" creationId="{00000000-0000-0000-0000-000000000000}"/>
          </ac:spMkLst>
        </pc:spChg>
      </pc:sldChg>
      <pc:sldChg chg="modSp">
        <pc:chgData name="Aggie Menezes" userId="74619c95fa3483c9" providerId="LiveId" clId="{15F02A0A-5E80-8246-A846-4BB11DE7B383}" dt="2020-09-04T08:52:29.115" v="67" actId="2711"/>
        <pc:sldMkLst>
          <pc:docMk/>
          <pc:sldMk cId="1400428171" sldId="295"/>
        </pc:sldMkLst>
        <pc:spChg chg="mod">
          <ac:chgData name="Aggie Menezes" userId="74619c95fa3483c9" providerId="LiveId" clId="{15F02A0A-5E80-8246-A846-4BB11DE7B383}" dt="2020-09-04T08:52:29.115" v="67" actId="2711"/>
          <ac:spMkLst>
            <pc:docMk/>
            <pc:sldMk cId="1400428171" sldId="295"/>
            <ac:spMk id="6" creationId="{5CAEA21E-A56A-4543-9D96-F3B00D780B67}"/>
          </ac:spMkLst>
        </pc:spChg>
        <pc:spChg chg="mod">
          <ac:chgData name="Aggie Menezes" userId="74619c95fa3483c9" providerId="LiveId" clId="{15F02A0A-5E80-8246-A846-4BB11DE7B383}" dt="2020-09-04T08:52:25.719" v="66" actId="2711"/>
          <ac:spMkLst>
            <pc:docMk/>
            <pc:sldMk cId="1400428171" sldId="295"/>
            <ac:spMk id="11" creationId="{5769A5B4-362E-654B-8195-BCFF38690E1C}"/>
          </ac:spMkLst>
        </pc:spChg>
        <pc:spChg chg="mod">
          <ac:chgData name="Aggie Menezes" userId="74619c95fa3483c9" providerId="LiveId" clId="{15F02A0A-5E80-8246-A846-4BB11DE7B383}" dt="2020-09-04T08:52:21.172" v="65" actId="2711"/>
          <ac:spMkLst>
            <pc:docMk/>
            <pc:sldMk cId="1400428171" sldId="295"/>
            <ac:spMk id="53" creationId="{1C23A364-356A-6740-8794-F3126F8D737D}"/>
          </ac:spMkLst>
        </pc:spChg>
        <pc:spChg chg="mod">
          <ac:chgData name="Aggie Menezes" userId="74619c95fa3483c9" providerId="LiveId" clId="{15F02A0A-5E80-8246-A846-4BB11DE7B383}" dt="2020-09-04T08:52:16.895" v="64" actId="2711"/>
          <ac:spMkLst>
            <pc:docMk/>
            <pc:sldMk cId="1400428171" sldId="295"/>
            <ac:spMk id="63" creationId="{00000000-0000-0000-0000-000000000000}"/>
          </ac:spMkLst>
        </pc:spChg>
      </pc:sldChg>
      <pc:sldChg chg="modSp">
        <pc:chgData name="Aggie Menezes" userId="74619c95fa3483c9" providerId="LiveId" clId="{15F02A0A-5E80-8246-A846-4BB11DE7B383}" dt="2020-09-04T08:53:35.281" v="91" actId="2711"/>
        <pc:sldMkLst>
          <pc:docMk/>
          <pc:sldMk cId="2649149946" sldId="296"/>
        </pc:sldMkLst>
        <pc:spChg chg="mod">
          <ac:chgData name="Aggie Menezes" userId="74619c95fa3483c9" providerId="LiveId" clId="{15F02A0A-5E80-8246-A846-4BB11DE7B383}" dt="2020-09-04T08:53:26.922" v="89" actId="2711"/>
          <ac:spMkLst>
            <pc:docMk/>
            <pc:sldMk cId="2649149946" sldId="296"/>
            <ac:spMk id="6" creationId="{5CAEA21E-A56A-4543-9D96-F3B00D780B67}"/>
          </ac:spMkLst>
        </pc:spChg>
        <pc:spChg chg="mod">
          <ac:chgData name="Aggie Menezes" userId="74619c95fa3483c9" providerId="LiveId" clId="{15F02A0A-5E80-8246-A846-4BB11DE7B383}" dt="2020-09-04T08:53:22.544" v="88" actId="2711"/>
          <ac:spMkLst>
            <pc:docMk/>
            <pc:sldMk cId="2649149946" sldId="296"/>
            <ac:spMk id="11" creationId="{5769A5B4-362E-654B-8195-BCFF38690E1C}"/>
          </ac:spMkLst>
        </pc:spChg>
        <pc:spChg chg="mod">
          <ac:chgData name="Aggie Menezes" userId="74619c95fa3483c9" providerId="LiveId" clId="{15F02A0A-5E80-8246-A846-4BB11DE7B383}" dt="2020-09-04T08:53:16.010" v="87" actId="207"/>
          <ac:spMkLst>
            <pc:docMk/>
            <pc:sldMk cId="2649149946" sldId="296"/>
            <ac:spMk id="33" creationId="{6D12F0C0-D997-354F-8D31-7745736818A1}"/>
          </ac:spMkLst>
        </pc:spChg>
        <pc:spChg chg="mod">
          <ac:chgData name="Aggie Menezes" userId="74619c95fa3483c9" providerId="LiveId" clId="{15F02A0A-5E80-8246-A846-4BB11DE7B383}" dt="2020-09-04T08:53:31.113" v="90" actId="2711"/>
          <ac:spMkLst>
            <pc:docMk/>
            <pc:sldMk cId="2649149946" sldId="296"/>
            <ac:spMk id="45" creationId="{CF1A6DA5-062C-AD43-9533-EFDAB67D59EA}"/>
          </ac:spMkLst>
        </pc:spChg>
        <pc:spChg chg="mod">
          <ac:chgData name="Aggie Menezes" userId="74619c95fa3483c9" providerId="LiveId" clId="{15F02A0A-5E80-8246-A846-4BB11DE7B383}" dt="2020-09-04T08:53:35.281" v="91" actId="2711"/>
          <ac:spMkLst>
            <pc:docMk/>
            <pc:sldMk cId="2649149946" sldId="296"/>
            <ac:spMk id="53" creationId="{1C23A364-356A-6740-8794-F3126F8D737D}"/>
          </ac:spMkLst>
        </pc:spChg>
        <pc:spChg chg="mod">
          <ac:chgData name="Aggie Menezes" userId="74619c95fa3483c9" providerId="LiveId" clId="{15F02A0A-5E80-8246-A846-4BB11DE7B383}" dt="2020-09-04T08:52:35.149" v="68" actId="2711"/>
          <ac:spMkLst>
            <pc:docMk/>
            <pc:sldMk cId="2649149946" sldId="296"/>
            <ac:spMk id="63" creationId="{00000000-0000-0000-0000-000000000000}"/>
          </ac:spMkLst>
        </pc:spChg>
      </pc:sldChg>
      <pc:sldChg chg="modSp">
        <pc:chgData name="Aggie Menezes" userId="74619c95fa3483c9" providerId="LiveId" clId="{15F02A0A-5E80-8246-A846-4BB11DE7B383}" dt="2020-09-04T08:54:09.353" v="95" actId="2711"/>
        <pc:sldMkLst>
          <pc:docMk/>
          <pc:sldMk cId="486284706" sldId="297"/>
        </pc:sldMkLst>
        <pc:spChg chg="mod">
          <ac:chgData name="Aggie Menezes" userId="74619c95fa3483c9" providerId="LiveId" clId="{15F02A0A-5E80-8246-A846-4BB11DE7B383}" dt="2020-09-04T08:53:47.984" v="92" actId="2711"/>
          <ac:spMkLst>
            <pc:docMk/>
            <pc:sldMk cId="486284706" sldId="297"/>
            <ac:spMk id="14" creationId="{9A15F3BE-FA0D-D944-9308-5CC200A5A743}"/>
          </ac:spMkLst>
        </pc:spChg>
        <pc:spChg chg="mod">
          <ac:chgData name="Aggie Menezes" userId="74619c95fa3483c9" providerId="LiveId" clId="{15F02A0A-5E80-8246-A846-4BB11DE7B383}" dt="2020-09-04T08:54:04.439" v="94" actId="2711"/>
          <ac:spMkLst>
            <pc:docMk/>
            <pc:sldMk cId="486284706" sldId="297"/>
            <ac:spMk id="63" creationId="{00000000-0000-0000-0000-000000000000}"/>
          </ac:spMkLst>
        </pc:spChg>
        <pc:spChg chg="mod">
          <ac:chgData name="Aggie Menezes" userId="74619c95fa3483c9" providerId="LiveId" clId="{15F02A0A-5E80-8246-A846-4BB11DE7B383}" dt="2020-09-04T08:53:57.811" v="93" actId="2711"/>
          <ac:spMkLst>
            <pc:docMk/>
            <pc:sldMk cId="486284706" sldId="297"/>
            <ac:spMk id="75" creationId="{46AB3859-BC48-E34E-8FBB-81C06C9ED864}"/>
          </ac:spMkLst>
        </pc:spChg>
        <pc:spChg chg="mod">
          <ac:chgData name="Aggie Menezes" userId="74619c95fa3483c9" providerId="LiveId" clId="{15F02A0A-5E80-8246-A846-4BB11DE7B383}" dt="2020-09-04T08:54:09.353" v="95" actId="2711"/>
          <ac:spMkLst>
            <pc:docMk/>
            <pc:sldMk cId="486284706" sldId="297"/>
            <ac:spMk id="87" creationId="{6D0C52F3-4D0A-1946-853D-7A1D269CAF37}"/>
          </ac:spMkLst>
        </pc:spChg>
        <pc:spChg chg="mod">
          <ac:chgData name="Aggie Menezes" userId="74619c95fa3483c9" providerId="LiveId" clId="{15F02A0A-5E80-8246-A846-4BB11DE7B383}" dt="2020-09-04T08:53:57.811" v="93" actId="2711"/>
          <ac:spMkLst>
            <pc:docMk/>
            <pc:sldMk cId="486284706" sldId="297"/>
            <ac:spMk id="88" creationId="{538F291B-1A76-754D-8128-417595DC11BD}"/>
          </ac:spMkLst>
        </pc:spChg>
        <pc:spChg chg="mod">
          <ac:chgData name="Aggie Menezes" userId="74619c95fa3483c9" providerId="LiveId" clId="{15F02A0A-5E80-8246-A846-4BB11DE7B383}" dt="2020-09-04T08:53:47.984" v="92" actId="2711"/>
          <ac:spMkLst>
            <pc:docMk/>
            <pc:sldMk cId="486284706" sldId="297"/>
            <ac:spMk id="112" creationId="{626509A6-D8B8-D449-9DF5-980CE01528C6}"/>
          </ac:spMkLst>
        </pc:spChg>
      </pc:sldChg>
      <pc:sldChg chg="modSp">
        <pc:chgData name="Aggie Menezes" userId="74619c95fa3483c9" providerId="LiveId" clId="{15F02A0A-5E80-8246-A846-4BB11DE7B383}" dt="2020-09-04T08:54:29.891" v="98" actId="2711"/>
        <pc:sldMkLst>
          <pc:docMk/>
          <pc:sldMk cId="2456304509" sldId="298"/>
        </pc:sldMkLst>
        <pc:spChg chg="mod">
          <ac:chgData name="Aggie Menezes" userId="74619c95fa3483c9" providerId="LiveId" clId="{15F02A0A-5E80-8246-A846-4BB11DE7B383}" dt="2020-09-04T08:54:21.721" v="96" actId="2711"/>
          <ac:spMkLst>
            <pc:docMk/>
            <pc:sldMk cId="2456304509" sldId="298"/>
            <ac:spMk id="63" creationId="{00000000-0000-0000-0000-000000000000}"/>
          </ac:spMkLst>
        </pc:spChg>
        <pc:spChg chg="mod">
          <ac:chgData name="Aggie Menezes" userId="74619c95fa3483c9" providerId="LiveId" clId="{15F02A0A-5E80-8246-A846-4BB11DE7B383}" dt="2020-09-04T08:54:26.264" v="97" actId="2711"/>
          <ac:spMkLst>
            <pc:docMk/>
            <pc:sldMk cId="2456304509" sldId="298"/>
            <ac:spMk id="88" creationId="{538F291B-1A76-754D-8128-417595DC11BD}"/>
          </ac:spMkLst>
        </pc:spChg>
        <pc:spChg chg="mod">
          <ac:chgData name="Aggie Menezes" userId="74619c95fa3483c9" providerId="LiveId" clId="{15F02A0A-5E80-8246-A846-4BB11DE7B383}" dt="2020-09-04T08:54:29.891" v="98" actId="2711"/>
          <ac:spMkLst>
            <pc:docMk/>
            <pc:sldMk cId="2456304509" sldId="298"/>
            <ac:spMk id="96" creationId="{3FEFC23D-B611-FE44-A544-6FFF2B8F487C}"/>
          </ac:spMkLst>
        </pc:spChg>
      </pc:sldChg>
      <pc:sldChg chg="modSp">
        <pc:chgData name="Aggie Menezes" userId="74619c95fa3483c9" providerId="LiveId" clId="{15F02A0A-5E80-8246-A846-4BB11DE7B383}" dt="2020-09-04T08:54:35.133" v="99" actId="2711"/>
        <pc:sldMkLst>
          <pc:docMk/>
          <pc:sldMk cId="1189028938" sldId="299"/>
        </pc:sldMkLst>
        <pc:spChg chg="mod">
          <ac:chgData name="Aggie Menezes" userId="74619c95fa3483c9" providerId="LiveId" clId="{15F02A0A-5E80-8246-A846-4BB11DE7B383}" dt="2020-09-04T08:54:35.133" v="99" actId="2711"/>
          <ac:spMkLst>
            <pc:docMk/>
            <pc:sldMk cId="1189028938" sldId="299"/>
            <ac:spMk id="63" creationId="{00000000-0000-0000-0000-000000000000}"/>
          </ac:spMkLst>
        </pc:spChg>
      </pc:sldChg>
      <pc:sldChg chg="modSp">
        <pc:chgData name="Aggie Menezes" userId="74619c95fa3483c9" providerId="LiveId" clId="{15F02A0A-5E80-8246-A846-4BB11DE7B383}" dt="2020-09-04T08:54:40.942" v="100" actId="2711"/>
        <pc:sldMkLst>
          <pc:docMk/>
          <pc:sldMk cId="292849481" sldId="300"/>
        </pc:sldMkLst>
        <pc:spChg chg="mod">
          <ac:chgData name="Aggie Menezes" userId="74619c95fa3483c9" providerId="LiveId" clId="{15F02A0A-5E80-8246-A846-4BB11DE7B383}" dt="2020-09-04T08:54:40.942" v="100" actId="2711"/>
          <ac:spMkLst>
            <pc:docMk/>
            <pc:sldMk cId="292849481" sldId="300"/>
            <ac:spMk id="63" creationId="{00000000-0000-0000-0000-000000000000}"/>
          </ac:spMkLst>
        </pc:spChg>
      </pc:sldChg>
      <pc:sldChg chg="addSp modSp">
        <pc:chgData name="Aggie Menezes" userId="74619c95fa3483c9" providerId="LiveId" clId="{15F02A0A-5E80-8246-A846-4BB11DE7B383}" dt="2020-09-04T08:55:19.819" v="109" actId="14100"/>
        <pc:sldMkLst>
          <pc:docMk/>
          <pc:sldMk cId="824117372" sldId="301"/>
        </pc:sldMkLst>
        <pc:spChg chg="add mod">
          <ac:chgData name="Aggie Menezes" userId="74619c95fa3483c9" providerId="LiveId" clId="{15F02A0A-5E80-8246-A846-4BB11DE7B383}" dt="2020-09-04T08:55:19.819" v="109" actId="14100"/>
          <ac:spMkLst>
            <pc:docMk/>
            <pc:sldMk cId="824117372" sldId="301"/>
            <ac:spMk id="9" creationId="{13C828F8-B3F9-1A4E-A395-0D725282FDF4}"/>
          </ac:spMkLst>
        </pc:spChg>
      </pc:sldChg>
    </pc:docChg>
  </pc:docChgLst>
  <pc:docChgLst>
    <pc:chgData name="Aggie Menezes" userId="74619c95fa3483c9" providerId="LiveId" clId="{EEDA2D2F-6873-8746-BFAA-513985839CFE}"/>
    <pc:docChg chg="custSel addSld modSld">
      <pc:chgData name="Aggie Menezes" userId="74619c95fa3483c9" providerId="LiveId" clId="{EEDA2D2F-6873-8746-BFAA-513985839CFE}" dt="2020-12-17T07:06:24.569" v="81" actId="478"/>
      <pc:docMkLst>
        <pc:docMk/>
      </pc:docMkLst>
      <pc:sldChg chg="delSp mod">
        <pc:chgData name="Aggie Menezes" userId="74619c95fa3483c9" providerId="LiveId" clId="{EEDA2D2F-6873-8746-BFAA-513985839CFE}" dt="2020-12-17T07:01:14.056" v="4" actId="478"/>
        <pc:sldMkLst>
          <pc:docMk/>
          <pc:sldMk cId="534826096" sldId="282"/>
        </pc:sldMkLst>
        <pc:grpChg chg="del">
          <ac:chgData name="Aggie Menezes" userId="74619c95fa3483c9" providerId="LiveId" clId="{EEDA2D2F-6873-8746-BFAA-513985839CFE}" dt="2020-12-17T07:01:11.582" v="3" actId="478"/>
          <ac:grpSpMkLst>
            <pc:docMk/>
            <pc:sldMk cId="534826096" sldId="282"/>
            <ac:grpSpMk id="8" creationId="{0EDEB5BE-C6B2-C441-818A-98F7C22BA971}"/>
          </ac:grpSpMkLst>
        </pc:grpChg>
        <pc:grpChg chg="del">
          <ac:chgData name="Aggie Menezes" userId="74619c95fa3483c9" providerId="LiveId" clId="{EEDA2D2F-6873-8746-BFAA-513985839CFE}" dt="2020-12-17T07:01:14.056" v="4" actId="478"/>
          <ac:grpSpMkLst>
            <pc:docMk/>
            <pc:sldMk cId="534826096" sldId="282"/>
            <ac:grpSpMk id="37" creationId="{364E2019-8D24-2C48-A49F-05AFB3F1C69B}"/>
          </ac:grpSpMkLst>
        </pc:grpChg>
        <pc:grpChg chg="del">
          <ac:chgData name="Aggie Menezes" userId="74619c95fa3483c9" providerId="LiveId" clId="{EEDA2D2F-6873-8746-BFAA-513985839CFE}" dt="2020-12-17T07:01:08.361" v="2" actId="478"/>
          <ac:grpSpMkLst>
            <pc:docMk/>
            <pc:sldMk cId="534826096" sldId="282"/>
            <ac:grpSpMk id="38" creationId="{AE9F585F-F75C-ED44-8545-A6E2EB69B733}"/>
          </ac:grpSpMkLst>
        </pc:grpChg>
        <pc:grpChg chg="del">
          <ac:chgData name="Aggie Menezes" userId="74619c95fa3483c9" providerId="LiveId" clId="{EEDA2D2F-6873-8746-BFAA-513985839CFE}" dt="2020-12-17T07:01:04.109" v="0" actId="478"/>
          <ac:grpSpMkLst>
            <pc:docMk/>
            <pc:sldMk cId="534826096" sldId="282"/>
            <ac:grpSpMk id="39" creationId="{E48B0884-62FA-324D-A385-FA9E031369A8}"/>
          </ac:grpSpMkLst>
        </pc:grpChg>
        <pc:inkChg chg="del">
          <ac:chgData name="Aggie Menezes" userId="74619c95fa3483c9" providerId="LiveId" clId="{EEDA2D2F-6873-8746-BFAA-513985839CFE}" dt="2020-12-17T07:01:06.532" v="1" actId="478"/>
          <ac:inkMkLst>
            <pc:docMk/>
            <pc:sldMk cId="534826096" sldId="282"/>
            <ac:inkMk id="5" creationId="{71F4F67C-010A-6F4C-A015-1CEC5E235BE8}"/>
          </ac:inkMkLst>
        </pc:inkChg>
      </pc:sldChg>
      <pc:sldChg chg="delSp mod">
        <pc:chgData name="Aggie Menezes" userId="74619c95fa3483c9" providerId="LiveId" clId="{EEDA2D2F-6873-8746-BFAA-513985839CFE}" dt="2020-12-17T07:06:24.569" v="81" actId="478"/>
        <pc:sldMkLst>
          <pc:docMk/>
          <pc:sldMk cId="824117372" sldId="301"/>
        </pc:sldMkLst>
        <pc:grpChg chg="del">
          <ac:chgData name="Aggie Menezes" userId="74619c95fa3483c9" providerId="LiveId" clId="{EEDA2D2F-6873-8746-BFAA-513985839CFE}" dt="2020-12-17T07:06:22.296" v="80" actId="478"/>
          <ac:grpSpMkLst>
            <pc:docMk/>
            <pc:sldMk cId="824117372" sldId="301"/>
            <ac:grpSpMk id="12" creationId="{B0A229BC-8655-9E49-936E-07BF4587F3C9}"/>
          </ac:grpSpMkLst>
        </pc:grpChg>
        <pc:inkChg chg="del">
          <ac:chgData name="Aggie Menezes" userId="74619c95fa3483c9" providerId="LiveId" clId="{EEDA2D2F-6873-8746-BFAA-513985839CFE}" dt="2020-12-17T07:06:24.569" v="81" actId="478"/>
          <ac:inkMkLst>
            <pc:docMk/>
            <pc:sldMk cId="824117372" sldId="301"/>
            <ac:inkMk id="14" creationId="{99EBAC54-B078-754D-9C9D-6F0C82F7C8EE}"/>
          </ac:inkMkLst>
        </pc:inkChg>
      </pc:sldChg>
      <pc:sldChg chg="addSp delSp modSp add mod delAnim">
        <pc:chgData name="Aggie Menezes" userId="74619c95fa3483c9" providerId="LiveId" clId="{EEDA2D2F-6873-8746-BFAA-513985839CFE}" dt="2020-12-17T07:06:01.062" v="79" actId="1076"/>
        <pc:sldMkLst>
          <pc:docMk/>
          <pc:sldMk cId="62947172" sldId="302"/>
        </pc:sldMkLst>
        <pc:spChg chg="del">
          <ac:chgData name="Aggie Menezes" userId="74619c95fa3483c9" providerId="LiveId" clId="{EEDA2D2F-6873-8746-BFAA-513985839CFE}" dt="2020-12-17T07:02:11.230" v="7" actId="478"/>
          <ac:spMkLst>
            <pc:docMk/>
            <pc:sldMk cId="62947172" sldId="302"/>
            <ac:spMk id="4" creationId="{3C482F23-B017-304D-8074-FF0C3DF48D68}"/>
          </ac:spMkLst>
        </pc:spChg>
        <pc:spChg chg="add mod">
          <ac:chgData name="Aggie Menezes" userId="74619c95fa3483c9" providerId="LiveId" clId="{EEDA2D2F-6873-8746-BFAA-513985839CFE}" dt="2020-12-17T07:06:01.062" v="79" actId="1076"/>
          <ac:spMkLst>
            <pc:docMk/>
            <pc:sldMk cId="62947172" sldId="302"/>
            <ac:spMk id="31" creationId="{78B2C20F-C16F-EA41-836A-5DB957FA2F40}"/>
          </ac:spMkLst>
        </pc:spChg>
        <pc:spChg chg="add mod">
          <ac:chgData name="Aggie Menezes" userId="74619c95fa3483c9" providerId="LiveId" clId="{EEDA2D2F-6873-8746-BFAA-513985839CFE}" dt="2020-12-17T07:05:58.358" v="78" actId="1076"/>
          <ac:spMkLst>
            <pc:docMk/>
            <pc:sldMk cId="62947172" sldId="302"/>
            <ac:spMk id="32" creationId="{72F61A96-A042-DA47-9DF2-EAACDE290CC0}"/>
          </ac:spMkLst>
        </pc:spChg>
        <pc:spChg chg="add mod">
          <ac:chgData name="Aggie Menezes" userId="74619c95fa3483c9" providerId="LiveId" clId="{EEDA2D2F-6873-8746-BFAA-513985839CFE}" dt="2020-12-17T07:04:54.138" v="70" actId="120"/>
          <ac:spMkLst>
            <pc:docMk/>
            <pc:sldMk cId="62947172" sldId="302"/>
            <ac:spMk id="41" creationId="{638C3A28-001D-7640-B5A6-55E2488BCB2E}"/>
          </ac:spMkLst>
        </pc:spChg>
        <pc:spChg chg="add mod">
          <ac:chgData name="Aggie Menezes" userId="74619c95fa3483c9" providerId="LiveId" clId="{EEDA2D2F-6873-8746-BFAA-513985839CFE}" dt="2020-12-17T07:04:54.138" v="70" actId="120"/>
          <ac:spMkLst>
            <pc:docMk/>
            <pc:sldMk cId="62947172" sldId="302"/>
            <ac:spMk id="42" creationId="{DD63C158-FA11-5F4B-B4FB-F977F2939EC2}"/>
          </ac:spMkLst>
        </pc:spChg>
        <pc:spChg chg="add mod">
          <ac:chgData name="Aggie Menezes" userId="74619c95fa3483c9" providerId="LiveId" clId="{EEDA2D2F-6873-8746-BFAA-513985839CFE}" dt="2020-12-17T07:04:54.138" v="70" actId="120"/>
          <ac:spMkLst>
            <pc:docMk/>
            <pc:sldMk cId="62947172" sldId="302"/>
            <ac:spMk id="43" creationId="{9EC00AC6-2F3F-DC45-9849-5F3CFC69E815}"/>
          </ac:spMkLst>
        </pc:spChg>
        <pc:spChg chg="add mod">
          <ac:chgData name="Aggie Menezes" userId="74619c95fa3483c9" providerId="LiveId" clId="{EEDA2D2F-6873-8746-BFAA-513985839CFE}" dt="2020-12-17T07:04:54.138" v="70" actId="120"/>
          <ac:spMkLst>
            <pc:docMk/>
            <pc:sldMk cId="62947172" sldId="302"/>
            <ac:spMk id="44" creationId="{EF096ACF-3D5F-FD45-A460-1F66375DCC04}"/>
          </ac:spMkLst>
        </pc:spChg>
        <pc:spChg chg="add mod">
          <ac:chgData name="Aggie Menezes" userId="74619c95fa3483c9" providerId="LiveId" clId="{EEDA2D2F-6873-8746-BFAA-513985839CFE}" dt="2020-12-17T07:04:54.138" v="70" actId="120"/>
          <ac:spMkLst>
            <pc:docMk/>
            <pc:sldMk cId="62947172" sldId="302"/>
            <ac:spMk id="45" creationId="{AE1E84B4-1F31-444B-9BD0-B3845092803C}"/>
          </ac:spMkLst>
        </pc:spChg>
        <pc:spChg chg="add mod">
          <ac:chgData name="Aggie Menezes" userId="74619c95fa3483c9" providerId="LiveId" clId="{EEDA2D2F-6873-8746-BFAA-513985839CFE}" dt="2020-12-17T07:04:54.138" v="70" actId="120"/>
          <ac:spMkLst>
            <pc:docMk/>
            <pc:sldMk cId="62947172" sldId="302"/>
            <ac:spMk id="46" creationId="{2173B1E7-1CDD-CC41-9DF1-51D13C1671D9}"/>
          </ac:spMkLst>
        </pc:spChg>
        <pc:spChg chg="add mod">
          <ac:chgData name="Aggie Menezes" userId="74619c95fa3483c9" providerId="LiveId" clId="{EEDA2D2F-6873-8746-BFAA-513985839CFE}" dt="2020-12-17T07:05:14.809" v="72" actId="1076"/>
          <ac:spMkLst>
            <pc:docMk/>
            <pc:sldMk cId="62947172" sldId="302"/>
            <ac:spMk id="47" creationId="{A6C54017-997A-064E-A9E1-103C3BC78139}"/>
          </ac:spMkLst>
        </pc:spChg>
        <pc:spChg chg="add mod">
          <ac:chgData name="Aggie Menezes" userId="74619c95fa3483c9" providerId="LiveId" clId="{EEDA2D2F-6873-8746-BFAA-513985839CFE}" dt="2020-12-17T07:05:14.809" v="72" actId="1076"/>
          <ac:spMkLst>
            <pc:docMk/>
            <pc:sldMk cId="62947172" sldId="302"/>
            <ac:spMk id="48" creationId="{64289443-4898-2846-BAFA-F9CC972448CE}"/>
          </ac:spMkLst>
        </pc:spChg>
        <pc:spChg chg="add mod">
          <ac:chgData name="Aggie Menezes" userId="74619c95fa3483c9" providerId="LiveId" clId="{EEDA2D2F-6873-8746-BFAA-513985839CFE}" dt="2020-12-17T07:05:52.190" v="77" actId="207"/>
          <ac:spMkLst>
            <pc:docMk/>
            <pc:sldMk cId="62947172" sldId="302"/>
            <ac:spMk id="49" creationId="{E95CCD38-4186-864F-8052-C5284FB335DF}"/>
          </ac:spMkLst>
        </pc:spChg>
        <pc:spChg chg="add mod">
          <ac:chgData name="Aggie Menezes" userId="74619c95fa3483c9" providerId="LiveId" clId="{EEDA2D2F-6873-8746-BFAA-513985839CFE}" dt="2020-12-17T07:05:52.190" v="77" actId="207"/>
          <ac:spMkLst>
            <pc:docMk/>
            <pc:sldMk cId="62947172" sldId="302"/>
            <ac:spMk id="50" creationId="{D0B94F0F-0858-4441-B8DA-F665D0C64E0D}"/>
          </ac:spMkLst>
        </pc:spChg>
        <pc:spChg chg="add mod">
          <ac:chgData name="Aggie Menezes" userId="74619c95fa3483c9" providerId="LiveId" clId="{EEDA2D2F-6873-8746-BFAA-513985839CFE}" dt="2020-12-17T07:05:52.190" v="77" actId="207"/>
          <ac:spMkLst>
            <pc:docMk/>
            <pc:sldMk cId="62947172" sldId="302"/>
            <ac:spMk id="51" creationId="{8547C901-A829-D347-91FF-AEFDBFE872FF}"/>
          </ac:spMkLst>
        </pc:spChg>
        <pc:spChg chg="add mod">
          <ac:chgData name="Aggie Menezes" userId="74619c95fa3483c9" providerId="LiveId" clId="{EEDA2D2F-6873-8746-BFAA-513985839CFE}" dt="2020-12-17T07:05:52.190" v="77" actId="207"/>
          <ac:spMkLst>
            <pc:docMk/>
            <pc:sldMk cId="62947172" sldId="302"/>
            <ac:spMk id="52" creationId="{BB9C12CB-97CC-714C-9FE5-0AADCAB55ACB}"/>
          </ac:spMkLst>
        </pc:spChg>
        <pc:spChg chg="add mod">
          <ac:chgData name="Aggie Menezes" userId="74619c95fa3483c9" providerId="LiveId" clId="{EEDA2D2F-6873-8746-BFAA-513985839CFE}" dt="2020-12-17T07:05:52.190" v="77" actId="207"/>
          <ac:spMkLst>
            <pc:docMk/>
            <pc:sldMk cId="62947172" sldId="302"/>
            <ac:spMk id="53" creationId="{B1297AAC-979B-4048-9226-D59FA11BEED6}"/>
          </ac:spMkLst>
        </pc:spChg>
        <pc:spChg chg="add mod">
          <ac:chgData name="Aggie Menezes" userId="74619c95fa3483c9" providerId="LiveId" clId="{EEDA2D2F-6873-8746-BFAA-513985839CFE}" dt="2020-12-17T07:05:52.190" v="77" actId="207"/>
          <ac:spMkLst>
            <pc:docMk/>
            <pc:sldMk cId="62947172" sldId="302"/>
            <ac:spMk id="54" creationId="{B7975218-9355-1648-A958-D0276D0D6AA2}"/>
          </ac:spMkLst>
        </pc:spChg>
        <pc:spChg chg="add mod">
          <ac:chgData name="Aggie Menezes" userId="74619c95fa3483c9" providerId="LiveId" clId="{EEDA2D2F-6873-8746-BFAA-513985839CFE}" dt="2020-12-17T07:05:52.190" v="77" actId="207"/>
          <ac:spMkLst>
            <pc:docMk/>
            <pc:sldMk cId="62947172" sldId="302"/>
            <ac:spMk id="55" creationId="{0AB410FB-BEEC-BB4D-9C04-F2A8B7F06F52}"/>
          </ac:spMkLst>
        </pc:spChg>
        <pc:spChg chg="add mod">
          <ac:chgData name="Aggie Menezes" userId="74619c95fa3483c9" providerId="LiveId" clId="{EEDA2D2F-6873-8746-BFAA-513985839CFE}" dt="2020-12-17T07:05:52.190" v="77" actId="207"/>
          <ac:spMkLst>
            <pc:docMk/>
            <pc:sldMk cId="62947172" sldId="302"/>
            <ac:spMk id="56" creationId="{0553D0C7-A3C2-5441-9809-94C6A9E0ACF1}"/>
          </ac:spMkLst>
        </pc:spChg>
        <pc:spChg chg="del">
          <ac:chgData name="Aggie Menezes" userId="74619c95fa3483c9" providerId="LiveId" clId="{EEDA2D2F-6873-8746-BFAA-513985839CFE}" dt="2020-12-17T07:02:14.707" v="8" actId="478"/>
          <ac:spMkLst>
            <pc:docMk/>
            <pc:sldMk cId="62947172" sldId="302"/>
            <ac:spMk id="63" creationId="{00000000-0000-0000-0000-000000000000}"/>
          </ac:spMkLst>
        </pc:spChg>
        <pc:spChg chg="del">
          <ac:chgData name="Aggie Menezes" userId="74619c95fa3483c9" providerId="LiveId" clId="{EEDA2D2F-6873-8746-BFAA-513985839CFE}" dt="2020-12-17T07:02:11.230" v="7" actId="478"/>
          <ac:spMkLst>
            <pc:docMk/>
            <pc:sldMk cId="62947172" sldId="302"/>
            <ac:spMk id="88" creationId="{538F291B-1A76-754D-8128-417595DC11BD}"/>
          </ac:spMkLst>
        </pc:spChg>
        <pc:spChg chg="del">
          <ac:chgData name="Aggie Menezes" userId="74619c95fa3483c9" providerId="LiveId" clId="{EEDA2D2F-6873-8746-BFAA-513985839CFE}" dt="2020-12-17T07:02:11.230" v="7" actId="478"/>
          <ac:spMkLst>
            <pc:docMk/>
            <pc:sldMk cId="62947172" sldId="302"/>
            <ac:spMk id="96" creationId="{3FEFC23D-B611-FE44-A544-6FFF2B8F487C}"/>
          </ac:spMkLst>
        </pc:spChg>
        <pc:grpChg chg="del">
          <ac:chgData name="Aggie Menezes" userId="74619c95fa3483c9" providerId="LiveId" clId="{EEDA2D2F-6873-8746-BFAA-513985839CFE}" dt="2020-12-17T07:02:06.103" v="6" actId="478"/>
          <ac:grpSpMkLst>
            <pc:docMk/>
            <pc:sldMk cId="62947172" sldId="302"/>
            <ac:grpSpMk id="2" creationId="{FE1F70EE-7CA7-D646-9F03-3394A79DDB00}"/>
          </ac:grpSpMkLst>
        </pc:grpChg>
        <pc:grpChg chg="del">
          <ac:chgData name="Aggie Menezes" userId="74619c95fa3483c9" providerId="LiveId" clId="{EEDA2D2F-6873-8746-BFAA-513985839CFE}" dt="2020-12-17T07:02:11.230" v="7" actId="478"/>
          <ac:grpSpMkLst>
            <pc:docMk/>
            <pc:sldMk cId="62947172" sldId="302"/>
            <ac:grpSpMk id="17" creationId="{C512458A-74EE-FC4C-81AF-E132F2E1F14A}"/>
          </ac:grpSpMkLst>
        </pc:grpChg>
        <pc:cxnChg chg="del">
          <ac:chgData name="Aggie Menezes" userId="74619c95fa3483c9" providerId="LiveId" clId="{EEDA2D2F-6873-8746-BFAA-513985839CFE}" dt="2020-12-17T07:02:11.230" v="7" actId="478"/>
          <ac:cxnSpMkLst>
            <pc:docMk/>
            <pc:sldMk cId="62947172" sldId="302"/>
            <ac:cxnSpMk id="13" creationId="{5387E6A6-6299-8B41-8D2F-59C458277FEE}"/>
          </ac:cxnSpMkLst>
        </pc:cxnChg>
        <pc:cxnChg chg="del">
          <ac:chgData name="Aggie Menezes" userId="74619c95fa3483c9" providerId="LiveId" clId="{EEDA2D2F-6873-8746-BFAA-513985839CFE}" dt="2020-12-17T07:02:11.230" v="7" actId="478"/>
          <ac:cxnSpMkLst>
            <pc:docMk/>
            <pc:sldMk cId="62947172" sldId="302"/>
            <ac:cxnSpMk id="33" creationId="{C3073312-152B-DF49-A375-E323083D93BA}"/>
          </ac:cxnSpMkLst>
        </pc:cxnChg>
        <pc:cxnChg chg="del">
          <ac:chgData name="Aggie Menezes" userId="74619c95fa3483c9" providerId="LiveId" clId="{EEDA2D2F-6873-8746-BFAA-513985839CFE}" dt="2020-12-17T07:02:11.230" v="7" actId="478"/>
          <ac:cxnSpMkLst>
            <pc:docMk/>
            <pc:sldMk cId="62947172" sldId="302"/>
            <ac:cxnSpMk id="34" creationId="{BFF30E23-279B-3C44-98F1-F766806564DB}"/>
          </ac:cxnSpMkLst>
        </pc:cxnChg>
        <pc:cxnChg chg="del">
          <ac:chgData name="Aggie Menezes" userId="74619c95fa3483c9" providerId="LiveId" clId="{EEDA2D2F-6873-8746-BFAA-513985839CFE}" dt="2020-12-17T07:02:11.230" v="7" actId="478"/>
          <ac:cxnSpMkLst>
            <pc:docMk/>
            <pc:sldMk cId="62947172" sldId="302"/>
            <ac:cxnSpMk id="35" creationId="{80BD69AA-9E1D-F14D-B311-7A139356459E}"/>
          </ac:cxnSpMkLst>
        </pc:cxnChg>
        <pc:cxnChg chg="del">
          <ac:chgData name="Aggie Menezes" userId="74619c95fa3483c9" providerId="LiveId" clId="{EEDA2D2F-6873-8746-BFAA-513985839CFE}" dt="2020-12-17T07:02:11.230" v="7" actId="478"/>
          <ac:cxnSpMkLst>
            <pc:docMk/>
            <pc:sldMk cId="62947172" sldId="302"/>
            <ac:cxnSpMk id="36" creationId="{D2FDF048-A0E1-814E-AEC9-C192A2741D46}"/>
          </ac:cxnSpMkLst>
        </pc:cxnChg>
        <pc:cxnChg chg="del">
          <ac:chgData name="Aggie Menezes" userId="74619c95fa3483c9" providerId="LiveId" clId="{EEDA2D2F-6873-8746-BFAA-513985839CFE}" dt="2020-12-17T07:02:11.230" v="7" actId="478"/>
          <ac:cxnSpMkLst>
            <pc:docMk/>
            <pc:sldMk cId="62947172" sldId="302"/>
            <ac:cxnSpMk id="37" creationId="{72C8E4FB-EAB4-D846-AD35-2544D552DD99}"/>
          </ac:cxnSpMkLst>
        </pc:cxnChg>
        <pc:cxnChg chg="del">
          <ac:chgData name="Aggie Menezes" userId="74619c95fa3483c9" providerId="LiveId" clId="{EEDA2D2F-6873-8746-BFAA-513985839CFE}" dt="2020-12-17T07:02:11.230" v="7" actId="478"/>
          <ac:cxnSpMkLst>
            <pc:docMk/>
            <pc:sldMk cId="62947172" sldId="302"/>
            <ac:cxnSpMk id="38" creationId="{6FED9EAF-7108-3D4D-8D74-300063E5B7B9}"/>
          </ac:cxnSpMkLst>
        </pc:cxnChg>
        <pc:cxnChg chg="del">
          <ac:chgData name="Aggie Menezes" userId="74619c95fa3483c9" providerId="LiveId" clId="{EEDA2D2F-6873-8746-BFAA-513985839CFE}" dt="2020-12-17T07:02:11.230" v="7" actId="478"/>
          <ac:cxnSpMkLst>
            <pc:docMk/>
            <pc:sldMk cId="62947172" sldId="302"/>
            <ac:cxnSpMk id="39" creationId="{7F464870-A416-F942-BF7E-C0A83C6B48DD}"/>
          </ac:cxnSpMkLst>
        </pc:cxnChg>
        <pc:cxnChg chg="del">
          <ac:chgData name="Aggie Menezes" userId="74619c95fa3483c9" providerId="LiveId" clId="{EEDA2D2F-6873-8746-BFAA-513985839CFE}" dt="2020-12-17T07:02:11.230" v="7" actId="478"/>
          <ac:cxnSpMkLst>
            <pc:docMk/>
            <pc:sldMk cId="62947172" sldId="302"/>
            <ac:cxnSpMk id="40" creationId="{E040F828-7A05-CF44-91AB-858508B81876}"/>
          </ac:cxnSpMkLst>
        </pc:cxnChg>
      </pc:sldChg>
    </pc:docChg>
  </pc:docChgLst>
  <pc:docChgLst>
    <pc:chgData name="Aggie Menezes" userId="74619c95fa3483c9" providerId="LiveId" clId="{0C9CF71C-7BD7-F648-8982-BEDFA159721C}"/>
    <pc:docChg chg="custSel modSld">
      <pc:chgData name="Aggie Menezes" userId="74619c95fa3483c9" providerId="LiveId" clId="{0C9CF71C-7BD7-F648-8982-BEDFA159721C}" dt="2020-10-22T15:21:37.532" v="3"/>
      <pc:docMkLst>
        <pc:docMk/>
      </pc:docMkLst>
      <pc:sldChg chg="addSp">
        <pc:chgData name="Aggie Menezes" userId="74619c95fa3483c9" providerId="LiveId" clId="{0C9CF71C-7BD7-F648-8982-BEDFA159721C}" dt="2020-10-22T15:21:37.532" v="3"/>
        <pc:sldMkLst>
          <pc:docMk/>
          <pc:sldMk cId="824117372" sldId="301"/>
        </pc:sldMkLst>
        <pc:grpChg chg="add">
          <ac:chgData name="Aggie Menezes" userId="74619c95fa3483c9" providerId="LiveId" clId="{0C9CF71C-7BD7-F648-8982-BEDFA159721C}" dt="2020-10-22T15:21:35.012" v="2"/>
          <ac:grpSpMkLst>
            <pc:docMk/>
            <pc:sldMk cId="824117372" sldId="301"/>
            <ac:grpSpMk id="12" creationId="{B0A229BC-8655-9E49-936E-07BF4587F3C9}"/>
          </ac:grpSpMkLst>
        </pc:grpChg>
        <pc:inkChg chg="add">
          <ac:chgData name="Aggie Menezes" userId="74619c95fa3483c9" providerId="LiveId" clId="{0C9CF71C-7BD7-F648-8982-BEDFA159721C}" dt="2020-10-22T15:21:33.940" v="0"/>
          <ac:inkMkLst>
            <pc:docMk/>
            <pc:sldMk cId="824117372" sldId="301"/>
            <ac:inkMk id="5" creationId="{B8AD647B-ED7B-C74B-9DA4-CD7BAA4945E9}"/>
          </ac:inkMkLst>
        </pc:inkChg>
        <pc:inkChg chg="add">
          <ac:chgData name="Aggie Menezes" userId="74619c95fa3483c9" providerId="LiveId" clId="{0C9CF71C-7BD7-F648-8982-BEDFA159721C}" dt="2020-10-22T15:21:34.145" v="1"/>
          <ac:inkMkLst>
            <pc:docMk/>
            <pc:sldMk cId="824117372" sldId="301"/>
            <ac:inkMk id="10" creationId="{8F223635-54AD-2F4D-BCA2-DFE5AC624AAA}"/>
          </ac:inkMkLst>
        </pc:inkChg>
        <pc:inkChg chg="add">
          <ac:chgData name="Aggie Menezes" userId="74619c95fa3483c9" providerId="LiveId" clId="{0C9CF71C-7BD7-F648-8982-BEDFA159721C}" dt="2020-10-22T15:21:37.532" v="3"/>
          <ac:inkMkLst>
            <pc:docMk/>
            <pc:sldMk cId="824117372" sldId="301"/>
            <ac:inkMk id="14" creationId="{99EBAC54-B078-754D-9C9D-6F0C82F7C8EE}"/>
          </ac:inkMkLst>
        </pc:inkChg>
      </pc:sldChg>
    </pc:docChg>
  </pc:docChgLst>
  <pc:docChgLst>
    <pc:chgData name="Aggie Menezes" userId="74619c95fa3483c9" providerId="LiveId" clId="{46434A16-6657-C249-8D16-DE1750720466}"/>
    <pc:docChg chg="custSel addSld modSld">
      <pc:chgData name="Aggie Menezes" userId="74619c95fa3483c9" providerId="LiveId" clId="{46434A16-6657-C249-8D16-DE1750720466}" dt="2020-10-01T15:59:17.167" v="1381"/>
      <pc:docMkLst>
        <pc:docMk/>
      </pc:docMkLst>
      <pc:sldChg chg="addSp delSp">
        <pc:chgData name="Aggie Menezes" userId="74619c95fa3483c9" providerId="LiveId" clId="{46434A16-6657-C249-8D16-DE1750720466}" dt="2020-09-24T15:49:50.645" v="81"/>
        <pc:sldMkLst>
          <pc:docMk/>
          <pc:sldMk cId="0" sldId="256"/>
        </pc:sldMkLst>
        <pc:grpChg chg="add del">
          <ac:chgData name="Aggie Menezes" userId="74619c95fa3483c9" providerId="LiveId" clId="{46434A16-6657-C249-8D16-DE1750720466}" dt="2020-09-24T15:48:29.558" v="31"/>
          <ac:grpSpMkLst>
            <pc:docMk/>
            <pc:sldMk cId="0" sldId="256"/>
            <ac:grpSpMk id="6" creationId="{54DA3F38-EDCF-014F-ADAC-CAAA539BE4A9}"/>
          </ac:grpSpMkLst>
        </pc:grpChg>
        <pc:grpChg chg="add del">
          <ac:chgData name="Aggie Menezes" userId="74619c95fa3483c9" providerId="LiveId" clId="{46434A16-6657-C249-8D16-DE1750720466}" dt="2020-09-24T15:48:35.111" v="35"/>
          <ac:grpSpMkLst>
            <pc:docMk/>
            <pc:sldMk cId="0" sldId="256"/>
            <ac:grpSpMk id="24" creationId="{CA252F32-80B5-FC44-BA22-4D3DE869B8E9}"/>
          </ac:grpSpMkLst>
        </pc:grpChg>
        <pc:grpChg chg="add del">
          <ac:chgData name="Aggie Menezes" userId="74619c95fa3483c9" providerId="LiveId" clId="{46434A16-6657-C249-8D16-DE1750720466}" dt="2020-09-24T15:48:40.364" v="44"/>
          <ac:grpSpMkLst>
            <pc:docMk/>
            <pc:sldMk cId="0" sldId="256"/>
            <ac:grpSpMk id="28" creationId="{649638B4-AC40-EA49-B4C2-454E12103A23}"/>
          </ac:grpSpMkLst>
        </pc:grpChg>
        <pc:grpChg chg="add">
          <ac:chgData name="Aggie Menezes" userId="74619c95fa3483c9" providerId="LiveId" clId="{46434A16-6657-C249-8D16-DE1750720466}" dt="2020-09-24T15:48:40.364" v="44"/>
          <ac:grpSpMkLst>
            <pc:docMk/>
            <pc:sldMk cId="0" sldId="256"/>
            <ac:grpSpMk id="37" creationId="{93DA5AB2-47CA-A744-BE00-A2464D3BBB40}"/>
          </ac:grpSpMkLst>
        </pc:grpChg>
        <pc:grpChg chg="add">
          <ac:chgData name="Aggie Menezes" userId="74619c95fa3483c9" providerId="LiveId" clId="{46434A16-6657-C249-8D16-DE1750720466}" dt="2020-09-24T15:48:55.750" v="51"/>
          <ac:grpSpMkLst>
            <pc:docMk/>
            <pc:sldMk cId="0" sldId="256"/>
            <ac:grpSpMk id="44" creationId="{BC4DB55E-2A4E-1645-AB93-15D9C352F9A1}"/>
          </ac:grpSpMkLst>
        </pc:grpChg>
        <pc:grpChg chg="add del">
          <ac:chgData name="Aggie Menezes" userId="74619c95fa3483c9" providerId="LiveId" clId="{46434A16-6657-C249-8D16-DE1750720466}" dt="2020-09-24T15:49:25.106" v="68"/>
          <ac:grpSpMkLst>
            <pc:docMk/>
            <pc:sldMk cId="0" sldId="256"/>
            <ac:grpSpMk id="49" creationId="{39E91A9B-2622-5E4E-A5D2-7AAD0D5335D8}"/>
          </ac:grpSpMkLst>
        </pc:grpChg>
        <pc:grpChg chg="add">
          <ac:chgData name="Aggie Menezes" userId="74619c95fa3483c9" providerId="LiveId" clId="{46434A16-6657-C249-8D16-DE1750720466}" dt="2020-09-24T15:49:25.106" v="68"/>
          <ac:grpSpMkLst>
            <pc:docMk/>
            <pc:sldMk cId="0" sldId="256"/>
            <ac:grpSpMk id="61" creationId="{725BAAC9-5E98-CC4D-A38A-CC5C8782C7C6}"/>
          </ac:grpSpMkLst>
        </pc:grpChg>
        <pc:grpChg chg="add del">
          <ac:chgData name="Aggie Menezes" userId="74619c95fa3483c9" providerId="LiveId" clId="{46434A16-6657-C249-8D16-DE1750720466}" dt="2020-09-24T15:49:27.901" v="71"/>
          <ac:grpSpMkLst>
            <pc:docMk/>
            <pc:sldMk cId="0" sldId="256"/>
            <ac:grpSpMk id="62" creationId="{5E7363C3-3B79-1541-B3E9-7BF32945D97F}"/>
          </ac:grpSpMkLst>
        </pc:grpChg>
        <pc:grpChg chg="add del">
          <ac:chgData name="Aggie Menezes" userId="74619c95fa3483c9" providerId="LiveId" clId="{46434A16-6657-C249-8D16-DE1750720466}" dt="2020-09-24T15:49:32.873" v="75"/>
          <ac:grpSpMkLst>
            <pc:docMk/>
            <pc:sldMk cId="0" sldId="256"/>
            <ac:grpSpMk id="65" creationId="{C243D25A-7C5F-2F4D-AE51-0A8D16053FA6}"/>
          </ac:grpSpMkLst>
        </pc:grpChg>
        <pc:grpChg chg="add">
          <ac:chgData name="Aggie Menezes" userId="74619c95fa3483c9" providerId="LiveId" clId="{46434A16-6657-C249-8D16-DE1750720466}" dt="2020-09-24T15:49:32.873" v="75"/>
          <ac:grpSpMkLst>
            <pc:docMk/>
            <pc:sldMk cId="0" sldId="256"/>
            <ac:grpSpMk id="69" creationId="{5759BF52-2407-154B-923D-C23EDFB3E713}"/>
          </ac:grpSpMkLst>
        </pc:grpChg>
        <pc:grpChg chg="add">
          <ac:chgData name="Aggie Menezes" userId="74619c95fa3483c9" providerId="LiveId" clId="{46434A16-6657-C249-8D16-DE1750720466}" dt="2020-09-24T15:49:38.810" v="79"/>
          <ac:grpSpMkLst>
            <pc:docMk/>
            <pc:sldMk cId="0" sldId="256"/>
            <ac:grpSpMk id="73" creationId="{57D974E6-B082-134B-A85D-A614288C84F2}"/>
          </ac:grpSpMkLst>
        </pc:grp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3" creationId="{5BD0B55B-64F7-6045-8837-5EFC168B21C4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4" creationId="{F872E10A-0E8C-1D4C-8559-9EEDE76E543B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5" creationId="{12F4BCEC-EBC8-D446-B66A-2BF5F7E2329B}"/>
          </ac:inkMkLst>
        </pc:inkChg>
        <pc:inkChg chg="add">
          <ac:chgData name="Aggie Menezes" userId="74619c95fa3483c9" providerId="LiveId" clId="{46434A16-6657-C249-8D16-DE1750720466}" dt="2020-09-24T15:48:18.477" v="16"/>
          <ac:inkMkLst>
            <pc:docMk/>
            <pc:sldMk cId="0" sldId="256"/>
            <ac:inkMk id="7" creationId="{8AA742E2-F5E9-2141-9922-ADCBC12C4975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8" creationId="{90853E0A-A121-C34C-B49E-082F55E6DC3F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9" creationId="{3694BAA3-DCB0-E940-8399-271E46465E72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10" creationId="{8D256CC8-3DE4-D843-B83A-E4E9579B8E5E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11" creationId="{63218F02-F2BE-A847-9051-3874047D6C36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12" creationId="{EAEEB004-4E40-CA46-B3F5-1F72B3C044C0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13" creationId="{49003A18-5446-664B-A825-02639CF6891D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14" creationId="{B14B26F6-03B6-724E-A59C-F717E27F71AB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15" creationId="{31B6A28F-E294-DB4C-AFFB-C9E9C471681B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16" creationId="{6113E4BF-E46E-4F43-BC85-E8B3CD405480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17" creationId="{A2481AC5-BFE1-DF4C-9576-1276F6C869D7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18" creationId="{170656A6-9531-274F-841D-C24A5602ED82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19" creationId="{17EDB79A-E94A-0442-82C6-9D8CA2E4A0FA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21" creationId="{6D3F4CE2-3EA3-4D40-9AC9-943E0173B0D0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23" creationId="{FB86389C-9F48-9948-A287-C73D66C80BF4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25" creationId="{F85F153F-B437-DD4D-A0A8-2A4367191ACE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26" creationId="{C8A97DCD-66CB-1E48-AD47-829217C92433}"/>
          </ac:inkMkLst>
        </pc:inkChg>
        <pc:inkChg chg="add topLvl">
          <ac:chgData name="Aggie Menezes" userId="74619c95fa3483c9" providerId="LiveId" clId="{46434A16-6657-C249-8D16-DE1750720466}" dt="2020-09-24T15:48:40.364" v="44"/>
          <ac:inkMkLst>
            <pc:docMk/>
            <pc:sldMk cId="0" sldId="256"/>
            <ac:inkMk id="27" creationId="{512BF372-195B-204D-A56A-8140299AEE2A}"/>
          </ac:inkMkLst>
        </pc:inkChg>
        <pc:inkChg chg="add">
          <ac:chgData name="Aggie Menezes" userId="74619c95fa3483c9" providerId="LiveId" clId="{46434A16-6657-C249-8D16-DE1750720466}" dt="2020-09-24T15:48:37.642" v="36"/>
          <ac:inkMkLst>
            <pc:docMk/>
            <pc:sldMk cId="0" sldId="256"/>
            <ac:inkMk id="29" creationId="{1079204F-7446-B64B-8D36-8C07EF2E8A67}"/>
          </ac:inkMkLst>
        </pc:inkChg>
        <pc:inkChg chg="add">
          <ac:chgData name="Aggie Menezes" userId="74619c95fa3483c9" providerId="LiveId" clId="{46434A16-6657-C249-8D16-DE1750720466}" dt="2020-09-24T15:48:37.819" v="37"/>
          <ac:inkMkLst>
            <pc:docMk/>
            <pc:sldMk cId="0" sldId="256"/>
            <ac:inkMk id="30" creationId="{20D8D6C9-C138-FF47-9E51-5F4666D6A722}"/>
          </ac:inkMkLst>
        </pc:inkChg>
        <pc:inkChg chg="add">
          <ac:chgData name="Aggie Menezes" userId="74619c95fa3483c9" providerId="LiveId" clId="{46434A16-6657-C249-8D16-DE1750720466}" dt="2020-09-24T15:48:38.149" v="38"/>
          <ac:inkMkLst>
            <pc:docMk/>
            <pc:sldMk cId="0" sldId="256"/>
            <ac:inkMk id="31" creationId="{1C96F504-D934-974D-98CF-814A822DA12D}"/>
          </ac:inkMkLst>
        </pc:inkChg>
        <pc:inkChg chg="add">
          <ac:chgData name="Aggie Menezes" userId="74619c95fa3483c9" providerId="LiveId" clId="{46434A16-6657-C249-8D16-DE1750720466}" dt="2020-09-24T15:48:38.286" v="39"/>
          <ac:inkMkLst>
            <pc:docMk/>
            <pc:sldMk cId="0" sldId="256"/>
            <ac:inkMk id="32" creationId="{C6AC0E8F-4DCA-2645-BA91-CFA8C7D26252}"/>
          </ac:inkMkLst>
        </pc:inkChg>
        <pc:inkChg chg="add">
          <ac:chgData name="Aggie Menezes" userId="74619c95fa3483c9" providerId="LiveId" clId="{46434A16-6657-C249-8D16-DE1750720466}" dt="2020-09-24T15:48:38.490" v="40"/>
          <ac:inkMkLst>
            <pc:docMk/>
            <pc:sldMk cId="0" sldId="256"/>
            <ac:inkMk id="33" creationId="{035CFD04-201E-8B4A-B0CB-7B3796532016}"/>
          </ac:inkMkLst>
        </pc:inkChg>
        <pc:inkChg chg="add">
          <ac:chgData name="Aggie Menezes" userId="74619c95fa3483c9" providerId="LiveId" clId="{46434A16-6657-C249-8D16-DE1750720466}" dt="2020-09-24T15:48:38.719" v="41"/>
          <ac:inkMkLst>
            <pc:docMk/>
            <pc:sldMk cId="0" sldId="256"/>
            <ac:inkMk id="34" creationId="{AB13E440-25C9-F045-9336-BC941CC868C1}"/>
          </ac:inkMkLst>
        </pc:inkChg>
        <pc:inkChg chg="add">
          <ac:chgData name="Aggie Menezes" userId="74619c95fa3483c9" providerId="LiveId" clId="{46434A16-6657-C249-8D16-DE1750720466}" dt="2020-09-24T15:48:38.945" v="42"/>
          <ac:inkMkLst>
            <pc:docMk/>
            <pc:sldMk cId="0" sldId="256"/>
            <ac:inkMk id="35" creationId="{76A91443-521C-0F45-B8C3-5A7CBFCEA0FF}"/>
          </ac:inkMkLst>
        </pc:inkChg>
        <pc:inkChg chg="add">
          <ac:chgData name="Aggie Menezes" userId="74619c95fa3483c9" providerId="LiveId" clId="{46434A16-6657-C249-8D16-DE1750720466}" dt="2020-09-24T15:48:39.391" v="43"/>
          <ac:inkMkLst>
            <pc:docMk/>
            <pc:sldMk cId="0" sldId="256"/>
            <ac:inkMk id="36" creationId="{92CF2389-D898-974F-9C03-4DB53B0E5CD6}"/>
          </ac:inkMkLst>
        </pc:inkChg>
        <pc:inkChg chg="add">
          <ac:chgData name="Aggie Menezes" userId="74619c95fa3483c9" providerId="LiveId" clId="{46434A16-6657-C249-8D16-DE1750720466}" dt="2020-09-24T15:48:43.796" v="45"/>
          <ac:inkMkLst>
            <pc:docMk/>
            <pc:sldMk cId="0" sldId="256"/>
            <ac:inkMk id="38" creationId="{C42964A6-CA6C-894B-9F8C-E6CBFF9AB7FE}"/>
          </ac:inkMkLst>
        </pc:inkChg>
        <pc:inkChg chg="add">
          <ac:chgData name="Aggie Menezes" userId="74619c95fa3483c9" providerId="LiveId" clId="{46434A16-6657-C249-8D16-DE1750720466}" dt="2020-09-24T15:48:49.692" v="46"/>
          <ac:inkMkLst>
            <pc:docMk/>
            <pc:sldMk cId="0" sldId="256"/>
            <ac:inkMk id="39" creationId="{B01263F1-A8EF-8448-B922-4B4DE691C3C9}"/>
          </ac:inkMkLst>
        </pc:inkChg>
        <pc:inkChg chg="add">
          <ac:chgData name="Aggie Menezes" userId="74619c95fa3483c9" providerId="LiveId" clId="{46434A16-6657-C249-8D16-DE1750720466}" dt="2020-09-24T15:48:53.629" v="47"/>
          <ac:inkMkLst>
            <pc:docMk/>
            <pc:sldMk cId="0" sldId="256"/>
            <ac:inkMk id="40" creationId="{55B906CD-8315-C241-B6E5-4EE28DF384DB}"/>
          </ac:inkMkLst>
        </pc:inkChg>
        <pc:inkChg chg="add">
          <ac:chgData name="Aggie Menezes" userId="74619c95fa3483c9" providerId="LiveId" clId="{46434A16-6657-C249-8D16-DE1750720466}" dt="2020-09-24T15:48:54.061" v="48"/>
          <ac:inkMkLst>
            <pc:docMk/>
            <pc:sldMk cId="0" sldId="256"/>
            <ac:inkMk id="41" creationId="{AFD0D82A-709D-6F40-8F52-8DABD643D1A2}"/>
          </ac:inkMkLst>
        </pc:inkChg>
        <pc:inkChg chg="add">
          <ac:chgData name="Aggie Menezes" userId="74619c95fa3483c9" providerId="LiveId" clId="{46434A16-6657-C249-8D16-DE1750720466}" dt="2020-09-24T15:48:54.808" v="49"/>
          <ac:inkMkLst>
            <pc:docMk/>
            <pc:sldMk cId="0" sldId="256"/>
            <ac:inkMk id="42" creationId="{55690AEB-3DF8-F34C-97BD-6B8ECAF357AB}"/>
          </ac:inkMkLst>
        </pc:inkChg>
        <pc:inkChg chg="add">
          <ac:chgData name="Aggie Menezes" userId="74619c95fa3483c9" providerId="LiveId" clId="{46434A16-6657-C249-8D16-DE1750720466}" dt="2020-09-24T15:48:55.103" v="50"/>
          <ac:inkMkLst>
            <pc:docMk/>
            <pc:sldMk cId="0" sldId="256"/>
            <ac:inkMk id="43" creationId="{CF08501A-A5A6-C44F-A07C-64F440ACBC5F}"/>
          </ac:inkMkLst>
        </pc:inkChg>
        <pc:inkChg chg="add topLvl">
          <ac:chgData name="Aggie Menezes" userId="74619c95fa3483c9" providerId="LiveId" clId="{46434A16-6657-C249-8D16-DE1750720466}" dt="2020-09-24T15:49:32.873" v="75"/>
          <ac:inkMkLst>
            <pc:docMk/>
            <pc:sldMk cId="0" sldId="256"/>
            <ac:inkMk id="45" creationId="{EF31FF4F-C884-384B-B2D9-81AA6D93110E}"/>
          </ac:inkMkLst>
        </pc:inkChg>
        <pc:inkChg chg="add topLvl">
          <ac:chgData name="Aggie Menezes" userId="74619c95fa3483c9" providerId="LiveId" clId="{46434A16-6657-C249-8D16-DE1750720466}" dt="2020-09-24T15:49:32.873" v="75"/>
          <ac:inkMkLst>
            <pc:docMk/>
            <pc:sldMk cId="0" sldId="256"/>
            <ac:inkMk id="46" creationId="{A24B76A7-47A5-504E-8B18-1F514F8EEE15}"/>
          </ac:inkMkLst>
        </pc:inkChg>
        <pc:inkChg chg="add topLvl">
          <ac:chgData name="Aggie Menezes" userId="74619c95fa3483c9" providerId="LiveId" clId="{46434A16-6657-C249-8D16-DE1750720466}" dt="2020-09-24T15:49:32.873" v="75"/>
          <ac:inkMkLst>
            <pc:docMk/>
            <pc:sldMk cId="0" sldId="256"/>
            <ac:inkMk id="47" creationId="{9CE679FB-7F4F-4743-8175-208E259E511C}"/>
          </ac:inkMkLst>
        </pc:inkChg>
        <pc:inkChg chg="add">
          <ac:chgData name="Aggie Menezes" userId="74619c95fa3483c9" providerId="LiveId" clId="{46434A16-6657-C249-8D16-DE1750720466}" dt="2020-09-24T15:49:14.842" v="55"/>
          <ac:inkMkLst>
            <pc:docMk/>
            <pc:sldMk cId="0" sldId="256"/>
            <ac:inkMk id="48" creationId="{267AD445-1260-5E46-BF54-E5D0B129623F}"/>
          </ac:inkMkLst>
        </pc:inkChg>
        <pc:inkChg chg="add">
          <ac:chgData name="Aggie Menezes" userId="74619c95fa3483c9" providerId="LiveId" clId="{46434A16-6657-C249-8D16-DE1750720466}" dt="2020-09-24T15:49:16.244" v="57"/>
          <ac:inkMkLst>
            <pc:docMk/>
            <pc:sldMk cId="0" sldId="256"/>
            <ac:inkMk id="50" creationId="{32EBEA60-3454-AF4C-9416-01EAAFDBB456}"/>
          </ac:inkMkLst>
        </pc:inkChg>
        <pc:inkChg chg="add">
          <ac:chgData name="Aggie Menezes" userId="74619c95fa3483c9" providerId="LiveId" clId="{46434A16-6657-C249-8D16-DE1750720466}" dt="2020-09-24T15:49:18.069" v="58"/>
          <ac:inkMkLst>
            <pc:docMk/>
            <pc:sldMk cId="0" sldId="256"/>
            <ac:inkMk id="51" creationId="{5360320F-E305-8941-BAAA-5E603399B926}"/>
          </ac:inkMkLst>
        </pc:inkChg>
        <pc:inkChg chg="add">
          <ac:chgData name="Aggie Menezes" userId="74619c95fa3483c9" providerId="LiveId" clId="{46434A16-6657-C249-8D16-DE1750720466}" dt="2020-09-24T15:49:19.212" v="59"/>
          <ac:inkMkLst>
            <pc:docMk/>
            <pc:sldMk cId="0" sldId="256"/>
            <ac:inkMk id="52" creationId="{B0DE6378-531D-0146-B501-C8A0BFB7329F}"/>
          </ac:inkMkLst>
        </pc:inkChg>
        <pc:inkChg chg="add">
          <ac:chgData name="Aggie Menezes" userId="74619c95fa3483c9" providerId="LiveId" clId="{46434A16-6657-C249-8D16-DE1750720466}" dt="2020-09-24T15:49:19.768" v="60"/>
          <ac:inkMkLst>
            <pc:docMk/>
            <pc:sldMk cId="0" sldId="256"/>
            <ac:inkMk id="53" creationId="{1A2D1360-C2E2-5C49-886C-F498E654E344}"/>
          </ac:inkMkLst>
        </pc:inkChg>
        <pc:inkChg chg="add topLvl">
          <ac:chgData name="Aggie Menezes" userId="74619c95fa3483c9" providerId="LiveId" clId="{46434A16-6657-C249-8D16-DE1750720466}" dt="2020-09-24T15:49:32.873" v="75"/>
          <ac:inkMkLst>
            <pc:docMk/>
            <pc:sldMk cId="0" sldId="256"/>
            <ac:inkMk id="54" creationId="{482EE3FB-A4CD-6840-AE8D-6687B48F5728}"/>
          </ac:inkMkLst>
        </pc:inkChg>
        <pc:inkChg chg="add topLvl">
          <ac:chgData name="Aggie Menezes" userId="74619c95fa3483c9" providerId="LiveId" clId="{46434A16-6657-C249-8D16-DE1750720466}" dt="2020-09-24T15:49:32.873" v="75"/>
          <ac:inkMkLst>
            <pc:docMk/>
            <pc:sldMk cId="0" sldId="256"/>
            <ac:inkMk id="55" creationId="{CFF088C8-4DFD-504B-A82C-B0C5A3D29260}"/>
          </ac:inkMkLst>
        </pc:inkChg>
        <pc:inkChg chg="add topLvl">
          <ac:chgData name="Aggie Menezes" userId="74619c95fa3483c9" providerId="LiveId" clId="{46434A16-6657-C249-8D16-DE1750720466}" dt="2020-09-24T15:49:32.873" v="75"/>
          <ac:inkMkLst>
            <pc:docMk/>
            <pc:sldMk cId="0" sldId="256"/>
            <ac:inkMk id="56" creationId="{F5660590-5AEC-8546-BFCC-C324CF114F79}"/>
          </ac:inkMkLst>
        </pc:inkChg>
        <pc:inkChg chg="add topLvl">
          <ac:chgData name="Aggie Menezes" userId="74619c95fa3483c9" providerId="LiveId" clId="{46434A16-6657-C249-8D16-DE1750720466}" dt="2020-09-24T15:49:32.873" v="75"/>
          <ac:inkMkLst>
            <pc:docMk/>
            <pc:sldMk cId="0" sldId="256"/>
            <ac:inkMk id="57" creationId="{426FB802-6826-4A42-A6DB-6A25FD198AF1}"/>
          </ac:inkMkLst>
        </pc:inkChg>
        <pc:inkChg chg="add">
          <ac:chgData name="Aggie Menezes" userId="74619c95fa3483c9" providerId="LiveId" clId="{46434A16-6657-C249-8D16-DE1750720466}" dt="2020-09-24T15:49:23.199" v="65"/>
          <ac:inkMkLst>
            <pc:docMk/>
            <pc:sldMk cId="0" sldId="256"/>
            <ac:inkMk id="58" creationId="{C1E089E8-8543-CB4D-B82B-2F88A13484E9}"/>
          </ac:inkMkLst>
        </pc:inkChg>
        <pc:inkChg chg="add">
          <ac:chgData name="Aggie Menezes" userId="74619c95fa3483c9" providerId="LiveId" clId="{46434A16-6657-C249-8D16-DE1750720466}" dt="2020-09-24T15:49:23.349" v="66"/>
          <ac:inkMkLst>
            <pc:docMk/>
            <pc:sldMk cId="0" sldId="256"/>
            <ac:inkMk id="59" creationId="{B31A826D-45CB-6149-8D58-95CC405B0961}"/>
          </ac:inkMkLst>
        </pc:inkChg>
        <pc:inkChg chg="add">
          <ac:chgData name="Aggie Menezes" userId="74619c95fa3483c9" providerId="LiveId" clId="{46434A16-6657-C249-8D16-DE1750720466}" dt="2020-09-24T15:49:24.367" v="67"/>
          <ac:inkMkLst>
            <pc:docMk/>
            <pc:sldMk cId="0" sldId="256"/>
            <ac:inkMk id="60" creationId="{C2D0B518-BF1C-4C4A-A4D6-31CF941D57CB}"/>
          </ac:inkMkLst>
        </pc:inkChg>
        <pc:inkChg chg="add">
          <ac:chgData name="Aggie Menezes" userId="74619c95fa3483c9" providerId="LiveId" clId="{46434A16-6657-C249-8D16-DE1750720466}" dt="2020-09-24T15:49:25.434" v="69"/>
          <ac:inkMkLst>
            <pc:docMk/>
            <pc:sldMk cId="0" sldId="256"/>
            <ac:inkMk id="63" creationId="{E3EAF944-881B-5947-ABCE-BE01FB57E304}"/>
          </ac:inkMkLst>
        </pc:inkChg>
        <pc:inkChg chg="add topLvl">
          <ac:chgData name="Aggie Menezes" userId="74619c95fa3483c9" providerId="LiveId" clId="{46434A16-6657-C249-8D16-DE1750720466}" dt="2020-09-24T15:49:32.873" v="75"/>
          <ac:inkMkLst>
            <pc:docMk/>
            <pc:sldMk cId="0" sldId="256"/>
            <ac:inkMk id="64" creationId="{3920FB4D-637A-0745-B029-180CD048E1C7}"/>
          </ac:inkMkLst>
        </pc:inkChg>
        <pc:inkChg chg="add">
          <ac:chgData name="Aggie Menezes" userId="74619c95fa3483c9" providerId="LiveId" clId="{46434A16-6657-C249-8D16-DE1750720466}" dt="2020-09-24T15:49:31.287" v="72"/>
          <ac:inkMkLst>
            <pc:docMk/>
            <pc:sldMk cId="0" sldId="256"/>
            <ac:inkMk id="66" creationId="{C9C23699-FA0B-8F42-9A9D-552EEBBE06C5}"/>
          </ac:inkMkLst>
        </pc:inkChg>
        <pc:inkChg chg="add">
          <ac:chgData name="Aggie Menezes" userId="74619c95fa3483c9" providerId="LiveId" clId="{46434A16-6657-C249-8D16-DE1750720466}" dt="2020-09-24T15:49:31.853" v="73"/>
          <ac:inkMkLst>
            <pc:docMk/>
            <pc:sldMk cId="0" sldId="256"/>
            <ac:inkMk id="67" creationId="{BCB3A08E-9830-0F4A-A768-FBE0408D8BA7}"/>
          </ac:inkMkLst>
        </pc:inkChg>
        <pc:inkChg chg="add">
          <ac:chgData name="Aggie Menezes" userId="74619c95fa3483c9" providerId="LiveId" clId="{46434A16-6657-C249-8D16-DE1750720466}" dt="2020-09-24T15:49:32.217" v="74"/>
          <ac:inkMkLst>
            <pc:docMk/>
            <pc:sldMk cId="0" sldId="256"/>
            <ac:inkMk id="68" creationId="{3F803796-C2CC-3547-A6C1-36AA661B5C0C}"/>
          </ac:inkMkLst>
        </pc:inkChg>
        <pc:inkChg chg="add">
          <ac:chgData name="Aggie Menezes" userId="74619c95fa3483c9" providerId="LiveId" clId="{46434A16-6657-C249-8D16-DE1750720466}" dt="2020-09-24T15:49:35.592" v="76"/>
          <ac:inkMkLst>
            <pc:docMk/>
            <pc:sldMk cId="0" sldId="256"/>
            <ac:inkMk id="70" creationId="{21A7C048-3A2B-B949-9AD2-E94D4E20BBA9}"/>
          </ac:inkMkLst>
        </pc:inkChg>
        <pc:inkChg chg="add">
          <ac:chgData name="Aggie Menezes" userId="74619c95fa3483c9" providerId="LiveId" clId="{46434A16-6657-C249-8D16-DE1750720466}" dt="2020-09-24T15:49:36.793" v="77"/>
          <ac:inkMkLst>
            <pc:docMk/>
            <pc:sldMk cId="0" sldId="256"/>
            <ac:inkMk id="71" creationId="{4D27ED3F-3571-3B41-A125-7E50C7E232B8}"/>
          </ac:inkMkLst>
        </pc:inkChg>
        <pc:inkChg chg="add">
          <ac:chgData name="Aggie Menezes" userId="74619c95fa3483c9" providerId="LiveId" clId="{46434A16-6657-C249-8D16-DE1750720466}" dt="2020-09-24T15:49:37.811" v="78"/>
          <ac:inkMkLst>
            <pc:docMk/>
            <pc:sldMk cId="0" sldId="256"/>
            <ac:inkMk id="72" creationId="{7110AC81-BB58-8F40-8175-AAB097327A73}"/>
          </ac:inkMkLst>
        </pc:inkChg>
        <pc:inkChg chg="add">
          <ac:chgData name="Aggie Menezes" userId="74619c95fa3483c9" providerId="LiveId" clId="{46434A16-6657-C249-8D16-DE1750720466}" dt="2020-09-24T15:49:47.963" v="80"/>
          <ac:inkMkLst>
            <pc:docMk/>
            <pc:sldMk cId="0" sldId="256"/>
            <ac:inkMk id="74" creationId="{AD1BB250-78FF-C646-928A-E711BBC2AF68}"/>
          </ac:inkMkLst>
        </pc:inkChg>
        <pc:inkChg chg="add">
          <ac:chgData name="Aggie Menezes" userId="74619c95fa3483c9" providerId="LiveId" clId="{46434A16-6657-C249-8D16-DE1750720466}" dt="2020-09-24T15:49:50.645" v="81"/>
          <ac:inkMkLst>
            <pc:docMk/>
            <pc:sldMk cId="0" sldId="256"/>
            <ac:inkMk id="75" creationId="{DD0FD8C4-3A54-2247-A2AD-376F966E4EB5}"/>
          </ac:inkMkLst>
        </pc:inkChg>
      </pc:sldChg>
      <pc:sldChg chg="addSp delSp">
        <pc:chgData name="Aggie Menezes" userId="74619c95fa3483c9" providerId="LiveId" clId="{46434A16-6657-C249-8D16-DE1750720466}" dt="2020-10-01T14:50:57.730" v="726"/>
        <pc:sldMkLst>
          <pc:docMk/>
          <pc:sldMk cId="0" sldId="258"/>
        </pc:sldMkLst>
        <pc:grpChg chg="add del">
          <ac:chgData name="Aggie Menezes" userId="74619c95fa3483c9" providerId="LiveId" clId="{46434A16-6657-C249-8D16-DE1750720466}" dt="2020-10-01T14:50:46.238" v="723"/>
          <ac:grpSpMkLst>
            <pc:docMk/>
            <pc:sldMk cId="0" sldId="258"/>
            <ac:grpSpMk id="9" creationId="{D601DFDB-1FFB-6C44-8DBB-2B399413D759}"/>
          </ac:grpSpMkLst>
        </pc:grpChg>
        <pc:grpChg chg="add">
          <ac:chgData name="Aggie Menezes" userId="74619c95fa3483c9" providerId="LiveId" clId="{46434A16-6657-C249-8D16-DE1750720466}" dt="2020-10-01T14:50:46.238" v="723"/>
          <ac:grpSpMkLst>
            <pc:docMk/>
            <pc:sldMk cId="0" sldId="258"/>
            <ac:grpSpMk id="11" creationId="{D8D93062-B6EF-4F47-A12B-DC1375421B0D}"/>
          </ac:grpSpMkLst>
        </pc:grpChg>
        <pc:grpChg chg="add">
          <ac:chgData name="Aggie Menezes" userId="74619c95fa3483c9" providerId="LiveId" clId="{46434A16-6657-C249-8D16-DE1750720466}" dt="2020-10-01T14:50:57.730" v="726"/>
          <ac:grpSpMkLst>
            <pc:docMk/>
            <pc:sldMk cId="0" sldId="258"/>
            <ac:grpSpMk id="14" creationId="{112D9D91-66FD-174F-BF15-ABF8940A2457}"/>
          </ac:grpSpMkLst>
        </pc:grpChg>
        <pc:inkChg chg="add topLvl">
          <ac:chgData name="Aggie Menezes" userId="74619c95fa3483c9" providerId="LiveId" clId="{46434A16-6657-C249-8D16-DE1750720466}" dt="2020-10-01T14:50:46.238" v="723"/>
          <ac:inkMkLst>
            <pc:docMk/>
            <pc:sldMk cId="0" sldId="258"/>
            <ac:inkMk id="3" creationId="{193ACC7D-9153-4445-8CF2-3069F12AC940}"/>
          </ac:inkMkLst>
        </pc:inkChg>
        <pc:inkChg chg="add topLvl">
          <ac:chgData name="Aggie Menezes" userId="74619c95fa3483c9" providerId="LiveId" clId="{46434A16-6657-C249-8D16-DE1750720466}" dt="2020-10-01T14:50:46.238" v="723"/>
          <ac:inkMkLst>
            <pc:docMk/>
            <pc:sldMk cId="0" sldId="258"/>
            <ac:inkMk id="4" creationId="{B662B7AC-D535-9241-87EF-3567768A0B20}"/>
          </ac:inkMkLst>
        </pc:inkChg>
        <pc:inkChg chg="add topLvl">
          <ac:chgData name="Aggie Menezes" userId="74619c95fa3483c9" providerId="LiveId" clId="{46434A16-6657-C249-8D16-DE1750720466}" dt="2020-10-01T14:50:46.238" v="723"/>
          <ac:inkMkLst>
            <pc:docMk/>
            <pc:sldMk cId="0" sldId="258"/>
            <ac:inkMk id="5" creationId="{2BDE5D58-8A8D-6C47-8C95-E80C422B110E}"/>
          </ac:inkMkLst>
        </pc:inkChg>
        <pc:inkChg chg="add topLvl">
          <ac:chgData name="Aggie Menezes" userId="74619c95fa3483c9" providerId="LiveId" clId="{46434A16-6657-C249-8D16-DE1750720466}" dt="2020-10-01T14:50:46.238" v="723"/>
          <ac:inkMkLst>
            <pc:docMk/>
            <pc:sldMk cId="0" sldId="258"/>
            <ac:inkMk id="6" creationId="{5FE35A11-6999-5647-B379-367BA33FC84A}"/>
          </ac:inkMkLst>
        </pc:inkChg>
        <pc:inkChg chg="add topLvl">
          <ac:chgData name="Aggie Menezes" userId="74619c95fa3483c9" providerId="LiveId" clId="{46434A16-6657-C249-8D16-DE1750720466}" dt="2020-10-01T14:50:46.238" v="723"/>
          <ac:inkMkLst>
            <pc:docMk/>
            <pc:sldMk cId="0" sldId="258"/>
            <ac:inkMk id="7" creationId="{57D29A46-A1E0-D44A-993B-6CAF93CEBA84}"/>
          </ac:inkMkLst>
        </pc:inkChg>
        <pc:inkChg chg="add topLvl">
          <ac:chgData name="Aggie Menezes" userId="74619c95fa3483c9" providerId="LiveId" clId="{46434A16-6657-C249-8D16-DE1750720466}" dt="2020-10-01T14:50:46.238" v="723"/>
          <ac:inkMkLst>
            <pc:docMk/>
            <pc:sldMk cId="0" sldId="258"/>
            <ac:inkMk id="8" creationId="{544767A4-FC15-1342-8301-A65EEB422ADC}"/>
          </ac:inkMkLst>
        </pc:inkChg>
        <pc:inkChg chg="add">
          <ac:chgData name="Aggie Menezes" userId="74619c95fa3483c9" providerId="LiveId" clId="{46434A16-6657-C249-8D16-DE1750720466}" dt="2020-10-01T14:50:45.708" v="722"/>
          <ac:inkMkLst>
            <pc:docMk/>
            <pc:sldMk cId="0" sldId="258"/>
            <ac:inkMk id="10" creationId="{C5E6DCEC-FCC0-7040-A1C6-8751A82B1454}"/>
          </ac:inkMkLst>
        </pc:inkChg>
        <pc:inkChg chg="add">
          <ac:chgData name="Aggie Menezes" userId="74619c95fa3483c9" providerId="LiveId" clId="{46434A16-6657-C249-8D16-DE1750720466}" dt="2020-10-01T14:50:56.122" v="724"/>
          <ac:inkMkLst>
            <pc:docMk/>
            <pc:sldMk cId="0" sldId="258"/>
            <ac:inkMk id="12" creationId="{9D6A1C4B-5D96-F341-B9D7-D857C335DAD2}"/>
          </ac:inkMkLst>
        </pc:inkChg>
        <pc:inkChg chg="add">
          <ac:chgData name="Aggie Menezes" userId="74619c95fa3483c9" providerId="LiveId" clId="{46434A16-6657-C249-8D16-DE1750720466}" dt="2020-10-01T14:50:56.840" v="725"/>
          <ac:inkMkLst>
            <pc:docMk/>
            <pc:sldMk cId="0" sldId="258"/>
            <ac:inkMk id="13" creationId="{1EF3F94F-2840-2B4D-BCBB-51157EC8A6B9}"/>
          </ac:inkMkLst>
        </pc:inkChg>
      </pc:sldChg>
      <pc:sldChg chg="addSp delSp">
        <pc:chgData name="Aggie Menezes" userId="74619c95fa3483c9" providerId="LiveId" clId="{46434A16-6657-C249-8D16-DE1750720466}" dt="2020-09-24T15:51:46.378" v="140"/>
        <pc:sldMkLst>
          <pc:docMk/>
          <pc:sldMk cId="0" sldId="263"/>
        </pc:sldMkLst>
        <pc:grpChg chg="add">
          <ac:chgData name="Aggie Menezes" userId="74619c95fa3483c9" providerId="LiveId" clId="{46434A16-6657-C249-8D16-DE1750720466}" dt="2020-09-24T15:50:57.170" v="85"/>
          <ac:grpSpMkLst>
            <pc:docMk/>
            <pc:sldMk cId="0" sldId="263"/>
            <ac:grpSpMk id="6" creationId="{024D2F3D-793B-454D-BD4D-62F8D019E946}"/>
          </ac:grpSpMkLst>
        </pc:grpChg>
        <pc:grpChg chg="add del">
          <ac:chgData name="Aggie Menezes" userId="74619c95fa3483c9" providerId="LiveId" clId="{46434A16-6657-C249-8D16-DE1750720466}" dt="2020-09-24T15:51:09.872" v="96"/>
          <ac:grpSpMkLst>
            <pc:docMk/>
            <pc:sldMk cId="0" sldId="263"/>
            <ac:grpSpMk id="10" creationId="{F9936A75-6C5A-CD40-80A2-EDF8D917C482}"/>
          </ac:grpSpMkLst>
        </pc:grpChg>
        <pc:grpChg chg="add del">
          <ac:chgData name="Aggie Menezes" userId="74619c95fa3483c9" providerId="LiveId" clId="{46434A16-6657-C249-8D16-DE1750720466}" dt="2020-09-24T15:51:11.634" v="98"/>
          <ac:grpSpMkLst>
            <pc:docMk/>
            <pc:sldMk cId="0" sldId="263"/>
            <ac:grpSpMk id="17" creationId="{9AD39FAE-D122-0943-8D32-77857A04567D}"/>
          </ac:grpSpMkLst>
        </pc:grpChg>
        <pc:grpChg chg="add del">
          <ac:chgData name="Aggie Menezes" userId="74619c95fa3483c9" providerId="LiveId" clId="{46434A16-6657-C249-8D16-DE1750720466}" dt="2020-09-24T15:51:17.618" v="118"/>
          <ac:grpSpMkLst>
            <pc:docMk/>
            <pc:sldMk cId="0" sldId="263"/>
            <ac:grpSpMk id="19" creationId="{4875F211-0C2A-BE49-B527-85DE0A7F994A}"/>
          </ac:grpSpMkLst>
        </pc:grpChg>
        <pc:grpChg chg="add">
          <ac:chgData name="Aggie Menezes" userId="74619c95fa3483c9" providerId="LiveId" clId="{46434A16-6657-C249-8D16-DE1750720466}" dt="2020-09-24T15:51:17.618" v="118"/>
          <ac:grpSpMkLst>
            <pc:docMk/>
            <pc:sldMk cId="0" sldId="263"/>
            <ac:grpSpMk id="39" creationId="{A09D30BC-D5B6-D849-AF96-D67D82005068}"/>
          </ac:grpSpMkLst>
        </pc:grpChg>
        <pc:grpChg chg="add">
          <ac:chgData name="Aggie Menezes" userId="74619c95fa3483c9" providerId="LiveId" clId="{46434A16-6657-C249-8D16-DE1750720466}" dt="2020-09-24T15:51:17.618" v="118"/>
          <ac:grpSpMkLst>
            <pc:docMk/>
            <pc:sldMk cId="0" sldId="263"/>
            <ac:grpSpMk id="40" creationId="{82BED204-06F5-2447-BA84-AB7D23CE0ED7}"/>
          </ac:grpSpMkLst>
        </pc:grpChg>
        <pc:grpChg chg="add">
          <ac:chgData name="Aggie Menezes" userId="74619c95fa3483c9" providerId="LiveId" clId="{46434A16-6657-C249-8D16-DE1750720466}" dt="2020-09-24T15:51:17.618" v="118"/>
          <ac:grpSpMkLst>
            <pc:docMk/>
            <pc:sldMk cId="0" sldId="263"/>
            <ac:grpSpMk id="41" creationId="{EA83894C-6B1A-0D4A-892B-E7769192AAAE}"/>
          </ac:grpSpMkLst>
        </pc:grpChg>
        <pc:grpChg chg="add">
          <ac:chgData name="Aggie Menezes" userId="74619c95fa3483c9" providerId="LiveId" clId="{46434A16-6657-C249-8D16-DE1750720466}" dt="2020-09-24T15:51:24.976" v="122"/>
          <ac:grpSpMkLst>
            <pc:docMk/>
            <pc:sldMk cId="0" sldId="263"/>
            <ac:grpSpMk id="45" creationId="{DE747FFD-F014-5E47-8483-E237A61D1F70}"/>
          </ac:grpSpMkLst>
        </pc:grpChg>
        <pc:grpChg chg="add del">
          <ac:chgData name="Aggie Menezes" userId="74619c95fa3483c9" providerId="LiveId" clId="{46434A16-6657-C249-8D16-DE1750720466}" dt="2020-09-24T15:51:32.232" v="127"/>
          <ac:grpSpMkLst>
            <pc:docMk/>
            <pc:sldMk cId="0" sldId="263"/>
            <ac:grpSpMk id="49" creationId="{B44CD98A-1A5D-F641-9410-A9B4D4906049}"/>
          </ac:grpSpMkLst>
        </pc:grpChg>
        <pc:grpChg chg="add del">
          <ac:chgData name="Aggie Menezes" userId="74619c95fa3483c9" providerId="LiveId" clId="{46434A16-6657-C249-8D16-DE1750720466}" dt="2020-09-24T15:51:37.840" v="139"/>
          <ac:grpSpMkLst>
            <pc:docMk/>
            <pc:sldMk cId="0" sldId="263"/>
            <ac:grpSpMk id="53" creationId="{F4028D99-00B3-0C4A-A0A2-BD3AD4ACA61F}"/>
          </ac:grpSpMkLst>
        </pc:grpChg>
        <pc:grpChg chg="add">
          <ac:chgData name="Aggie Menezes" userId="74619c95fa3483c9" providerId="LiveId" clId="{46434A16-6657-C249-8D16-DE1750720466}" dt="2020-09-24T15:51:37.840" v="139"/>
          <ac:grpSpMkLst>
            <pc:docMk/>
            <pc:sldMk cId="0" sldId="263"/>
            <ac:grpSpMk id="65" creationId="{F5AB30E2-0F8C-DE4F-8B9B-4E0956221DA5}"/>
          </ac:grpSpMkLst>
        </pc:grpChg>
        <pc:grpChg chg="add">
          <ac:chgData name="Aggie Menezes" userId="74619c95fa3483c9" providerId="LiveId" clId="{46434A16-6657-C249-8D16-DE1750720466}" dt="2020-09-24T15:51:37.840" v="139"/>
          <ac:grpSpMkLst>
            <pc:docMk/>
            <pc:sldMk cId="0" sldId="263"/>
            <ac:grpSpMk id="66" creationId="{9020B138-F202-C04A-890F-0D8D716A86F7}"/>
          </ac:grpSpMkLst>
        </pc:grpChg>
        <pc:inkChg chg="add topLvl">
          <ac:chgData name="Aggie Menezes" userId="74619c95fa3483c9" providerId="LiveId" clId="{46434A16-6657-C249-8D16-DE1750720466}" dt="2020-09-24T15:51:17.618" v="118"/>
          <ac:inkMkLst>
            <pc:docMk/>
            <pc:sldMk cId="0" sldId="263"/>
            <ac:inkMk id="3" creationId="{9E5A6441-C19F-4A4D-9187-EF4A0B4309EA}"/>
          </ac:inkMkLst>
        </pc:inkChg>
        <pc:inkChg chg="add">
          <ac:chgData name="Aggie Menezes" userId="74619c95fa3483c9" providerId="LiveId" clId="{46434A16-6657-C249-8D16-DE1750720466}" dt="2020-09-24T15:50:56.151" v="83"/>
          <ac:inkMkLst>
            <pc:docMk/>
            <pc:sldMk cId="0" sldId="263"/>
            <ac:inkMk id="4" creationId="{A3771C10-032A-7B4E-83DE-F02383332431}"/>
          </ac:inkMkLst>
        </pc:inkChg>
        <pc:inkChg chg="add">
          <ac:chgData name="Aggie Menezes" userId="74619c95fa3483c9" providerId="LiveId" clId="{46434A16-6657-C249-8D16-DE1750720466}" dt="2020-09-24T15:50:56.329" v="84"/>
          <ac:inkMkLst>
            <pc:docMk/>
            <pc:sldMk cId="0" sldId="263"/>
            <ac:inkMk id="5" creationId="{287AEB14-BA98-CD4E-9751-8990F3967247}"/>
          </ac:inkMkLst>
        </pc:inkChg>
        <pc:inkChg chg="add topLvl">
          <ac:chgData name="Aggie Menezes" userId="74619c95fa3483c9" providerId="LiveId" clId="{46434A16-6657-C249-8D16-DE1750720466}" dt="2020-09-24T15:51:17.618" v="118"/>
          <ac:inkMkLst>
            <pc:docMk/>
            <pc:sldMk cId="0" sldId="263"/>
            <ac:inkMk id="7" creationId="{C0CFA2AA-B113-9145-ACE4-C981B310DC33}"/>
          </ac:inkMkLst>
        </pc:inkChg>
        <pc:inkChg chg="add topLvl">
          <ac:chgData name="Aggie Menezes" userId="74619c95fa3483c9" providerId="LiveId" clId="{46434A16-6657-C249-8D16-DE1750720466}" dt="2020-09-24T15:51:17.618" v="118"/>
          <ac:inkMkLst>
            <pc:docMk/>
            <pc:sldMk cId="0" sldId="263"/>
            <ac:inkMk id="8" creationId="{FAD2C013-2EC4-B94F-AF8C-A0CE9A0CD121}"/>
          </ac:inkMkLst>
        </pc:inkChg>
        <pc:inkChg chg="add topLvl">
          <ac:chgData name="Aggie Menezes" userId="74619c95fa3483c9" providerId="LiveId" clId="{46434A16-6657-C249-8D16-DE1750720466}" dt="2020-09-24T15:51:17.618" v="118"/>
          <ac:inkMkLst>
            <pc:docMk/>
            <pc:sldMk cId="0" sldId="263"/>
            <ac:inkMk id="9" creationId="{D2D3900A-B0EE-B044-A5D4-598D924E8E2D}"/>
          </ac:inkMkLst>
        </pc:inkChg>
        <pc:inkChg chg="add topLvl">
          <ac:chgData name="Aggie Menezes" userId="74619c95fa3483c9" providerId="LiveId" clId="{46434A16-6657-C249-8D16-DE1750720466}" dt="2020-09-24T15:51:17.618" v="118"/>
          <ac:inkMkLst>
            <pc:docMk/>
            <pc:sldMk cId="0" sldId="263"/>
            <ac:inkMk id="11" creationId="{03560D62-006E-6941-92B0-7941AF5415EE}"/>
          </ac:inkMkLst>
        </pc:inkChg>
        <pc:inkChg chg="add topLvl">
          <ac:chgData name="Aggie Menezes" userId="74619c95fa3483c9" providerId="LiveId" clId="{46434A16-6657-C249-8D16-DE1750720466}" dt="2020-09-24T15:51:17.618" v="118"/>
          <ac:inkMkLst>
            <pc:docMk/>
            <pc:sldMk cId="0" sldId="263"/>
            <ac:inkMk id="12" creationId="{4D4EF8DF-952D-8345-AC58-7F3B20DA48F5}"/>
          </ac:inkMkLst>
        </pc:inkChg>
        <pc:inkChg chg="add topLvl">
          <ac:chgData name="Aggie Menezes" userId="74619c95fa3483c9" providerId="LiveId" clId="{46434A16-6657-C249-8D16-DE1750720466}" dt="2020-09-24T15:51:17.618" v="118"/>
          <ac:inkMkLst>
            <pc:docMk/>
            <pc:sldMk cId="0" sldId="263"/>
            <ac:inkMk id="13" creationId="{9F110138-ED64-804E-A84C-2C7DC8D6B898}"/>
          </ac:inkMkLst>
        </pc:inkChg>
        <pc:inkChg chg="add topLvl">
          <ac:chgData name="Aggie Menezes" userId="74619c95fa3483c9" providerId="LiveId" clId="{46434A16-6657-C249-8D16-DE1750720466}" dt="2020-09-24T15:51:17.618" v="118"/>
          <ac:inkMkLst>
            <pc:docMk/>
            <pc:sldMk cId="0" sldId="263"/>
            <ac:inkMk id="14" creationId="{2C8386DE-4AA5-E341-9C1D-083691AF6144}"/>
          </ac:inkMkLst>
        </pc:inkChg>
        <pc:inkChg chg="add topLvl">
          <ac:chgData name="Aggie Menezes" userId="74619c95fa3483c9" providerId="LiveId" clId="{46434A16-6657-C249-8D16-DE1750720466}" dt="2020-09-24T15:51:17.618" v="118"/>
          <ac:inkMkLst>
            <pc:docMk/>
            <pc:sldMk cId="0" sldId="263"/>
            <ac:inkMk id="15" creationId="{0250757D-904B-2244-A7E1-AAC997F868BD}"/>
          </ac:inkMkLst>
        </pc:inkChg>
        <pc:inkChg chg="add topLvl">
          <ac:chgData name="Aggie Menezes" userId="74619c95fa3483c9" providerId="LiveId" clId="{46434A16-6657-C249-8D16-DE1750720466}" dt="2020-09-24T15:51:17.618" v="118"/>
          <ac:inkMkLst>
            <pc:docMk/>
            <pc:sldMk cId="0" sldId="263"/>
            <ac:inkMk id="16" creationId="{DC9646B4-F41C-914B-B7F7-FA3739FA43AB}"/>
          </ac:inkMkLst>
        </pc:inkChg>
        <pc:inkChg chg="add topLvl">
          <ac:chgData name="Aggie Menezes" userId="74619c95fa3483c9" providerId="LiveId" clId="{46434A16-6657-C249-8D16-DE1750720466}" dt="2020-09-24T15:51:17.618" v="118"/>
          <ac:inkMkLst>
            <pc:docMk/>
            <pc:sldMk cId="0" sldId="263"/>
            <ac:inkMk id="18" creationId="{E9C868CA-70E6-CA49-8695-ACF9659BC672}"/>
          </ac:inkMkLst>
        </pc:inkChg>
        <pc:inkChg chg="add">
          <ac:chgData name="Aggie Menezes" userId="74619c95fa3483c9" providerId="LiveId" clId="{46434A16-6657-C249-8D16-DE1750720466}" dt="2020-09-24T15:51:12.185" v="99"/>
          <ac:inkMkLst>
            <pc:docMk/>
            <pc:sldMk cId="0" sldId="263"/>
            <ac:inkMk id="20" creationId="{6338480F-AF9E-E542-A932-1893E5B95E93}"/>
          </ac:inkMkLst>
        </pc:inkChg>
        <pc:inkChg chg="add">
          <ac:chgData name="Aggie Menezes" userId="74619c95fa3483c9" providerId="LiveId" clId="{46434A16-6657-C249-8D16-DE1750720466}" dt="2020-09-24T15:51:12.355" v="100"/>
          <ac:inkMkLst>
            <pc:docMk/>
            <pc:sldMk cId="0" sldId="263"/>
            <ac:inkMk id="21" creationId="{ADBE8B48-290C-7545-94CE-7EC8DC3AC4BD}"/>
          </ac:inkMkLst>
        </pc:inkChg>
        <pc:inkChg chg="add">
          <ac:chgData name="Aggie Menezes" userId="74619c95fa3483c9" providerId="LiveId" clId="{46434A16-6657-C249-8D16-DE1750720466}" dt="2020-09-24T15:51:12.637" v="101"/>
          <ac:inkMkLst>
            <pc:docMk/>
            <pc:sldMk cId="0" sldId="263"/>
            <ac:inkMk id="22" creationId="{31FFA2AA-F118-B544-879F-1E427FFC46A6}"/>
          </ac:inkMkLst>
        </pc:inkChg>
        <pc:inkChg chg="add">
          <ac:chgData name="Aggie Menezes" userId="74619c95fa3483c9" providerId="LiveId" clId="{46434A16-6657-C249-8D16-DE1750720466}" dt="2020-09-24T15:51:12.784" v="102"/>
          <ac:inkMkLst>
            <pc:docMk/>
            <pc:sldMk cId="0" sldId="263"/>
            <ac:inkMk id="23" creationId="{A0A24A1A-A50B-F248-8176-3516845B778F}"/>
          </ac:inkMkLst>
        </pc:inkChg>
        <pc:inkChg chg="add">
          <ac:chgData name="Aggie Menezes" userId="74619c95fa3483c9" providerId="LiveId" clId="{46434A16-6657-C249-8D16-DE1750720466}" dt="2020-09-24T15:51:12.938" v="103"/>
          <ac:inkMkLst>
            <pc:docMk/>
            <pc:sldMk cId="0" sldId="263"/>
            <ac:inkMk id="24" creationId="{81D87021-7C56-8C42-8E5A-E7BD5538A5BA}"/>
          </ac:inkMkLst>
        </pc:inkChg>
        <pc:inkChg chg="add">
          <ac:chgData name="Aggie Menezes" userId="74619c95fa3483c9" providerId="LiveId" clId="{46434A16-6657-C249-8D16-DE1750720466}" dt="2020-09-24T15:51:13.088" v="104"/>
          <ac:inkMkLst>
            <pc:docMk/>
            <pc:sldMk cId="0" sldId="263"/>
            <ac:inkMk id="25" creationId="{53B4D925-0AFD-5C4D-8CB6-366EA2F596AC}"/>
          </ac:inkMkLst>
        </pc:inkChg>
        <pc:inkChg chg="add">
          <ac:chgData name="Aggie Menezes" userId="74619c95fa3483c9" providerId="LiveId" clId="{46434A16-6657-C249-8D16-DE1750720466}" dt="2020-09-24T15:51:13.360" v="105"/>
          <ac:inkMkLst>
            <pc:docMk/>
            <pc:sldMk cId="0" sldId="263"/>
            <ac:inkMk id="26" creationId="{BDAEC4EF-2109-0C4F-8E22-B84DE81970AB}"/>
          </ac:inkMkLst>
        </pc:inkChg>
        <pc:inkChg chg="add">
          <ac:chgData name="Aggie Menezes" userId="74619c95fa3483c9" providerId="LiveId" clId="{46434A16-6657-C249-8D16-DE1750720466}" dt="2020-09-24T15:51:13.532" v="106"/>
          <ac:inkMkLst>
            <pc:docMk/>
            <pc:sldMk cId="0" sldId="263"/>
            <ac:inkMk id="27" creationId="{E212A9B5-0B27-8F45-BC54-C12EBCD35609}"/>
          </ac:inkMkLst>
        </pc:inkChg>
        <pc:inkChg chg="add">
          <ac:chgData name="Aggie Menezes" userId="74619c95fa3483c9" providerId="LiveId" clId="{46434A16-6657-C249-8D16-DE1750720466}" dt="2020-09-24T15:51:13.685" v="107"/>
          <ac:inkMkLst>
            <pc:docMk/>
            <pc:sldMk cId="0" sldId="263"/>
            <ac:inkMk id="28" creationId="{2BDA3F40-9382-D941-ABC7-CB0D1805C457}"/>
          </ac:inkMkLst>
        </pc:inkChg>
        <pc:inkChg chg="add">
          <ac:chgData name="Aggie Menezes" userId="74619c95fa3483c9" providerId="LiveId" clId="{46434A16-6657-C249-8D16-DE1750720466}" dt="2020-09-24T15:51:13.827" v="108"/>
          <ac:inkMkLst>
            <pc:docMk/>
            <pc:sldMk cId="0" sldId="263"/>
            <ac:inkMk id="29" creationId="{1B58CE5D-AF52-6249-908C-ED5A9B2DC20D}"/>
          </ac:inkMkLst>
        </pc:inkChg>
        <pc:inkChg chg="add">
          <ac:chgData name="Aggie Menezes" userId="74619c95fa3483c9" providerId="LiveId" clId="{46434A16-6657-C249-8D16-DE1750720466}" dt="2020-09-24T15:51:13.981" v="109"/>
          <ac:inkMkLst>
            <pc:docMk/>
            <pc:sldMk cId="0" sldId="263"/>
            <ac:inkMk id="30" creationId="{ED941F1C-968F-024B-9473-CA0B9ADEB7D8}"/>
          </ac:inkMkLst>
        </pc:inkChg>
        <pc:inkChg chg="add">
          <ac:chgData name="Aggie Menezes" userId="74619c95fa3483c9" providerId="LiveId" clId="{46434A16-6657-C249-8D16-DE1750720466}" dt="2020-09-24T15:51:14.152" v="110"/>
          <ac:inkMkLst>
            <pc:docMk/>
            <pc:sldMk cId="0" sldId="263"/>
            <ac:inkMk id="31" creationId="{6C9AFBEA-9DF5-0945-A455-5C1BDD27209F}"/>
          </ac:inkMkLst>
        </pc:inkChg>
        <pc:inkChg chg="add">
          <ac:chgData name="Aggie Menezes" userId="74619c95fa3483c9" providerId="LiveId" clId="{46434A16-6657-C249-8D16-DE1750720466}" dt="2020-09-24T15:51:14.485" v="111"/>
          <ac:inkMkLst>
            <pc:docMk/>
            <pc:sldMk cId="0" sldId="263"/>
            <ac:inkMk id="32" creationId="{E97DA6CA-87E6-4C45-9824-4B5E7F8BCDDC}"/>
          </ac:inkMkLst>
        </pc:inkChg>
        <pc:inkChg chg="add">
          <ac:chgData name="Aggie Menezes" userId="74619c95fa3483c9" providerId="LiveId" clId="{46434A16-6657-C249-8D16-DE1750720466}" dt="2020-09-24T15:51:15.588" v="112"/>
          <ac:inkMkLst>
            <pc:docMk/>
            <pc:sldMk cId="0" sldId="263"/>
            <ac:inkMk id="33" creationId="{B9E267A1-95BA-A349-AC14-3E2AF9766E01}"/>
          </ac:inkMkLst>
        </pc:inkChg>
        <pc:inkChg chg="add">
          <ac:chgData name="Aggie Menezes" userId="74619c95fa3483c9" providerId="LiveId" clId="{46434A16-6657-C249-8D16-DE1750720466}" dt="2020-09-24T15:51:16.188" v="113"/>
          <ac:inkMkLst>
            <pc:docMk/>
            <pc:sldMk cId="0" sldId="263"/>
            <ac:inkMk id="34" creationId="{10CC04AD-9430-7643-ACAC-5C487BB8FCE8}"/>
          </ac:inkMkLst>
        </pc:inkChg>
        <pc:inkChg chg="add">
          <ac:chgData name="Aggie Menezes" userId="74619c95fa3483c9" providerId="LiveId" clId="{46434A16-6657-C249-8D16-DE1750720466}" dt="2020-09-24T15:51:16.401" v="114"/>
          <ac:inkMkLst>
            <pc:docMk/>
            <pc:sldMk cId="0" sldId="263"/>
            <ac:inkMk id="35" creationId="{857E3DB1-E08D-F047-BF87-26BDF5A42B0F}"/>
          </ac:inkMkLst>
        </pc:inkChg>
        <pc:inkChg chg="add">
          <ac:chgData name="Aggie Menezes" userId="74619c95fa3483c9" providerId="LiveId" clId="{46434A16-6657-C249-8D16-DE1750720466}" dt="2020-09-24T15:51:16.596" v="115"/>
          <ac:inkMkLst>
            <pc:docMk/>
            <pc:sldMk cId="0" sldId="263"/>
            <ac:inkMk id="36" creationId="{EA0AADFF-E84D-3A4E-9D50-EB0369B4A6DD}"/>
          </ac:inkMkLst>
        </pc:inkChg>
        <pc:inkChg chg="add">
          <ac:chgData name="Aggie Menezes" userId="74619c95fa3483c9" providerId="LiveId" clId="{46434A16-6657-C249-8D16-DE1750720466}" dt="2020-09-24T15:51:16.882" v="116"/>
          <ac:inkMkLst>
            <pc:docMk/>
            <pc:sldMk cId="0" sldId="263"/>
            <ac:inkMk id="37" creationId="{E4CBEA1D-DACF-A34E-9BD7-5A64FD19BA42}"/>
          </ac:inkMkLst>
        </pc:inkChg>
        <pc:inkChg chg="add">
          <ac:chgData name="Aggie Menezes" userId="74619c95fa3483c9" providerId="LiveId" clId="{46434A16-6657-C249-8D16-DE1750720466}" dt="2020-09-24T15:51:17.068" v="117"/>
          <ac:inkMkLst>
            <pc:docMk/>
            <pc:sldMk cId="0" sldId="263"/>
            <ac:inkMk id="38" creationId="{5DD43F16-9054-6341-909D-A8158295861D}"/>
          </ac:inkMkLst>
        </pc:inkChg>
        <pc:inkChg chg="add">
          <ac:chgData name="Aggie Menezes" userId="74619c95fa3483c9" providerId="LiveId" clId="{46434A16-6657-C249-8D16-DE1750720466}" dt="2020-09-24T15:51:20.660" v="119"/>
          <ac:inkMkLst>
            <pc:docMk/>
            <pc:sldMk cId="0" sldId="263"/>
            <ac:inkMk id="42" creationId="{D311E9B7-8E4C-D341-A7A4-18A28BE9FC96}"/>
          </ac:inkMkLst>
        </pc:inkChg>
        <pc:inkChg chg="add">
          <ac:chgData name="Aggie Menezes" userId="74619c95fa3483c9" providerId="LiveId" clId="{46434A16-6657-C249-8D16-DE1750720466}" dt="2020-09-24T15:51:23.880" v="120"/>
          <ac:inkMkLst>
            <pc:docMk/>
            <pc:sldMk cId="0" sldId="263"/>
            <ac:inkMk id="43" creationId="{7B08843E-1D30-8144-BAE5-1C1BBC454C64}"/>
          </ac:inkMkLst>
        </pc:inkChg>
        <pc:inkChg chg="add">
          <ac:chgData name="Aggie Menezes" userId="74619c95fa3483c9" providerId="LiveId" clId="{46434A16-6657-C249-8D16-DE1750720466}" dt="2020-09-24T15:51:24.038" v="121"/>
          <ac:inkMkLst>
            <pc:docMk/>
            <pc:sldMk cId="0" sldId="263"/>
            <ac:inkMk id="44" creationId="{D5B9C10E-671E-4049-97E6-CE7D8D532EEA}"/>
          </ac:inkMkLst>
        </pc:inkChg>
        <pc:inkChg chg="add topLvl">
          <ac:chgData name="Aggie Menezes" userId="74619c95fa3483c9" providerId="LiveId" clId="{46434A16-6657-C249-8D16-DE1750720466}" dt="2020-09-24T15:51:37.840" v="139"/>
          <ac:inkMkLst>
            <pc:docMk/>
            <pc:sldMk cId="0" sldId="263"/>
            <ac:inkMk id="46" creationId="{F611E874-E1C7-9744-9C6C-BAAC75260441}"/>
          </ac:inkMkLst>
        </pc:inkChg>
        <pc:inkChg chg="add topLvl">
          <ac:chgData name="Aggie Menezes" userId="74619c95fa3483c9" providerId="LiveId" clId="{46434A16-6657-C249-8D16-DE1750720466}" dt="2020-09-24T15:51:37.840" v="139"/>
          <ac:inkMkLst>
            <pc:docMk/>
            <pc:sldMk cId="0" sldId="263"/>
            <ac:inkMk id="47" creationId="{2B238C2E-E42B-754D-91C7-AA6B6222644B}"/>
          </ac:inkMkLst>
        </pc:inkChg>
        <pc:inkChg chg="add topLvl">
          <ac:chgData name="Aggie Menezes" userId="74619c95fa3483c9" providerId="LiveId" clId="{46434A16-6657-C249-8D16-DE1750720466}" dt="2020-09-24T15:51:37.840" v="139"/>
          <ac:inkMkLst>
            <pc:docMk/>
            <pc:sldMk cId="0" sldId="263"/>
            <ac:inkMk id="52" creationId="{C9050EEA-C088-CC41-9998-BF614546FB1A}"/>
          </ac:inkMkLst>
        </pc:inkChg>
        <pc:inkChg chg="add">
          <ac:chgData name="Aggie Menezes" userId="74619c95fa3483c9" providerId="LiveId" clId="{46434A16-6657-C249-8D16-DE1750720466}" dt="2020-09-24T15:51:32.370" v="128"/>
          <ac:inkMkLst>
            <pc:docMk/>
            <pc:sldMk cId="0" sldId="263"/>
            <ac:inkMk id="54" creationId="{82CBD184-01E6-FF40-AFC7-B981D71981E9}"/>
          </ac:inkMkLst>
        </pc:inkChg>
        <pc:inkChg chg="add">
          <ac:chgData name="Aggie Menezes" userId="74619c95fa3483c9" providerId="LiveId" clId="{46434A16-6657-C249-8D16-DE1750720466}" dt="2020-09-24T15:51:32.950" v="129"/>
          <ac:inkMkLst>
            <pc:docMk/>
            <pc:sldMk cId="0" sldId="263"/>
            <ac:inkMk id="55" creationId="{1AFED3EF-728D-9D41-AB66-C1A7310C816B}"/>
          </ac:inkMkLst>
        </pc:inkChg>
        <pc:inkChg chg="add">
          <ac:chgData name="Aggie Menezes" userId="74619c95fa3483c9" providerId="LiveId" clId="{46434A16-6657-C249-8D16-DE1750720466}" dt="2020-09-24T15:51:34.115" v="130"/>
          <ac:inkMkLst>
            <pc:docMk/>
            <pc:sldMk cId="0" sldId="263"/>
            <ac:inkMk id="56" creationId="{0C492C37-778C-AA42-9458-695AEA3BC72F}"/>
          </ac:inkMkLst>
        </pc:inkChg>
        <pc:inkChg chg="add">
          <ac:chgData name="Aggie Menezes" userId="74619c95fa3483c9" providerId="LiveId" clId="{46434A16-6657-C249-8D16-DE1750720466}" dt="2020-09-24T15:51:34.754" v="131"/>
          <ac:inkMkLst>
            <pc:docMk/>
            <pc:sldMk cId="0" sldId="263"/>
            <ac:inkMk id="57" creationId="{5F461C8A-56C0-5348-B31C-E9EFD4E41F17}"/>
          </ac:inkMkLst>
        </pc:inkChg>
        <pc:inkChg chg="add">
          <ac:chgData name="Aggie Menezes" userId="74619c95fa3483c9" providerId="LiveId" clId="{46434A16-6657-C249-8D16-DE1750720466}" dt="2020-09-24T15:51:34.977" v="132"/>
          <ac:inkMkLst>
            <pc:docMk/>
            <pc:sldMk cId="0" sldId="263"/>
            <ac:inkMk id="58" creationId="{EEAFA4B0-1DBC-9F43-8C91-41AF886CD092}"/>
          </ac:inkMkLst>
        </pc:inkChg>
        <pc:inkChg chg="add">
          <ac:chgData name="Aggie Menezes" userId="74619c95fa3483c9" providerId="LiveId" clId="{46434A16-6657-C249-8D16-DE1750720466}" dt="2020-09-24T15:51:35.195" v="133"/>
          <ac:inkMkLst>
            <pc:docMk/>
            <pc:sldMk cId="0" sldId="263"/>
            <ac:inkMk id="59" creationId="{59878000-A831-BC47-9058-0FBAB3B92223}"/>
          </ac:inkMkLst>
        </pc:inkChg>
        <pc:inkChg chg="add">
          <ac:chgData name="Aggie Menezes" userId="74619c95fa3483c9" providerId="LiveId" clId="{46434A16-6657-C249-8D16-DE1750720466}" dt="2020-09-24T15:51:35.376" v="134"/>
          <ac:inkMkLst>
            <pc:docMk/>
            <pc:sldMk cId="0" sldId="263"/>
            <ac:inkMk id="60" creationId="{904139CC-935C-A54B-8B12-5FC8AE55836C}"/>
          </ac:inkMkLst>
        </pc:inkChg>
        <pc:inkChg chg="add">
          <ac:chgData name="Aggie Menezes" userId="74619c95fa3483c9" providerId="LiveId" clId="{46434A16-6657-C249-8D16-DE1750720466}" dt="2020-09-24T15:51:36.126" v="135"/>
          <ac:inkMkLst>
            <pc:docMk/>
            <pc:sldMk cId="0" sldId="263"/>
            <ac:inkMk id="61" creationId="{CCB8847F-D84D-5F4D-A559-C9D809CD6819}"/>
          </ac:inkMkLst>
        </pc:inkChg>
        <pc:inkChg chg="add">
          <ac:chgData name="Aggie Menezes" userId="74619c95fa3483c9" providerId="LiveId" clId="{46434A16-6657-C249-8D16-DE1750720466}" dt="2020-09-24T15:51:36.372" v="136"/>
          <ac:inkMkLst>
            <pc:docMk/>
            <pc:sldMk cId="0" sldId="263"/>
            <ac:inkMk id="62" creationId="{F0CCD67B-FB09-C142-BCAE-43FEBB299F13}"/>
          </ac:inkMkLst>
        </pc:inkChg>
        <pc:inkChg chg="add">
          <ac:chgData name="Aggie Menezes" userId="74619c95fa3483c9" providerId="LiveId" clId="{46434A16-6657-C249-8D16-DE1750720466}" dt="2020-09-24T15:51:36.605" v="137"/>
          <ac:inkMkLst>
            <pc:docMk/>
            <pc:sldMk cId="0" sldId="263"/>
            <ac:inkMk id="63" creationId="{09301451-BFD3-5A4E-842F-02E6349AA039}"/>
          </ac:inkMkLst>
        </pc:inkChg>
        <pc:inkChg chg="add">
          <ac:chgData name="Aggie Menezes" userId="74619c95fa3483c9" providerId="LiveId" clId="{46434A16-6657-C249-8D16-DE1750720466}" dt="2020-09-24T15:51:36.777" v="138"/>
          <ac:inkMkLst>
            <pc:docMk/>
            <pc:sldMk cId="0" sldId="263"/>
            <ac:inkMk id="64" creationId="{CE2966E7-4EFF-D549-9F8D-ABEE35429102}"/>
          </ac:inkMkLst>
        </pc:inkChg>
        <pc:inkChg chg="add">
          <ac:chgData name="Aggie Menezes" userId="74619c95fa3483c9" providerId="LiveId" clId="{46434A16-6657-C249-8D16-DE1750720466}" dt="2020-09-24T15:51:46.378" v="140"/>
          <ac:inkMkLst>
            <pc:docMk/>
            <pc:sldMk cId="0" sldId="263"/>
            <ac:inkMk id="67" creationId="{01F037F2-C4F4-4346-B3C4-5398223D72E4}"/>
          </ac:inkMkLst>
        </pc:inkChg>
      </pc:sldChg>
      <pc:sldChg chg="addSp delSp">
        <pc:chgData name="Aggie Menezes" userId="74619c95fa3483c9" providerId="LiveId" clId="{46434A16-6657-C249-8D16-DE1750720466}" dt="2020-09-24T15:54:13.277" v="233"/>
        <pc:sldMkLst>
          <pc:docMk/>
          <pc:sldMk cId="0" sldId="266"/>
        </pc:sldMkLst>
        <pc:grpChg chg="add">
          <ac:chgData name="Aggie Menezes" userId="74619c95fa3483c9" providerId="LiveId" clId="{46434A16-6657-C249-8D16-DE1750720466}" dt="2020-09-24T15:53:13.243" v="194"/>
          <ac:grpSpMkLst>
            <pc:docMk/>
            <pc:sldMk cId="0" sldId="266"/>
            <ac:grpSpMk id="11" creationId="{3A256612-5C1E-3F42-85BF-18BCD4B22245}"/>
          </ac:grpSpMkLst>
        </pc:grpChg>
        <pc:grpChg chg="add">
          <ac:chgData name="Aggie Menezes" userId="74619c95fa3483c9" providerId="LiveId" clId="{46434A16-6657-C249-8D16-DE1750720466}" dt="2020-09-24T15:53:13.243" v="194"/>
          <ac:grpSpMkLst>
            <pc:docMk/>
            <pc:sldMk cId="0" sldId="266"/>
            <ac:grpSpMk id="12" creationId="{7A209DE1-D671-B840-95D9-799630BC5891}"/>
          </ac:grpSpMkLst>
        </pc:grpChg>
        <pc:grpChg chg="add del">
          <ac:chgData name="Aggie Menezes" userId="74619c95fa3483c9" providerId="LiveId" clId="{46434A16-6657-C249-8D16-DE1750720466}" dt="2020-09-24T15:53:25.380" v="204"/>
          <ac:grpSpMkLst>
            <pc:docMk/>
            <pc:sldMk cId="0" sldId="266"/>
            <ac:grpSpMk id="17" creationId="{6D9A7A73-89A3-7A4E-851B-38C2E1F45599}"/>
          </ac:grpSpMkLst>
        </pc:grpChg>
        <pc:grpChg chg="add del">
          <ac:chgData name="Aggie Menezes" userId="74619c95fa3483c9" providerId="LiveId" clId="{46434A16-6657-C249-8D16-DE1750720466}" dt="2020-09-24T15:53:33.645" v="207"/>
          <ac:grpSpMkLst>
            <pc:docMk/>
            <pc:sldMk cId="0" sldId="266"/>
            <ac:grpSpMk id="20" creationId="{9661F5F1-9548-BE45-8EF9-368BA5CE9975}"/>
          </ac:grpSpMkLst>
        </pc:grpChg>
        <pc:grpChg chg="add del">
          <ac:chgData name="Aggie Menezes" userId="74619c95fa3483c9" providerId="LiveId" clId="{46434A16-6657-C249-8D16-DE1750720466}" dt="2020-09-24T15:53:43.781" v="211"/>
          <ac:grpSpMkLst>
            <pc:docMk/>
            <pc:sldMk cId="0" sldId="266"/>
            <ac:grpSpMk id="22" creationId="{6826B173-84C9-3046-A014-C038CC494F1D}"/>
          </ac:grpSpMkLst>
        </pc:grpChg>
        <pc:grpChg chg="add del">
          <ac:chgData name="Aggie Menezes" userId="74619c95fa3483c9" providerId="LiveId" clId="{46434A16-6657-C249-8D16-DE1750720466}" dt="2020-09-24T15:53:43.797" v="215"/>
          <ac:grpSpMkLst>
            <pc:docMk/>
            <pc:sldMk cId="0" sldId="266"/>
            <ac:grpSpMk id="25" creationId="{37AADBBE-D6E3-6A4A-9469-53A7C85D211E}"/>
          </ac:grpSpMkLst>
        </pc:grpChg>
        <pc:grpChg chg="add del">
          <ac:chgData name="Aggie Menezes" userId="74619c95fa3483c9" providerId="LiveId" clId="{46434A16-6657-C249-8D16-DE1750720466}" dt="2020-09-24T15:54:02.326" v="225"/>
          <ac:grpSpMkLst>
            <pc:docMk/>
            <pc:sldMk cId="0" sldId="266"/>
            <ac:grpSpMk id="30" creationId="{F35DF732-2DF9-924E-9ED2-E0D8C481FAAC}"/>
          </ac:grpSpMkLst>
        </pc:grpChg>
        <pc:grpChg chg="add del">
          <ac:chgData name="Aggie Menezes" userId="74619c95fa3483c9" providerId="LiveId" clId="{46434A16-6657-C249-8D16-DE1750720466}" dt="2020-09-24T15:54:02.326" v="225"/>
          <ac:grpSpMkLst>
            <pc:docMk/>
            <pc:sldMk cId="0" sldId="266"/>
            <ac:grpSpMk id="31" creationId="{A47B5A5C-FD5E-8346-8233-BB1A1D2EE355}"/>
          </ac:grpSpMkLst>
        </pc:grpChg>
        <pc:grpChg chg="add del">
          <ac:chgData name="Aggie Menezes" userId="74619c95fa3483c9" providerId="LiveId" clId="{46434A16-6657-C249-8D16-DE1750720466}" dt="2020-09-24T15:54:10.637" v="228"/>
          <ac:grpSpMkLst>
            <pc:docMk/>
            <pc:sldMk cId="0" sldId="266"/>
            <ac:grpSpMk id="35" creationId="{27FF4366-5089-4043-A68B-0EDC1EDDA264}"/>
          </ac:grpSpMkLst>
        </pc:grpChg>
        <pc:grpChg chg="add del">
          <ac:chgData name="Aggie Menezes" userId="74619c95fa3483c9" providerId="LiveId" clId="{46434A16-6657-C249-8D16-DE1750720466}" dt="2020-09-24T15:54:11.897" v="231"/>
          <ac:grpSpMkLst>
            <pc:docMk/>
            <pc:sldMk cId="0" sldId="266"/>
            <ac:grpSpMk id="38" creationId="{1B48EFFA-9EB5-B24E-9EE2-75E536BDCF81}"/>
          </ac:grpSpMkLst>
        </pc:grpChg>
        <pc:grpChg chg="add del">
          <ac:chgData name="Aggie Menezes" userId="74619c95fa3483c9" providerId="LiveId" clId="{46434A16-6657-C249-8D16-DE1750720466}" dt="2020-09-24T15:54:13.277" v="233"/>
          <ac:grpSpMkLst>
            <pc:docMk/>
            <pc:sldMk cId="0" sldId="266"/>
            <ac:grpSpMk id="41" creationId="{B195A608-174B-DB41-91C8-FBF9768C012D}"/>
          </ac:grpSpMkLst>
        </pc:grpChg>
        <pc:grpChg chg="add">
          <ac:chgData name="Aggie Menezes" userId="74619c95fa3483c9" providerId="LiveId" clId="{46434A16-6657-C249-8D16-DE1750720466}" dt="2020-09-24T15:54:13.277" v="233"/>
          <ac:grpSpMkLst>
            <pc:docMk/>
            <pc:sldMk cId="0" sldId="266"/>
            <ac:grpSpMk id="43" creationId="{F8433928-9EB3-E046-A38D-BEDE24C71C49}"/>
          </ac:grpSpMkLst>
        </pc:grpChg>
        <pc:inkChg chg="add">
          <ac:chgData name="Aggie Menezes" userId="74619c95fa3483c9" providerId="LiveId" clId="{46434A16-6657-C249-8D16-DE1750720466}" dt="2020-09-24T15:53:10.039" v="186"/>
          <ac:inkMkLst>
            <pc:docMk/>
            <pc:sldMk cId="0" sldId="266"/>
            <ac:inkMk id="3" creationId="{7DDAE5B9-B754-2B45-BA15-DC9D05AA2FB4}"/>
          </ac:inkMkLst>
        </pc:inkChg>
        <pc:inkChg chg="add">
          <ac:chgData name="Aggie Menezes" userId="74619c95fa3483c9" providerId="LiveId" clId="{46434A16-6657-C249-8D16-DE1750720466}" dt="2020-09-24T15:53:10.411" v="187"/>
          <ac:inkMkLst>
            <pc:docMk/>
            <pc:sldMk cId="0" sldId="266"/>
            <ac:inkMk id="4" creationId="{E4BE273F-D494-8146-ABDA-90E8C4F65705}"/>
          </ac:inkMkLst>
        </pc:inkChg>
        <pc:inkChg chg="add">
          <ac:chgData name="Aggie Menezes" userId="74619c95fa3483c9" providerId="LiveId" clId="{46434A16-6657-C249-8D16-DE1750720466}" dt="2020-09-24T15:53:10.885" v="188"/>
          <ac:inkMkLst>
            <pc:docMk/>
            <pc:sldMk cId="0" sldId="266"/>
            <ac:inkMk id="5" creationId="{8909E439-9344-4148-9227-E727E2E1F047}"/>
          </ac:inkMkLst>
        </pc:inkChg>
        <pc:inkChg chg="add">
          <ac:chgData name="Aggie Menezes" userId="74619c95fa3483c9" providerId="LiveId" clId="{46434A16-6657-C249-8D16-DE1750720466}" dt="2020-09-24T15:53:11.449" v="189"/>
          <ac:inkMkLst>
            <pc:docMk/>
            <pc:sldMk cId="0" sldId="266"/>
            <ac:inkMk id="6" creationId="{B78A56E8-5B90-1645-81E8-C4CD0CE15347}"/>
          </ac:inkMkLst>
        </pc:inkChg>
        <pc:inkChg chg="add">
          <ac:chgData name="Aggie Menezes" userId="74619c95fa3483c9" providerId="LiveId" clId="{46434A16-6657-C249-8D16-DE1750720466}" dt="2020-09-24T15:53:11.578" v="190"/>
          <ac:inkMkLst>
            <pc:docMk/>
            <pc:sldMk cId="0" sldId="266"/>
            <ac:inkMk id="7" creationId="{4770B3F2-B6E9-AF4C-A8B3-9D643951D6C0}"/>
          </ac:inkMkLst>
        </pc:inkChg>
        <pc:inkChg chg="add">
          <ac:chgData name="Aggie Menezes" userId="74619c95fa3483c9" providerId="LiveId" clId="{46434A16-6657-C249-8D16-DE1750720466}" dt="2020-09-24T15:53:11.943" v="191"/>
          <ac:inkMkLst>
            <pc:docMk/>
            <pc:sldMk cId="0" sldId="266"/>
            <ac:inkMk id="8" creationId="{CEE83F12-2155-7B4E-9F0B-79686804110A}"/>
          </ac:inkMkLst>
        </pc:inkChg>
        <pc:inkChg chg="add">
          <ac:chgData name="Aggie Menezes" userId="74619c95fa3483c9" providerId="LiveId" clId="{46434A16-6657-C249-8D16-DE1750720466}" dt="2020-09-24T15:53:12.396" v="192"/>
          <ac:inkMkLst>
            <pc:docMk/>
            <pc:sldMk cId="0" sldId="266"/>
            <ac:inkMk id="9" creationId="{6B77B3DB-E8E4-C442-86C8-5AD86589DA22}"/>
          </ac:inkMkLst>
        </pc:inkChg>
        <pc:inkChg chg="add">
          <ac:chgData name="Aggie Menezes" userId="74619c95fa3483c9" providerId="LiveId" clId="{46434A16-6657-C249-8D16-DE1750720466}" dt="2020-09-24T15:53:12.710" v="193"/>
          <ac:inkMkLst>
            <pc:docMk/>
            <pc:sldMk cId="0" sldId="266"/>
            <ac:inkMk id="10" creationId="{7AAD3D35-7A9B-954E-AB36-795446BA89FB}"/>
          </ac:inkMkLst>
        </pc:inkChg>
        <pc:inkChg chg="add del">
          <ac:chgData name="Aggie Menezes" userId="74619c95fa3483c9" providerId="LiveId" clId="{46434A16-6657-C249-8D16-DE1750720466}" dt="2020-09-24T15:53:43.787" v="212"/>
          <ac:inkMkLst>
            <pc:docMk/>
            <pc:sldMk cId="0" sldId="266"/>
            <ac:inkMk id="13" creationId="{1060B279-4C64-7D45-9245-4F160AC5D9A6}"/>
          </ac:inkMkLst>
        </pc:inkChg>
        <pc:inkChg chg="add del topLvl">
          <ac:chgData name="Aggie Menezes" userId="74619c95fa3483c9" providerId="LiveId" clId="{46434A16-6657-C249-8D16-DE1750720466}" dt="2020-09-24T15:53:43.793" v="214"/>
          <ac:inkMkLst>
            <pc:docMk/>
            <pc:sldMk cId="0" sldId="266"/>
            <ac:inkMk id="14" creationId="{1B19F532-570A-C046-B707-2A2E90CAE4AD}"/>
          </ac:inkMkLst>
        </pc:inkChg>
        <pc:inkChg chg="add del topLvl">
          <ac:chgData name="Aggie Menezes" userId="74619c95fa3483c9" providerId="LiveId" clId="{46434A16-6657-C249-8D16-DE1750720466}" dt="2020-09-24T15:53:43.781" v="211"/>
          <ac:inkMkLst>
            <pc:docMk/>
            <pc:sldMk cId="0" sldId="266"/>
            <ac:inkMk id="15" creationId="{183A40B4-8CEB-8345-9D4A-0A7B3ADD9095}"/>
          </ac:inkMkLst>
        </pc:inkChg>
        <pc:inkChg chg="add del topLvl">
          <ac:chgData name="Aggie Menezes" userId="74619c95fa3483c9" providerId="LiveId" clId="{46434A16-6657-C249-8D16-DE1750720466}" dt="2020-09-24T15:53:43.777" v="210"/>
          <ac:inkMkLst>
            <pc:docMk/>
            <pc:sldMk cId="0" sldId="266"/>
            <ac:inkMk id="16" creationId="{BBBEF6AA-8671-3849-A04B-51EC421A1F26}"/>
          </ac:inkMkLst>
        </pc:inkChg>
        <pc:inkChg chg="add del topLvl">
          <ac:chgData name="Aggie Menezes" userId="74619c95fa3483c9" providerId="LiveId" clId="{46434A16-6657-C249-8D16-DE1750720466}" dt="2020-09-24T15:53:43.797" v="215"/>
          <ac:inkMkLst>
            <pc:docMk/>
            <pc:sldMk cId="0" sldId="266"/>
            <ac:inkMk id="18" creationId="{23D8B48A-CD50-0540-B383-404946AAD314}"/>
          </ac:inkMkLst>
        </pc:inkChg>
        <pc:inkChg chg="add del topLvl">
          <ac:chgData name="Aggie Menezes" userId="74619c95fa3483c9" providerId="LiveId" clId="{46434A16-6657-C249-8D16-DE1750720466}" dt="2020-09-24T15:53:47.578" v="216"/>
          <ac:inkMkLst>
            <pc:docMk/>
            <pc:sldMk cId="0" sldId="266"/>
            <ac:inkMk id="19" creationId="{83DF4021-C37F-F04D-8797-B74ED204C805}"/>
          </ac:inkMkLst>
        </pc:inkChg>
        <pc:inkChg chg="add del">
          <ac:chgData name="Aggie Menezes" userId="74619c95fa3483c9" providerId="LiveId" clId="{46434A16-6657-C249-8D16-DE1750720466}" dt="2020-09-24T15:53:43.773" v="209"/>
          <ac:inkMkLst>
            <pc:docMk/>
            <pc:sldMk cId="0" sldId="266"/>
            <ac:inkMk id="21" creationId="{74BF1124-E007-5D4B-97EC-E7FF977FEC74}"/>
          </ac:inkMkLst>
        </pc:inkChg>
        <pc:inkChg chg="add del">
          <ac:chgData name="Aggie Menezes" userId="74619c95fa3483c9" providerId="LiveId" clId="{46434A16-6657-C249-8D16-DE1750720466}" dt="2020-09-24T15:53:43.790" v="213"/>
          <ac:inkMkLst>
            <pc:docMk/>
            <pc:sldMk cId="0" sldId="266"/>
            <ac:inkMk id="23" creationId="{8C98C08E-359B-2D47-B4A5-BB64B22E85CD}"/>
          </ac:inkMkLst>
        </pc:inkChg>
        <pc:inkChg chg="add del">
          <ac:chgData name="Aggie Menezes" userId="74619c95fa3483c9" providerId="LiveId" clId="{46434A16-6657-C249-8D16-DE1750720466}" dt="2020-09-24T15:53:39.959" v="208"/>
          <ac:inkMkLst>
            <pc:docMk/>
            <pc:sldMk cId="0" sldId="266"/>
            <ac:inkMk id="24" creationId="{34F3D95D-CE7E-0F4C-A1F1-367C4ACBAC8F}"/>
          </ac:inkMkLst>
        </pc:inkChg>
        <pc:inkChg chg="add topLvl">
          <ac:chgData name="Aggie Menezes" userId="74619c95fa3483c9" providerId="LiveId" clId="{46434A16-6657-C249-8D16-DE1750720466}" dt="2020-09-24T15:54:13.277" v="233"/>
          <ac:inkMkLst>
            <pc:docMk/>
            <pc:sldMk cId="0" sldId="266"/>
            <ac:inkMk id="26" creationId="{3E23A70E-CAC9-0A47-8EDB-BC254F25AAAD}"/>
          </ac:inkMkLst>
        </pc:inkChg>
        <pc:inkChg chg="add topLvl">
          <ac:chgData name="Aggie Menezes" userId="74619c95fa3483c9" providerId="LiveId" clId="{46434A16-6657-C249-8D16-DE1750720466}" dt="2020-09-24T15:54:13.277" v="233"/>
          <ac:inkMkLst>
            <pc:docMk/>
            <pc:sldMk cId="0" sldId="266"/>
            <ac:inkMk id="27" creationId="{16B8169A-EF47-8F44-8B0A-5D15CC54F62A}"/>
          </ac:inkMkLst>
        </pc:inkChg>
        <pc:inkChg chg="add topLvl">
          <ac:chgData name="Aggie Menezes" userId="74619c95fa3483c9" providerId="LiveId" clId="{46434A16-6657-C249-8D16-DE1750720466}" dt="2020-09-24T15:54:13.277" v="233"/>
          <ac:inkMkLst>
            <pc:docMk/>
            <pc:sldMk cId="0" sldId="266"/>
            <ac:inkMk id="28" creationId="{EC0778B8-004B-1444-ACF2-4288BD1235CA}"/>
          </ac:inkMkLst>
        </pc:inkChg>
        <pc:inkChg chg="add topLvl">
          <ac:chgData name="Aggie Menezes" userId="74619c95fa3483c9" providerId="LiveId" clId="{46434A16-6657-C249-8D16-DE1750720466}" dt="2020-09-24T15:54:13.277" v="233"/>
          <ac:inkMkLst>
            <pc:docMk/>
            <pc:sldMk cId="0" sldId="266"/>
            <ac:inkMk id="29" creationId="{44B067E2-15B4-D24D-9EE8-D05BDCEC25B1}"/>
          </ac:inkMkLst>
        </pc:inkChg>
        <pc:inkChg chg="add topLvl">
          <ac:chgData name="Aggie Menezes" userId="74619c95fa3483c9" providerId="LiveId" clId="{46434A16-6657-C249-8D16-DE1750720466}" dt="2020-09-24T15:54:13.277" v="233"/>
          <ac:inkMkLst>
            <pc:docMk/>
            <pc:sldMk cId="0" sldId="266"/>
            <ac:inkMk id="32" creationId="{C384CB31-B45B-2D48-9E1C-BD8BC3743353}"/>
          </ac:inkMkLst>
        </pc:inkChg>
        <pc:inkChg chg="add topLvl">
          <ac:chgData name="Aggie Menezes" userId="74619c95fa3483c9" providerId="LiveId" clId="{46434A16-6657-C249-8D16-DE1750720466}" dt="2020-09-24T15:54:13.277" v="233"/>
          <ac:inkMkLst>
            <pc:docMk/>
            <pc:sldMk cId="0" sldId="266"/>
            <ac:inkMk id="33" creationId="{4A13E5AD-654B-6C40-B256-EB52F0BF0C25}"/>
          </ac:inkMkLst>
        </pc:inkChg>
        <pc:inkChg chg="add topLvl">
          <ac:chgData name="Aggie Menezes" userId="74619c95fa3483c9" providerId="LiveId" clId="{46434A16-6657-C249-8D16-DE1750720466}" dt="2020-09-24T15:54:13.277" v="233"/>
          <ac:inkMkLst>
            <pc:docMk/>
            <pc:sldMk cId="0" sldId="266"/>
            <ac:inkMk id="34" creationId="{DF05C179-0998-634A-A726-7E8B2D2CD44C}"/>
          </ac:inkMkLst>
        </pc:inkChg>
        <pc:inkChg chg="add topLvl">
          <ac:chgData name="Aggie Menezes" userId="74619c95fa3483c9" providerId="LiveId" clId="{46434A16-6657-C249-8D16-DE1750720466}" dt="2020-09-24T15:54:13.277" v="233"/>
          <ac:inkMkLst>
            <pc:docMk/>
            <pc:sldMk cId="0" sldId="266"/>
            <ac:inkMk id="36" creationId="{ED3C18BE-B9B5-364D-BAF1-E929F6FCE2F5}"/>
          </ac:inkMkLst>
        </pc:inkChg>
        <pc:inkChg chg="add topLvl">
          <ac:chgData name="Aggie Menezes" userId="74619c95fa3483c9" providerId="LiveId" clId="{46434A16-6657-C249-8D16-DE1750720466}" dt="2020-09-24T15:54:13.277" v="233"/>
          <ac:inkMkLst>
            <pc:docMk/>
            <pc:sldMk cId="0" sldId="266"/>
            <ac:inkMk id="37" creationId="{2F3B2FA9-3760-E647-BB6D-C5CD41762FEE}"/>
          </ac:inkMkLst>
        </pc:inkChg>
        <pc:inkChg chg="add topLvl">
          <ac:chgData name="Aggie Menezes" userId="74619c95fa3483c9" providerId="LiveId" clId="{46434A16-6657-C249-8D16-DE1750720466}" dt="2020-09-24T15:54:13.277" v="233"/>
          <ac:inkMkLst>
            <pc:docMk/>
            <pc:sldMk cId="0" sldId="266"/>
            <ac:inkMk id="39" creationId="{A94B1075-1FA3-8E43-8041-8EC2639CE2B6}"/>
          </ac:inkMkLst>
        </pc:inkChg>
        <pc:inkChg chg="add topLvl">
          <ac:chgData name="Aggie Menezes" userId="74619c95fa3483c9" providerId="LiveId" clId="{46434A16-6657-C249-8D16-DE1750720466}" dt="2020-09-24T15:54:13.277" v="233"/>
          <ac:inkMkLst>
            <pc:docMk/>
            <pc:sldMk cId="0" sldId="266"/>
            <ac:inkMk id="40" creationId="{C5FF4B2B-791D-044F-ACB9-04646375F720}"/>
          </ac:inkMkLst>
        </pc:inkChg>
        <pc:inkChg chg="add">
          <ac:chgData name="Aggie Menezes" userId="74619c95fa3483c9" providerId="LiveId" clId="{46434A16-6657-C249-8D16-DE1750720466}" dt="2020-09-24T15:54:12.737" v="232"/>
          <ac:inkMkLst>
            <pc:docMk/>
            <pc:sldMk cId="0" sldId="266"/>
            <ac:inkMk id="42" creationId="{8C4701BA-C3D4-434A-95EE-C3C062CDE64E}"/>
          </ac:inkMkLst>
        </pc:inkChg>
      </pc:sldChg>
      <pc:sldChg chg="addSp">
        <pc:chgData name="Aggie Menezes" userId="74619c95fa3483c9" providerId="LiveId" clId="{46434A16-6657-C249-8D16-DE1750720466}" dt="2020-09-24T16:04:54.135" v="278"/>
        <pc:sldMkLst>
          <pc:docMk/>
          <pc:sldMk cId="2445306402" sldId="280"/>
        </pc:sldMkLst>
        <pc:grpChg chg="add">
          <ac:chgData name="Aggie Menezes" userId="74619c95fa3483c9" providerId="LiveId" clId="{46434A16-6657-C249-8D16-DE1750720466}" dt="2020-09-24T16:04:54.135" v="278"/>
          <ac:grpSpMkLst>
            <pc:docMk/>
            <pc:sldMk cId="2445306402" sldId="280"/>
            <ac:grpSpMk id="18" creationId="{0A69DBBF-2DA7-2047-8027-45CCA2B7FD1C}"/>
          </ac:grpSpMkLst>
        </pc:grpChg>
        <pc:inkChg chg="add">
          <ac:chgData name="Aggie Menezes" userId="74619c95fa3483c9" providerId="LiveId" clId="{46434A16-6657-C249-8D16-DE1750720466}" dt="2020-09-24T16:04:47.778" v="264"/>
          <ac:inkMkLst>
            <pc:docMk/>
            <pc:sldMk cId="2445306402" sldId="280"/>
            <ac:inkMk id="4" creationId="{847C3A85-401A-6B4D-8CEB-3D3C7668FA1A}"/>
          </ac:inkMkLst>
        </pc:inkChg>
        <pc:inkChg chg="add">
          <ac:chgData name="Aggie Menezes" userId="74619c95fa3483c9" providerId="LiveId" clId="{46434A16-6657-C249-8D16-DE1750720466}" dt="2020-09-24T16:04:48.150" v="265"/>
          <ac:inkMkLst>
            <pc:docMk/>
            <pc:sldMk cId="2445306402" sldId="280"/>
            <ac:inkMk id="5" creationId="{68E74051-9EFB-A444-8D5B-47A2F0DDB8CE}"/>
          </ac:inkMkLst>
        </pc:inkChg>
        <pc:inkChg chg="add">
          <ac:chgData name="Aggie Menezes" userId="74619c95fa3483c9" providerId="LiveId" clId="{46434A16-6657-C249-8D16-DE1750720466}" dt="2020-09-24T16:04:48.516" v="266"/>
          <ac:inkMkLst>
            <pc:docMk/>
            <pc:sldMk cId="2445306402" sldId="280"/>
            <ac:inkMk id="6" creationId="{AFA0452A-FDA0-F842-A2A1-752813B8E88C}"/>
          </ac:inkMkLst>
        </pc:inkChg>
        <pc:inkChg chg="add">
          <ac:chgData name="Aggie Menezes" userId="74619c95fa3483c9" providerId="LiveId" clId="{46434A16-6657-C249-8D16-DE1750720466}" dt="2020-09-24T16:04:49.226" v="267"/>
          <ac:inkMkLst>
            <pc:docMk/>
            <pc:sldMk cId="2445306402" sldId="280"/>
            <ac:inkMk id="7" creationId="{000F8E64-357E-604B-9B23-3F4A603B94F4}"/>
          </ac:inkMkLst>
        </pc:inkChg>
        <pc:inkChg chg="add">
          <ac:chgData name="Aggie Menezes" userId="74619c95fa3483c9" providerId="LiveId" clId="{46434A16-6657-C249-8D16-DE1750720466}" dt="2020-09-24T16:04:49.630" v="268"/>
          <ac:inkMkLst>
            <pc:docMk/>
            <pc:sldMk cId="2445306402" sldId="280"/>
            <ac:inkMk id="8" creationId="{C1D41A1A-DFF1-8F49-8C93-047F9DC72C50}"/>
          </ac:inkMkLst>
        </pc:inkChg>
        <pc:inkChg chg="add">
          <ac:chgData name="Aggie Menezes" userId="74619c95fa3483c9" providerId="LiveId" clId="{46434A16-6657-C249-8D16-DE1750720466}" dt="2020-09-24T16:04:49.833" v="269"/>
          <ac:inkMkLst>
            <pc:docMk/>
            <pc:sldMk cId="2445306402" sldId="280"/>
            <ac:inkMk id="9" creationId="{6E41A4F4-0849-C241-9FF0-47BA287C9018}"/>
          </ac:inkMkLst>
        </pc:inkChg>
        <pc:inkChg chg="add">
          <ac:chgData name="Aggie Menezes" userId="74619c95fa3483c9" providerId="LiveId" clId="{46434A16-6657-C249-8D16-DE1750720466}" dt="2020-09-24T16:04:50.484" v="270"/>
          <ac:inkMkLst>
            <pc:docMk/>
            <pc:sldMk cId="2445306402" sldId="280"/>
            <ac:inkMk id="10" creationId="{A236E8EF-AC2D-EB48-8319-56E9857F205C}"/>
          </ac:inkMkLst>
        </pc:inkChg>
        <pc:inkChg chg="add">
          <ac:chgData name="Aggie Menezes" userId="74619c95fa3483c9" providerId="LiveId" clId="{46434A16-6657-C249-8D16-DE1750720466}" dt="2020-09-24T16:04:51.045" v="271"/>
          <ac:inkMkLst>
            <pc:docMk/>
            <pc:sldMk cId="2445306402" sldId="280"/>
            <ac:inkMk id="11" creationId="{0F3B5AE5-15D2-974B-823D-E01761E4598E}"/>
          </ac:inkMkLst>
        </pc:inkChg>
        <pc:inkChg chg="add">
          <ac:chgData name="Aggie Menezes" userId="74619c95fa3483c9" providerId="LiveId" clId="{46434A16-6657-C249-8D16-DE1750720466}" dt="2020-09-24T16:04:51.377" v="272"/>
          <ac:inkMkLst>
            <pc:docMk/>
            <pc:sldMk cId="2445306402" sldId="280"/>
            <ac:inkMk id="12" creationId="{2D07E806-AEA6-3D41-A451-9B82649A9D15}"/>
          </ac:inkMkLst>
        </pc:inkChg>
        <pc:inkChg chg="add">
          <ac:chgData name="Aggie Menezes" userId="74619c95fa3483c9" providerId="LiveId" clId="{46434A16-6657-C249-8D16-DE1750720466}" dt="2020-09-24T16:04:51.603" v="273"/>
          <ac:inkMkLst>
            <pc:docMk/>
            <pc:sldMk cId="2445306402" sldId="280"/>
            <ac:inkMk id="13" creationId="{D17BE996-42C4-234C-B631-4C11790BC6A7}"/>
          </ac:inkMkLst>
        </pc:inkChg>
        <pc:inkChg chg="add">
          <ac:chgData name="Aggie Menezes" userId="74619c95fa3483c9" providerId="LiveId" clId="{46434A16-6657-C249-8D16-DE1750720466}" dt="2020-09-24T16:04:51.992" v="274"/>
          <ac:inkMkLst>
            <pc:docMk/>
            <pc:sldMk cId="2445306402" sldId="280"/>
            <ac:inkMk id="14" creationId="{011F214D-2CA7-7649-9E32-02A9DE244258}"/>
          </ac:inkMkLst>
        </pc:inkChg>
        <pc:inkChg chg="add">
          <ac:chgData name="Aggie Menezes" userId="74619c95fa3483c9" providerId="LiveId" clId="{46434A16-6657-C249-8D16-DE1750720466}" dt="2020-09-24T16:04:52.333" v="275"/>
          <ac:inkMkLst>
            <pc:docMk/>
            <pc:sldMk cId="2445306402" sldId="280"/>
            <ac:inkMk id="15" creationId="{8F8B3D67-DBD9-AB43-8F70-0568F94162F1}"/>
          </ac:inkMkLst>
        </pc:inkChg>
        <pc:inkChg chg="add">
          <ac:chgData name="Aggie Menezes" userId="74619c95fa3483c9" providerId="LiveId" clId="{46434A16-6657-C249-8D16-DE1750720466}" dt="2020-09-24T16:04:52.512" v="276"/>
          <ac:inkMkLst>
            <pc:docMk/>
            <pc:sldMk cId="2445306402" sldId="280"/>
            <ac:inkMk id="16" creationId="{A7977C9D-A03C-CB44-9956-A8DD59155453}"/>
          </ac:inkMkLst>
        </pc:inkChg>
        <pc:inkChg chg="add">
          <ac:chgData name="Aggie Menezes" userId="74619c95fa3483c9" providerId="LiveId" clId="{46434A16-6657-C249-8D16-DE1750720466}" dt="2020-09-24T16:04:53.385" v="277"/>
          <ac:inkMkLst>
            <pc:docMk/>
            <pc:sldMk cId="2445306402" sldId="280"/>
            <ac:inkMk id="17" creationId="{5F73A5B9-1172-0045-95C9-F20756567E9C}"/>
          </ac:inkMkLst>
        </pc:inkChg>
      </pc:sldChg>
      <pc:sldChg chg="addSp">
        <pc:chgData name="Aggie Menezes" userId="74619c95fa3483c9" providerId="LiveId" clId="{46434A16-6657-C249-8D16-DE1750720466}" dt="2020-09-24T15:47:45.025" v="11"/>
        <pc:sldMkLst>
          <pc:docMk/>
          <pc:sldMk cId="534826096" sldId="282"/>
        </pc:sldMkLst>
        <pc:grpChg chg="add">
          <ac:chgData name="Aggie Menezes" userId="74619c95fa3483c9" providerId="LiveId" clId="{46434A16-6657-C249-8D16-DE1750720466}" dt="2020-09-24T15:47:41.905" v="4"/>
          <ac:grpSpMkLst>
            <pc:docMk/>
            <pc:sldMk cId="534826096" sldId="282"/>
            <ac:grpSpMk id="8" creationId="{0EDEB5BE-C6B2-C441-818A-98F7C22BA971}"/>
          </ac:grpSpMkLst>
        </pc:grpChg>
        <pc:grpChg chg="add">
          <ac:chgData name="Aggie Menezes" userId="74619c95fa3483c9" providerId="LiveId" clId="{46434A16-6657-C249-8D16-DE1750720466}" dt="2020-09-24T15:47:45.025" v="11"/>
          <ac:grpSpMkLst>
            <pc:docMk/>
            <pc:sldMk cId="534826096" sldId="282"/>
            <ac:grpSpMk id="37" creationId="{364E2019-8D24-2C48-A49F-05AFB3F1C69B}"/>
          </ac:grpSpMkLst>
        </pc:grpChg>
        <pc:grpChg chg="add">
          <ac:chgData name="Aggie Menezes" userId="74619c95fa3483c9" providerId="LiveId" clId="{46434A16-6657-C249-8D16-DE1750720466}" dt="2020-09-24T15:47:45.025" v="11"/>
          <ac:grpSpMkLst>
            <pc:docMk/>
            <pc:sldMk cId="534826096" sldId="282"/>
            <ac:grpSpMk id="38" creationId="{AE9F585F-F75C-ED44-8545-A6E2EB69B733}"/>
          </ac:grpSpMkLst>
        </pc:grpChg>
        <pc:grpChg chg="add">
          <ac:chgData name="Aggie Menezes" userId="74619c95fa3483c9" providerId="LiveId" clId="{46434A16-6657-C249-8D16-DE1750720466}" dt="2020-09-24T15:47:45.025" v="11"/>
          <ac:grpSpMkLst>
            <pc:docMk/>
            <pc:sldMk cId="534826096" sldId="282"/>
            <ac:grpSpMk id="39" creationId="{E48B0884-62FA-324D-A385-FA9E031369A8}"/>
          </ac:grpSpMkLst>
        </pc:grpChg>
        <pc:inkChg chg="add">
          <ac:chgData name="Aggie Menezes" userId="74619c95fa3483c9" providerId="LiveId" clId="{46434A16-6657-C249-8D16-DE1750720466}" dt="2020-09-24T15:47:39.200" v="0"/>
          <ac:inkMkLst>
            <pc:docMk/>
            <pc:sldMk cId="534826096" sldId="282"/>
            <ac:inkMk id="4" creationId="{D037B85F-7F13-E74C-BB04-D50954102237}"/>
          </ac:inkMkLst>
        </pc:inkChg>
        <pc:inkChg chg="add">
          <ac:chgData name="Aggie Menezes" userId="74619c95fa3483c9" providerId="LiveId" clId="{46434A16-6657-C249-8D16-DE1750720466}" dt="2020-09-24T15:47:39.727" v="1"/>
          <ac:inkMkLst>
            <pc:docMk/>
            <pc:sldMk cId="534826096" sldId="282"/>
            <ac:inkMk id="5" creationId="{71F4F67C-010A-6F4C-A015-1CEC5E235BE8}"/>
          </ac:inkMkLst>
        </pc:inkChg>
        <pc:inkChg chg="add">
          <ac:chgData name="Aggie Menezes" userId="74619c95fa3483c9" providerId="LiveId" clId="{46434A16-6657-C249-8D16-DE1750720466}" dt="2020-09-24T15:47:40.407" v="2"/>
          <ac:inkMkLst>
            <pc:docMk/>
            <pc:sldMk cId="534826096" sldId="282"/>
            <ac:inkMk id="6" creationId="{37F3FBCF-DD58-6348-B17F-F05BDDFDA0ED}"/>
          </ac:inkMkLst>
        </pc:inkChg>
        <pc:inkChg chg="add">
          <ac:chgData name="Aggie Menezes" userId="74619c95fa3483c9" providerId="LiveId" clId="{46434A16-6657-C249-8D16-DE1750720466}" dt="2020-09-24T15:47:40.908" v="3"/>
          <ac:inkMkLst>
            <pc:docMk/>
            <pc:sldMk cId="534826096" sldId="282"/>
            <ac:inkMk id="7" creationId="{266C695C-87D6-E643-82DC-B7399B8BBD51}"/>
          </ac:inkMkLst>
        </pc:inkChg>
        <pc:inkChg chg="add">
          <ac:chgData name="Aggie Menezes" userId="74619c95fa3483c9" providerId="LiveId" clId="{46434A16-6657-C249-8D16-DE1750720466}" dt="2020-09-24T15:47:42.832" v="5"/>
          <ac:inkMkLst>
            <pc:docMk/>
            <pc:sldMk cId="534826096" sldId="282"/>
            <ac:inkMk id="17" creationId="{474712E3-05E4-4E42-8038-785D1B22A18C}"/>
          </ac:inkMkLst>
        </pc:inkChg>
        <pc:inkChg chg="add">
          <ac:chgData name="Aggie Menezes" userId="74619c95fa3483c9" providerId="LiveId" clId="{46434A16-6657-C249-8D16-DE1750720466}" dt="2020-09-24T15:47:43.034" v="6"/>
          <ac:inkMkLst>
            <pc:docMk/>
            <pc:sldMk cId="534826096" sldId="282"/>
            <ac:inkMk id="21" creationId="{3CAC7F74-D726-5D45-A49A-CE6338CD4E9B}"/>
          </ac:inkMkLst>
        </pc:inkChg>
        <pc:inkChg chg="add">
          <ac:chgData name="Aggie Menezes" userId="74619c95fa3483c9" providerId="LiveId" clId="{46434A16-6657-C249-8D16-DE1750720466}" dt="2020-09-24T15:47:43.408" v="7"/>
          <ac:inkMkLst>
            <pc:docMk/>
            <pc:sldMk cId="534826096" sldId="282"/>
            <ac:inkMk id="22" creationId="{502550A7-6E5B-C44E-A302-EDB9B76A04CD}"/>
          </ac:inkMkLst>
        </pc:inkChg>
        <pc:inkChg chg="add">
          <ac:chgData name="Aggie Menezes" userId="74619c95fa3483c9" providerId="LiveId" clId="{46434A16-6657-C249-8D16-DE1750720466}" dt="2020-09-24T15:47:43.560" v="8"/>
          <ac:inkMkLst>
            <pc:docMk/>
            <pc:sldMk cId="534826096" sldId="282"/>
            <ac:inkMk id="23" creationId="{4FBF9885-50EF-2741-A295-8539818D1FE7}"/>
          </ac:inkMkLst>
        </pc:inkChg>
        <pc:inkChg chg="add">
          <ac:chgData name="Aggie Menezes" userId="74619c95fa3483c9" providerId="LiveId" clId="{46434A16-6657-C249-8D16-DE1750720466}" dt="2020-09-24T15:47:44.350" v="9"/>
          <ac:inkMkLst>
            <pc:docMk/>
            <pc:sldMk cId="534826096" sldId="282"/>
            <ac:inkMk id="35" creationId="{BD560665-C92F-F943-9F23-57805435F70E}"/>
          </ac:inkMkLst>
        </pc:inkChg>
        <pc:inkChg chg="add">
          <ac:chgData name="Aggie Menezes" userId="74619c95fa3483c9" providerId="LiveId" clId="{46434A16-6657-C249-8D16-DE1750720466}" dt="2020-09-24T15:47:44.493" v="10"/>
          <ac:inkMkLst>
            <pc:docMk/>
            <pc:sldMk cId="534826096" sldId="282"/>
            <ac:inkMk id="36" creationId="{C05CEB25-297B-8146-90F5-9A2831C951F8}"/>
          </ac:inkMkLst>
        </pc:inkChg>
      </pc:sldChg>
      <pc:sldChg chg="addSp delSp">
        <pc:chgData name="Aggie Menezes" userId="74619c95fa3483c9" providerId="LiveId" clId="{46434A16-6657-C249-8D16-DE1750720466}" dt="2020-10-01T14:52:03.644" v="754"/>
        <pc:sldMkLst>
          <pc:docMk/>
          <pc:sldMk cId="2586980047" sldId="290"/>
        </pc:sldMkLst>
        <pc:grpChg chg="add del">
          <ac:chgData name="Aggie Menezes" userId="74619c95fa3483c9" providerId="LiveId" clId="{46434A16-6657-C249-8D16-DE1750720466}" dt="2020-10-01T14:51:47.205" v="738"/>
          <ac:grpSpMkLst>
            <pc:docMk/>
            <pc:sldMk cId="2586980047" sldId="290"/>
            <ac:grpSpMk id="9" creationId="{E43E47A1-D9E6-EF45-AF9A-C3C2508F5E8C}"/>
          </ac:grpSpMkLst>
        </pc:grpChg>
        <pc:grpChg chg="add">
          <ac:chgData name="Aggie Menezes" userId="74619c95fa3483c9" providerId="LiveId" clId="{46434A16-6657-C249-8D16-DE1750720466}" dt="2020-10-01T14:51:47.205" v="738"/>
          <ac:grpSpMkLst>
            <pc:docMk/>
            <pc:sldMk cId="2586980047" sldId="290"/>
            <ac:grpSpMk id="23" creationId="{8205F6DC-92E7-B640-A44B-C7EECC9956F8}"/>
          </ac:grpSpMkLst>
        </pc:grpChg>
        <pc:grpChg chg="add">
          <ac:chgData name="Aggie Menezes" userId="74619c95fa3483c9" providerId="LiveId" clId="{46434A16-6657-C249-8D16-DE1750720466}" dt="2020-10-01T14:51:52.690" v="743"/>
          <ac:grpSpMkLst>
            <pc:docMk/>
            <pc:sldMk cId="2586980047" sldId="290"/>
            <ac:grpSpMk id="35" creationId="{19DD6BBB-D5B9-A34F-9C03-B471C19DC182}"/>
          </ac:grpSpMkLst>
        </pc:grpChg>
        <pc:grpChg chg="add del">
          <ac:chgData name="Aggie Menezes" userId="74619c95fa3483c9" providerId="LiveId" clId="{46434A16-6657-C249-8D16-DE1750720466}" dt="2020-10-01T14:51:59.882" v="748"/>
          <ac:grpSpMkLst>
            <pc:docMk/>
            <pc:sldMk cId="2586980047" sldId="290"/>
            <ac:grpSpMk id="38" creationId="{780B8C0D-46E4-D541-844C-4D6125D0F872}"/>
          </ac:grpSpMkLst>
        </pc:grpChg>
        <pc:grpChg chg="add del">
          <ac:chgData name="Aggie Menezes" userId="74619c95fa3483c9" providerId="LiveId" clId="{46434A16-6657-C249-8D16-DE1750720466}" dt="2020-10-01T14:52:03.644" v="754"/>
          <ac:grpSpMkLst>
            <pc:docMk/>
            <pc:sldMk cId="2586980047" sldId="290"/>
            <ac:grpSpMk id="40" creationId="{E092A8CE-2C7D-4B4F-84CE-0D52DED11116}"/>
          </ac:grpSpMkLst>
        </pc:grpChg>
        <pc:grpChg chg="add">
          <ac:chgData name="Aggie Menezes" userId="74619c95fa3483c9" providerId="LiveId" clId="{46434A16-6657-C249-8D16-DE1750720466}" dt="2020-10-01T14:52:03.644" v="754"/>
          <ac:grpSpMkLst>
            <pc:docMk/>
            <pc:sldMk cId="2586980047" sldId="290"/>
            <ac:grpSpMk id="46" creationId="{F4BDED26-7ECC-2649-A532-5E236B91D528}"/>
          </ac:grpSpMkLst>
        </pc:grpChg>
        <pc:inkChg chg="add topLvl">
          <ac:chgData name="Aggie Menezes" userId="74619c95fa3483c9" providerId="LiveId" clId="{46434A16-6657-C249-8D16-DE1750720466}" dt="2020-10-01T14:51:47.205" v="738"/>
          <ac:inkMkLst>
            <pc:docMk/>
            <pc:sldMk cId="2586980047" sldId="290"/>
            <ac:inkMk id="4" creationId="{301915CC-DAB6-DC40-8EF4-8394484D24E7}"/>
          </ac:inkMkLst>
        </pc:inkChg>
        <pc:inkChg chg="add topLvl">
          <ac:chgData name="Aggie Menezes" userId="74619c95fa3483c9" providerId="LiveId" clId="{46434A16-6657-C249-8D16-DE1750720466}" dt="2020-10-01T14:51:47.205" v="738"/>
          <ac:inkMkLst>
            <pc:docMk/>
            <pc:sldMk cId="2586980047" sldId="290"/>
            <ac:inkMk id="5" creationId="{158BC757-D2EE-5649-B852-FD50AB205F1E}"/>
          </ac:inkMkLst>
        </pc:inkChg>
        <pc:inkChg chg="add topLvl">
          <ac:chgData name="Aggie Menezes" userId="74619c95fa3483c9" providerId="LiveId" clId="{46434A16-6657-C249-8D16-DE1750720466}" dt="2020-10-01T14:51:47.205" v="738"/>
          <ac:inkMkLst>
            <pc:docMk/>
            <pc:sldMk cId="2586980047" sldId="290"/>
            <ac:inkMk id="6" creationId="{F5D6A1D8-C675-8246-A4D9-39B57561C197}"/>
          </ac:inkMkLst>
        </pc:inkChg>
        <pc:inkChg chg="add">
          <ac:chgData name="Aggie Menezes" userId="74619c95fa3483c9" providerId="LiveId" clId="{46434A16-6657-C249-8D16-DE1750720466}" dt="2020-10-01T14:51:12.948" v="730"/>
          <ac:inkMkLst>
            <pc:docMk/>
            <pc:sldMk cId="2586980047" sldId="290"/>
            <ac:inkMk id="7" creationId="{1B9C2284-C5F6-E745-A46E-40A403E61F5E}"/>
          </ac:inkMkLst>
        </pc:inkChg>
        <pc:inkChg chg="add">
          <ac:chgData name="Aggie Menezes" userId="74619c95fa3483c9" providerId="LiveId" clId="{46434A16-6657-C249-8D16-DE1750720466}" dt="2020-10-01T14:51:13.832" v="731"/>
          <ac:inkMkLst>
            <pc:docMk/>
            <pc:sldMk cId="2586980047" sldId="290"/>
            <ac:inkMk id="8" creationId="{F993B76F-5C31-3941-B36B-A5119C136C77}"/>
          </ac:inkMkLst>
        </pc:inkChg>
        <pc:inkChg chg="add">
          <ac:chgData name="Aggie Menezes" userId="74619c95fa3483c9" providerId="LiveId" clId="{46434A16-6657-C249-8D16-DE1750720466}" dt="2020-10-01T14:51:37.106" v="733"/>
          <ac:inkMkLst>
            <pc:docMk/>
            <pc:sldMk cId="2586980047" sldId="290"/>
            <ac:inkMk id="11" creationId="{C28C5486-B6E0-4845-ABA1-1EBDF7FD3CB2}"/>
          </ac:inkMkLst>
        </pc:inkChg>
        <pc:inkChg chg="add">
          <ac:chgData name="Aggie Menezes" userId="74619c95fa3483c9" providerId="LiveId" clId="{46434A16-6657-C249-8D16-DE1750720466}" dt="2020-10-01T14:51:41.877" v="734"/>
          <ac:inkMkLst>
            <pc:docMk/>
            <pc:sldMk cId="2586980047" sldId="290"/>
            <ac:inkMk id="13" creationId="{6D2B0590-1822-6B4E-86A2-41973FE3A2F3}"/>
          </ac:inkMkLst>
        </pc:inkChg>
        <pc:inkChg chg="add">
          <ac:chgData name="Aggie Menezes" userId="74619c95fa3483c9" providerId="LiveId" clId="{46434A16-6657-C249-8D16-DE1750720466}" dt="2020-10-01T14:51:45.007" v="735"/>
          <ac:inkMkLst>
            <pc:docMk/>
            <pc:sldMk cId="2586980047" sldId="290"/>
            <ac:inkMk id="17" creationId="{C8C54A05-AE8D-8741-B550-888F26692245}"/>
          </ac:inkMkLst>
        </pc:inkChg>
        <pc:inkChg chg="add">
          <ac:chgData name="Aggie Menezes" userId="74619c95fa3483c9" providerId="LiveId" clId="{46434A16-6657-C249-8D16-DE1750720466}" dt="2020-10-01T14:51:45.433" v="736"/>
          <ac:inkMkLst>
            <pc:docMk/>
            <pc:sldMk cId="2586980047" sldId="290"/>
            <ac:inkMk id="20" creationId="{4AD18537-8205-4C4A-8CC2-C0ACDF2ED516}"/>
          </ac:inkMkLst>
        </pc:inkChg>
        <pc:inkChg chg="add">
          <ac:chgData name="Aggie Menezes" userId="74619c95fa3483c9" providerId="LiveId" clId="{46434A16-6657-C249-8D16-DE1750720466}" dt="2020-10-01T14:51:46.187" v="737"/>
          <ac:inkMkLst>
            <pc:docMk/>
            <pc:sldMk cId="2586980047" sldId="290"/>
            <ac:inkMk id="22" creationId="{26A88ECE-6309-7942-8E4A-157D18F61A32}"/>
          </ac:inkMkLst>
        </pc:inkChg>
        <pc:inkChg chg="add">
          <ac:chgData name="Aggie Menezes" userId="74619c95fa3483c9" providerId="LiveId" clId="{46434A16-6657-C249-8D16-DE1750720466}" dt="2020-10-01T14:51:50.531" v="739"/>
          <ac:inkMkLst>
            <pc:docMk/>
            <pc:sldMk cId="2586980047" sldId="290"/>
            <ac:inkMk id="31" creationId="{21A75759-FE31-0E46-B354-BF8327070187}"/>
          </ac:inkMkLst>
        </pc:inkChg>
        <pc:inkChg chg="add">
          <ac:chgData name="Aggie Menezes" userId="74619c95fa3483c9" providerId="LiveId" clId="{46434A16-6657-C249-8D16-DE1750720466}" dt="2020-10-01T14:51:50.960" v="740"/>
          <ac:inkMkLst>
            <pc:docMk/>
            <pc:sldMk cId="2586980047" sldId="290"/>
            <ac:inkMk id="32" creationId="{ACE09F7C-E6E7-7B4D-82DE-D380DCFA4226}"/>
          </ac:inkMkLst>
        </pc:inkChg>
        <pc:inkChg chg="add">
          <ac:chgData name="Aggie Menezes" userId="74619c95fa3483c9" providerId="LiveId" clId="{46434A16-6657-C249-8D16-DE1750720466}" dt="2020-10-01T14:51:51.599" v="741"/>
          <ac:inkMkLst>
            <pc:docMk/>
            <pc:sldMk cId="2586980047" sldId="290"/>
            <ac:inkMk id="33" creationId="{CF1F0BFE-4B98-A140-877E-8DB64A987477}"/>
          </ac:inkMkLst>
        </pc:inkChg>
        <pc:inkChg chg="add">
          <ac:chgData name="Aggie Menezes" userId="74619c95fa3483c9" providerId="LiveId" clId="{46434A16-6657-C249-8D16-DE1750720466}" dt="2020-10-01T14:51:52.168" v="742"/>
          <ac:inkMkLst>
            <pc:docMk/>
            <pc:sldMk cId="2586980047" sldId="290"/>
            <ac:inkMk id="34" creationId="{60A32854-BBF8-9442-96B1-E34451828880}"/>
          </ac:inkMkLst>
        </pc:inkChg>
        <pc:inkChg chg="add topLvl">
          <ac:chgData name="Aggie Menezes" userId="74619c95fa3483c9" providerId="LiveId" clId="{46434A16-6657-C249-8D16-DE1750720466}" dt="2020-10-01T14:52:03.644" v="754"/>
          <ac:inkMkLst>
            <pc:docMk/>
            <pc:sldMk cId="2586980047" sldId="290"/>
            <ac:inkMk id="36" creationId="{E06EF60D-8B1F-F448-86AC-53E45D0B2D18}"/>
          </ac:inkMkLst>
        </pc:inkChg>
        <pc:inkChg chg="add topLvl">
          <ac:chgData name="Aggie Menezes" userId="74619c95fa3483c9" providerId="LiveId" clId="{46434A16-6657-C249-8D16-DE1750720466}" dt="2020-10-01T14:52:03.644" v="754"/>
          <ac:inkMkLst>
            <pc:docMk/>
            <pc:sldMk cId="2586980047" sldId="290"/>
            <ac:inkMk id="37" creationId="{F2B68E35-5594-D347-A1A3-CDBF094BAD88}"/>
          </ac:inkMkLst>
        </pc:inkChg>
        <pc:inkChg chg="add topLvl">
          <ac:chgData name="Aggie Menezes" userId="74619c95fa3483c9" providerId="LiveId" clId="{46434A16-6657-C249-8D16-DE1750720466}" dt="2020-10-01T14:52:03.644" v="754"/>
          <ac:inkMkLst>
            <pc:docMk/>
            <pc:sldMk cId="2586980047" sldId="290"/>
            <ac:inkMk id="39" creationId="{86CC9700-14AE-B34C-BA90-26C37D3BBA2C}"/>
          </ac:inkMkLst>
        </pc:inkChg>
        <pc:inkChg chg="add">
          <ac:chgData name="Aggie Menezes" userId="74619c95fa3483c9" providerId="LiveId" clId="{46434A16-6657-C249-8D16-DE1750720466}" dt="2020-10-01T14:52:01.440" v="749"/>
          <ac:inkMkLst>
            <pc:docMk/>
            <pc:sldMk cId="2586980047" sldId="290"/>
            <ac:inkMk id="41" creationId="{197AC539-AD5D-F44C-AFA1-4DFEFA5955BC}"/>
          </ac:inkMkLst>
        </pc:inkChg>
        <pc:inkChg chg="add">
          <ac:chgData name="Aggie Menezes" userId="74619c95fa3483c9" providerId="LiveId" clId="{46434A16-6657-C249-8D16-DE1750720466}" dt="2020-10-01T14:52:02.157" v="750"/>
          <ac:inkMkLst>
            <pc:docMk/>
            <pc:sldMk cId="2586980047" sldId="290"/>
            <ac:inkMk id="42" creationId="{4A761760-0E9D-9842-A5B5-79FA4B4666E9}"/>
          </ac:inkMkLst>
        </pc:inkChg>
        <pc:inkChg chg="add">
          <ac:chgData name="Aggie Menezes" userId="74619c95fa3483c9" providerId="LiveId" clId="{46434A16-6657-C249-8D16-DE1750720466}" dt="2020-10-01T14:52:02.324" v="751"/>
          <ac:inkMkLst>
            <pc:docMk/>
            <pc:sldMk cId="2586980047" sldId="290"/>
            <ac:inkMk id="43" creationId="{994261F5-6FB2-0A46-8142-4EB85DD7858F}"/>
          </ac:inkMkLst>
        </pc:inkChg>
        <pc:inkChg chg="add">
          <ac:chgData name="Aggie Menezes" userId="74619c95fa3483c9" providerId="LiveId" clId="{46434A16-6657-C249-8D16-DE1750720466}" dt="2020-10-01T14:52:02.802" v="752"/>
          <ac:inkMkLst>
            <pc:docMk/>
            <pc:sldMk cId="2586980047" sldId="290"/>
            <ac:inkMk id="44" creationId="{8DFB50AF-F7A6-FC43-85E3-E0EFE749A479}"/>
          </ac:inkMkLst>
        </pc:inkChg>
        <pc:inkChg chg="add">
          <ac:chgData name="Aggie Menezes" userId="74619c95fa3483c9" providerId="LiveId" clId="{46434A16-6657-C249-8D16-DE1750720466}" dt="2020-10-01T14:52:03.034" v="753"/>
          <ac:inkMkLst>
            <pc:docMk/>
            <pc:sldMk cId="2586980047" sldId="290"/>
            <ac:inkMk id="45" creationId="{ADE6F9F4-8B0A-0341-9B5B-E83D39DD783F}"/>
          </ac:inkMkLst>
        </pc:inkChg>
      </pc:sldChg>
      <pc:sldChg chg="addSp delSp">
        <pc:chgData name="Aggie Menezes" userId="74619c95fa3483c9" providerId="LiveId" clId="{46434A16-6657-C249-8D16-DE1750720466}" dt="2020-09-24T15:55:16.241" v="263"/>
        <pc:sldMkLst>
          <pc:docMk/>
          <pc:sldMk cId="1298652483" sldId="292"/>
        </pc:sldMkLst>
        <pc:grpChg chg="add del">
          <ac:chgData name="Aggie Menezes" userId="74619c95fa3483c9" providerId="LiveId" clId="{46434A16-6657-C249-8D16-DE1750720466}" dt="2020-09-24T15:52:10.432" v="151"/>
          <ac:grpSpMkLst>
            <pc:docMk/>
            <pc:sldMk cId="1298652483" sldId="292"/>
            <ac:grpSpMk id="35" creationId="{8F4B0C07-4EDB-0548-BCC1-1DEAD79D0F67}"/>
          </ac:grpSpMkLst>
        </pc:grpChg>
        <pc:grpChg chg="add del">
          <ac:chgData name="Aggie Menezes" userId="74619c95fa3483c9" providerId="LiveId" clId="{46434A16-6657-C249-8D16-DE1750720466}" dt="2020-09-24T15:52:10.432" v="151"/>
          <ac:grpSpMkLst>
            <pc:docMk/>
            <pc:sldMk cId="1298652483" sldId="292"/>
            <ac:grpSpMk id="38" creationId="{F96C2658-CB86-E045-B6FD-C2FA38997611}"/>
          </ac:grpSpMkLst>
        </pc:grpChg>
        <pc:grpChg chg="add del">
          <ac:chgData name="Aggie Menezes" userId="74619c95fa3483c9" providerId="LiveId" clId="{46434A16-6657-C249-8D16-DE1750720466}" dt="2020-09-24T15:52:13.234" v="159"/>
          <ac:grpSpMkLst>
            <pc:docMk/>
            <pc:sldMk cId="1298652483" sldId="292"/>
            <ac:grpSpMk id="40" creationId="{056DFCB8-8025-D240-B410-F87DE295633A}"/>
          </ac:grpSpMkLst>
        </pc:grpChg>
        <pc:grpChg chg="add del">
          <ac:chgData name="Aggie Menezes" userId="74619c95fa3483c9" providerId="LiveId" clId="{46434A16-6657-C249-8D16-DE1750720466}" dt="2020-09-24T15:52:16.244" v="161"/>
          <ac:grpSpMkLst>
            <pc:docMk/>
            <pc:sldMk cId="1298652483" sldId="292"/>
            <ac:grpSpMk id="48" creationId="{F751A2CD-314A-244D-A04C-93E136E9331F}"/>
          </ac:grpSpMkLst>
        </pc:grpChg>
        <pc:grpChg chg="add del">
          <ac:chgData name="Aggie Menezes" userId="74619c95fa3483c9" providerId="LiveId" clId="{46434A16-6657-C249-8D16-DE1750720466}" dt="2020-09-24T15:52:29.063" v="182"/>
          <ac:grpSpMkLst>
            <pc:docMk/>
            <pc:sldMk cId="1298652483" sldId="292"/>
            <ac:grpSpMk id="50" creationId="{E5F4D737-C75D-B54A-B9BB-C050DEDCAE98}"/>
          </ac:grpSpMkLst>
        </pc:grpChg>
        <pc:grpChg chg="add del">
          <ac:chgData name="Aggie Menezes" userId="74619c95fa3483c9" providerId="LiveId" clId="{46434A16-6657-C249-8D16-DE1750720466}" dt="2020-09-24T15:52:29.063" v="182"/>
          <ac:grpSpMkLst>
            <pc:docMk/>
            <pc:sldMk cId="1298652483" sldId="292"/>
            <ac:grpSpMk id="53" creationId="{228655F8-E9F2-2345-998E-A55E8BFE0D79}"/>
          </ac:grpSpMkLst>
        </pc:grpChg>
        <pc:grpChg chg="add del">
          <ac:chgData name="Aggie Menezes" userId="74619c95fa3483c9" providerId="LiveId" clId="{46434A16-6657-C249-8D16-DE1750720466}" dt="2020-09-24T15:52:26.062" v="180"/>
          <ac:grpSpMkLst>
            <pc:docMk/>
            <pc:sldMk cId="1298652483" sldId="292"/>
            <ac:grpSpMk id="56" creationId="{0A23FE15-1528-9047-80A5-952A76323F88}"/>
          </ac:grpSpMkLst>
        </pc:grpChg>
        <pc:grpChg chg="add">
          <ac:chgData name="Aggie Menezes" userId="74619c95fa3483c9" providerId="LiveId" clId="{46434A16-6657-C249-8D16-DE1750720466}" dt="2020-09-24T15:52:26.062" v="180"/>
          <ac:grpSpMkLst>
            <pc:docMk/>
            <pc:sldMk cId="1298652483" sldId="292"/>
            <ac:grpSpMk id="70" creationId="{85646C68-5C20-4F4A-BFA7-E307B744915C}"/>
          </ac:grpSpMkLst>
        </pc:grpChg>
        <pc:grpChg chg="add del">
          <ac:chgData name="Aggie Menezes" userId="74619c95fa3483c9" providerId="LiveId" clId="{46434A16-6657-C249-8D16-DE1750720466}" dt="2020-09-24T15:52:37.090" v="185"/>
          <ac:grpSpMkLst>
            <pc:docMk/>
            <pc:sldMk cId="1298652483" sldId="292"/>
            <ac:grpSpMk id="72" creationId="{B15C8B99-8F12-F84C-8563-A40AA58B7B7F}"/>
          </ac:grpSpMkLst>
        </pc:grpChg>
        <pc:grpChg chg="add">
          <ac:chgData name="Aggie Menezes" userId="74619c95fa3483c9" providerId="LiveId" clId="{46434A16-6657-C249-8D16-DE1750720466}" dt="2020-09-24T15:52:37.090" v="185"/>
          <ac:grpSpMkLst>
            <pc:docMk/>
            <pc:sldMk cId="1298652483" sldId="292"/>
            <ac:grpSpMk id="75" creationId="{7293C6AC-F808-E547-85D1-8F7E51EBA349}"/>
          </ac:grpSpMkLst>
        </pc:grpChg>
        <pc:grpChg chg="add">
          <ac:chgData name="Aggie Menezes" userId="74619c95fa3483c9" providerId="LiveId" clId="{46434A16-6657-C249-8D16-DE1750720466}" dt="2020-09-24T15:54:49.739" v="245"/>
          <ac:grpSpMkLst>
            <pc:docMk/>
            <pc:sldMk cId="1298652483" sldId="292"/>
            <ac:grpSpMk id="87" creationId="{1D20B4D4-A761-C94E-9D01-4893340FCC75}"/>
          </ac:grpSpMkLst>
        </pc:grpChg>
        <pc:grpChg chg="add del">
          <ac:chgData name="Aggie Menezes" userId="74619c95fa3483c9" providerId="LiveId" clId="{46434A16-6657-C249-8D16-DE1750720466}" dt="2020-09-24T15:55:12.066" v="254"/>
          <ac:grpSpMkLst>
            <pc:docMk/>
            <pc:sldMk cId="1298652483" sldId="292"/>
            <ac:grpSpMk id="93" creationId="{F48AE993-A18D-1648-805F-5A50BA4C5E6D}"/>
          </ac:grpSpMkLst>
        </pc:grpChg>
        <pc:grpChg chg="add del">
          <ac:chgData name="Aggie Menezes" userId="74619c95fa3483c9" providerId="LiveId" clId="{46434A16-6657-C249-8D16-DE1750720466}" dt="2020-09-24T15:55:16.241" v="263"/>
          <ac:grpSpMkLst>
            <pc:docMk/>
            <pc:sldMk cId="1298652483" sldId="292"/>
            <ac:grpSpMk id="96" creationId="{BF3BF0AB-27B5-A248-8B19-052B6F182360}"/>
          </ac:grpSpMkLst>
        </pc:grpChg>
        <pc:grpChg chg="add">
          <ac:chgData name="Aggie Menezes" userId="74619c95fa3483c9" providerId="LiveId" clId="{46434A16-6657-C249-8D16-DE1750720466}" dt="2020-09-24T15:55:16.241" v="263"/>
          <ac:grpSpMkLst>
            <pc:docMk/>
            <pc:sldMk cId="1298652483" sldId="292"/>
            <ac:grpSpMk id="105" creationId="{11424FDA-B3FD-EE45-91B3-FAC7CFA92947}"/>
          </ac:grpSpMkLst>
        </pc:grpChg>
        <pc:inkChg chg="add">
          <ac:chgData name="Aggie Menezes" userId="74619c95fa3483c9" providerId="LiveId" clId="{46434A16-6657-C249-8D16-DE1750720466}" dt="2020-09-24T15:51:53.614" v="141"/>
          <ac:inkMkLst>
            <pc:docMk/>
            <pc:sldMk cId="1298652483" sldId="292"/>
            <ac:inkMk id="6" creationId="{2CFB600C-199A-F44F-A001-4A6C49D5F6FE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7" creationId="{436A9408-8BA5-214B-86EC-F1082D8D585F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15" creationId="{7A3ED8E5-45AF-0845-9ECA-F75288B1355A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22" creationId="{F8BE3FF0-6AC3-E949-B514-97C89CA9419C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23" creationId="{B58C3B9B-F01C-BA41-8BBD-CC0A62758D1F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36" creationId="{C5FC6437-609F-A643-AB99-A7A0FFF5BC15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37" creationId="{616EFE8D-9EF7-BB4B-ABE8-075B6E72D185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39" creationId="{34BFB856-6EA7-4B4D-9426-9884EB745E0C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41" creationId="{596F46A5-513A-0D4B-9A44-6FE0CAC3E6DD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42" creationId="{4CE10A8C-E94B-A744-94C8-7F048D58F1AD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43" creationId="{247F7570-179C-894A-9A62-971246CED377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44" creationId="{90EB8444-A257-C045-A862-9D6B37CCA086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45" creationId="{120785FC-E40E-8445-BA05-A09527C24804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46" creationId="{6646F834-7AF6-7E46-B43E-613251AC5714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47" creationId="{87193ED2-820C-3147-AC32-6AFCA4305BD4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49" creationId="{E33F1D43-7153-EA49-8513-76475F17E4C4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51" creationId="{4D085A37-2246-F04A-A500-FF2940BED6E6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52" creationId="{A69250B6-146C-0740-BB61-E34A5BB869ED}"/>
          </ac:inkMkLst>
        </pc:inkChg>
        <pc:inkChg chg="add topLvl">
          <ac:chgData name="Aggie Menezes" userId="74619c95fa3483c9" providerId="LiveId" clId="{46434A16-6657-C249-8D16-DE1750720466}" dt="2020-09-24T15:52:26.062" v="180"/>
          <ac:inkMkLst>
            <pc:docMk/>
            <pc:sldMk cId="1298652483" sldId="292"/>
            <ac:inkMk id="54" creationId="{795AB1E3-4351-264C-8092-249D2EE00904}"/>
          </ac:inkMkLst>
        </pc:inkChg>
        <pc:inkChg chg="add topLvl">
          <ac:chgData name="Aggie Menezes" userId="74619c95fa3483c9" providerId="LiveId" clId="{46434A16-6657-C249-8D16-DE1750720466}" dt="2020-09-24T15:52:26.062" v="180"/>
          <ac:inkMkLst>
            <pc:docMk/>
            <pc:sldMk cId="1298652483" sldId="292"/>
            <ac:inkMk id="55" creationId="{68C8574E-F161-AC41-A625-21B3057B8695}"/>
          </ac:inkMkLst>
        </pc:inkChg>
        <pc:inkChg chg="add">
          <ac:chgData name="Aggie Menezes" userId="74619c95fa3483c9" providerId="LiveId" clId="{46434A16-6657-C249-8D16-DE1750720466}" dt="2020-09-24T15:52:22.243" v="168"/>
          <ac:inkMkLst>
            <pc:docMk/>
            <pc:sldMk cId="1298652483" sldId="292"/>
            <ac:inkMk id="57" creationId="{7C2C270C-CAF9-8E48-824F-714C654663D4}"/>
          </ac:inkMkLst>
        </pc:inkChg>
        <pc:inkChg chg="add">
          <ac:chgData name="Aggie Menezes" userId="74619c95fa3483c9" providerId="LiveId" clId="{46434A16-6657-C249-8D16-DE1750720466}" dt="2020-09-24T15:52:22.506" v="169"/>
          <ac:inkMkLst>
            <pc:docMk/>
            <pc:sldMk cId="1298652483" sldId="292"/>
            <ac:inkMk id="58" creationId="{E5201BD6-FDC7-D347-BE34-8555EF2FAE28}"/>
          </ac:inkMkLst>
        </pc:inkChg>
        <pc:inkChg chg="add">
          <ac:chgData name="Aggie Menezes" userId="74619c95fa3483c9" providerId="LiveId" clId="{46434A16-6657-C249-8D16-DE1750720466}" dt="2020-09-24T15:52:22.752" v="170"/>
          <ac:inkMkLst>
            <pc:docMk/>
            <pc:sldMk cId="1298652483" sldId="292"/>
            <ac:inkMk id="59" creationId="{DDBBFE81-94A7-074C-851D-0EDD662B61E7}"/>
          </ac:inkMkLst>
        </pc:inkChg>
        <pc:inkChg chg="add">
          <ac:chgData name="Aggie Menezes" userId="74619c95fa3483c9" providerId="LiveId" clId="{46434A16-6657-C249-8D16-DE1750720466}" dt="2020-09-24T15:52:23.157" v="171"/>
          <ac:inkMkLst>
            <pc:docMk/>
            <pc:sldMk cId="1298652483" sldId="292"/>
            <ac:inkMk id="60" creationId="{5A453EFE-40BA-D747-82D2-C9A2502D3B31}"/>
          </ac:inkMkLst>
        </pc:inkChg>
        <pc:inkChg chg="add">
          <ac:chgData name="Aggie Menezes" userId="74619c95fa3483c9" providerId="LiveId" clId="{46434A16-6657-C249-8D16-DE1750720466}" dt="2020-09-24T15:52:23.400" v="172"/>
          <ac:inkMkLst>
            <pc:docMk/>
            <pc:sldMk cId="1298652483" sldId="292"/>
            <ac:inkMk id="61" creationId="{5AE4DECC-7534-E743-B74F-FC9AD2DAF6C2}"/>
          </ac:inkMkLst>
        </pc:inkChg>
        <pc:inkChg chg="add">
          <ac:chgData name="Aggie Menezes" userId="74619c95fa3483c9" providerId="LiveId" clId="{46434A16-6657-C249-8D16-DE1750720466}" dt="2020-09-24T15:52:24.111" v="173"/>
          <ac:inkMkLst>
            <pc:docMk/>
            <pc:sldMk cId="1298652483" sldId="292"/>
            <ac:inkMk id="62" creationId="{B97EB12F-E588-8F47-8B6D-1B32F172F0BF}"/>
          </ac:inkMkLst>
        </pc:inkChg>
        <pc:inkChg chg="add">
          <ac:chgData name="Aggie Menezes" userId="74619c95fa3483c9" providerId="LiveId" clId="{46434A16-6657-C249-8D16-DE1750720466}" dt="2020-09-24T15:52:24.323" v="174"/>
          <ac:inkMkLst>
            <pc:docMk/>
            <pc:sldMk cId="1298652483" sldId="292"/>
            <ac:inkMk id="64" creationId="{6B056AB1-2196-BA41-AE65-12F38C4326FA}"/>
          </ac:inkMkLst>
        </pc:inkChg>
        <pc:inkChg chg="add">
          <ac:chgData name="Aggie Menezes" userId="74619c95fa3483c9" providerId="LiveId" clId="{46434A16-6657-C249-8D16-DE1750720466}" dt="2020-09-24T15:52:24.506" v="175"/>
          <ac:inkMkLst>
            <pc:docMk/>
            <pc:sldMk cId="1298652483" sldId="292"/>
            <ac:inkMk id="65" creationId="{91AC3DBB-C4EB-F744-890B-B0CD08DF932D}"/>
          </ac:inkMkLst>
        </pc:inkChg>
        <pc:inkChg chg="add">
          <ac:chgData name="Aggie Menezes" userId="74619c95fa3483c9" providerId="LiveId" clId="{46434A16-6657-C249-8D16-DE1750720466}" dt="2020-09-24T15:52:24.652" v="176"/>
          <ac:inkMkLst>
            <pc:docMk/>
            <pc:sldMk cId="1298652483" sldId="292"/>
            <ac:inkMk id="66" creationId="{ED120939-91A6-1A46-8FF8-74C0A2FF3922}"/>
          </ac:inkMkLst>
        </pc:inkChg>
        <pc:inkChg chg="add">
          <ac:chgData name="Aggie Menezes" userId="74619c95fa3483c9" providerId="LiveId" clId="{46434A16-6657-C249-8D16-DE1750720466}" dt="2020-09-24T15:52:24.810" v="177"/>
          <ac:inkMkLst>
            <pc:docMk/>
            <pc:sldMk cId="1298652483" sldId="292"/>
            <ac:inkMk id="67" creationId="{41D25D53-1331-2B44-A032-075D6B071427}"/>
          </ac:inkMkLst>
        </pc:inkChg>
        <pc:inkChg chg="add">
          <ac:chgData name="Aggie Menezes" userId="74619c95fa3483c9" providerId="LiveId" clId="{46434A16-6657-C249-8D16-DE1750720466}" dt="2020-09-24T15:52:25.299" v="178"/>
          <ac:inkMkLst>
            <pc:docMk/>
            <pc:sldMk cId="1298652483" sldId="292"/>
            <ac:inkMk id="68" creationId="{6FC3A477-CCDC-264E-837C-4A6C5E6DFA14}"/>
          </ac:inkMkLst>
        </pc:inkChg>
        <pc:inkChg chg="add">
          <ac:chgData name="Aggie Menezes" userId="74619c95fa3483c9" providerId="LiveId" clId="{46434A16-6657-C249-8D16-DE1750720466}" dt="2020-09-24T15:52:25.382" v="179"/>
          <ac:inkMkLst>
            <pc:docMk/>
            <pc:sldMk cId="1298652483" sldId="292"/>
            <ac:inkMk id="69" creationId="{B493FD96-18CC-EE44-A3AA-2DACC5B67EE3}"/>
          </ac:inkMkLst>
        </pc:inkChg>
        <pc:inkChg chg="add topLvl">
          <ac:chgData name="Aggie Menezes" userId="74619c95fa3483c9" providerId="LiveId" clId="{46434A16-6657-C249-8D16-DE1750720466}" dt="2020-09-24T15:52:37.090" v="185"/>
          <ac:inkMkLst>
            <pc:docMk/>
            <pc:sldMk cId="1298652483" sldId="292"/>
            <ac:inkMk id="71" creationId="{42440681-BEA7-C44D-9BCF-12214A981082}"/>
          </ac:inkMkLst>
        </pc:inkChg>
        <pc:inkChg chg="add">
          <ac:chgData name="Aggie Menezes" userId="74619c95fa3483c9" providerId="LiveId" clId="{46434A16-6657-C249-8D16-DE1750720466}" dt="2020-09-24T15:52:34.928" v="183"/>
          <ac:inkMkLst>
            <pc:docMk/>
            <pc:sldMk cId="1298652483" sldId="292"/>
            <ac:inkMk id="73" creationId="{E4612E90-7374-5E4D-A0EE-E153B97E7F6E}"/>
          </ac:inkMkLst>
        </pc:inkChg>
        <pc:inkChg chg="add">
          <ac:chgData name="Aggie Menezes" userId="74619c95fa3483c9" providerId="LiveId" clId="{46434A16-6657-C249-8D16-DE1750720466}" dt="2020-09-24T15:52:36.036" v="184"/>
          <ac:inkMkLst>
            <pc:docMk/>
            <pc:sldMk cId="1298652483" sldId="292"/>
            <ac:inkMk id="74" creationId="{5E4894DE-D93A-8046-8AAC-CFBE2533DE9E}"/>
          </ac:inkMkLst>
        </pc:inkChg>
        <pc:inkChg chg="add">
          <ac:chgData name="Aggie Menezes" userId="74619c95fa3483c9" providerId="LiveId" clId="{46434A16-6657-C249-8D16-DE1750720466}" dt="2020-09-24T15:54:43.749" v="234"/>
          <ac:inkMkLst>
            <pc:docMk/>
            <pc:sldMk cId="1298652483" sldId="292"/>
            <ac:inkMk id="76" creationId="{82B14BF6-A4C4-E34D-A5FA-2779918E0B16}"/>
          </ac:inkMkLst>
        </pc:inkChg>
        <pc:inkChg chg="add">
          <ac:chgData name="Aggie Menezes" userId="74619c95fa3483c9" providerId="LiveId" clId="{46434A16-6657-C249-8D16-DE1750720466}" dt="2020-09-24T15:54:44.219" v="235"/>
          <ac:inkMkLst>
            <pc:docMk/>
            <pc:sldMk cId="1298652483" sldId="292"/>
            <ac:inkMk id="77" creationId="{E7914A66-7A4E-BB4C-BCC7-1EC9AAE6480A}"/>
          </ac:inkMkLst>
        </pc:inkChg>
        <pc:inkChg chg="add">
          <ac:chgData name="Aggie Menezes" userId="74619c95fa3483c9" providerId="LiveId" clId="{46434A16-6657-C249-8D16-DE1750720466}" dt="2020-09-24T15:54:44.670" v="236"/>
          <ac:inkMkLst>
            <pc:docMk/>
            <pc:sldMk cId="1298652483" sldId="292"/>
            <ac:inkMk id="78" creationId="{907F667A-A355-474E-A7A1-06691C050550}"/>
          </ac:inkMkLst>
        </pc:inkChg>
        <pc:inkChg chg="add">
          <ac:chgData name="Aggie Menezes" userId="74619c95fa3483c9" providerId="LiveId" clId="{46434A16-6657-C249-8D16-DE1750720466}" dt="2020-09-24T15:54:45.145" v="237"/>
          <ac:inkMkLst>
            <pc:docMk/>
            <pc:sldMk cId="1298652483" sldId="292"/>
            <ac:inkMk id="79" creationId="{588CBC21-795F-2644-BFDD-66ADBF002EEB}"/>
          </ac:inkMkLst>
        </pc:inkChg>
        <pc:inkChg chg="add">
          <ac:chgData name="Aggie Menezes" userId="74619c95fa3483c9" providerId="LiveId" clId="{46434A16-6657-C249-8D16-DE1750720466}" dt="2020-09-24T15:54:46.082" v="238"/>
          <ac:inkMkLst>
            <pc:docMk/>
            <pc:sldMk cId="1298652483" sldId="292"/>
            <ac:inkMk id="80" creationId="{879AE266-7CF4-EC47-A6B6-E6B7E71B1410}"/>
          </ac:inkMkLst>
        </pc:inkChg>
        <pc:inkChg chg="add">
          <ac:chgData name="Aggie Menezes" userId="74619c95fa3483c9" providerId="LiveId" clId="{46434A16-6657-C249-8D16-DE1750720466}" dt="2020-09-24T15:54:46.311" v="239"/>
          <ac:inkMkLst>
            <pc:docMk/>
            <pc:sldMk cId="1298652483" sldId="292"/>
            <ac:inkMk id="81" creationId="{BFB80F2E-BBA8-E247-B723-195A5F61CF2A}"/>
          </ac:inkMkLst>
        </pc:inkChg>
        <pc:inkChg chg="add">
          <ac:chgData name="Aggie Menezes" userId="74619c95fa3483c9" providerId="LiveId" clId="{46434A16-6657-C249-8D16-DE1750720466}" dt="2020-09-24T15:54:46.505" v="240"/>
          <ac:inkMkLst>
            <pc:docMk/>
            <pc:sldMk cId="1298652483" sldId="292"/>
            <ac:inkMk id="82" creationId="{94E6C89F-4D0C-EF4E-80DF-F31EDD2F0594}"/>
          </ac:inkMkLst>
        </pc:inkChg>
        <pc:inkChg chg="add">
          <ac:chgData name="Aggie Menezes" userId="74619c95fa3483c9" providerId="LiveId" clId="{46434A16-6657-C249-8D16-DE1750720466}" dt="2020-09-24T15:54:46.845" v="241"/>
          <ac:inkMkLst>
            <pc:docMk/>
            <pc:sldMk cId="1298652483" sldId="292"/>
            <ac:inkMk id="83" creationId="{57378CD8-1A7B-5548-A861-5D0914C9374C}"/>
          </ac:inkMkLst>
        </pc:inkChg>
        <pc:inkChg chg="add">
          <ac:chgData name="Aggie Menezes" userId="74619c95fa3483c9" providerId="LiveId" clId="{46434A16-6657-C249-8D16-DE1750720466}" dt="2020-09-24T15:54:47.040" v="242"/>
          <ac:inkMkLst>
            <pc:docMk/>
            <pc:sldMk cId="1298652483" sldId="292"/>
            <ac:inkMk id="84" creationId="{DC7CE6BE-DB36-E946-A13F-B0B40DEA788B}"/>
          </ac:inkMkLst>
        </pc:inkChg>
        <pc:inkChg chg="add">
          <ac:chgData name="Aggie Menezes" userId="74619c95fa3483c9" providerId="LiveId" clId="{46434A16-6657-C249-8D16-DE1750720466}" dt="2020-09-24T15:54:48.036" v="243"/>
          <ac:inkMkLst>
            <pc:docMk/>
            <pc:sldMk cId="1298652483" sldId="292"/>
            <ac:inkMk id="85" creationId="{2C1AA72C-7ABC-BA47-836F-FFEB9A70C242}"/>
          </ac:inkMkLst>
        </pc:inkChg>
        <pc:inkChg chg="add">
          <ac:chgData name="Aggie Menezes" userId="74619c95fa3483c9" providerId="LiveId" clId="{46434A16-6657-C249-8D16-DE1750720466}" dt="2020-09-24T15:54:48.798" v="244"/>
          <ac:inkMkLst>
            <pc:docMk/>
            <pc:sldMk cId="1298652483" sldId="292"/>
            <ac:inkMk id="86" creationId="{C1B035DE-0080-2C4C-BDC5-8EBA71735515}"/>
          </ac:inkMkLst>
        </pc:inkChg>
        <pc:inkChg chg="add topLvl">
          <ac:chgData name="Aggie Menezes" userId="74619c95fa3483c9" providerId="LiveId" clId="{46434A16-6657-C249-8D16-DE1750720466}" dt="2020-09-24T15:55:16.241" v="263"/>
          <ac:inkMkLst>
            <pc:docMk/>
            <pc:sldMk cId="1298652483" sldId="292"/>
            <ac:inkMk id="88" creationId="{C1ED819C-A42B-A145-A35C-73B54CBD654B}"/>
          </ac:inkMkLst>
        </pc:inkChg>
        <pc:inkChg chg="add topLvl">
          <ac:chgData name="Aggie Menezes" userId="74619c95fa3483c9" providerId="LiveId" clId="{46434A16-6657-C249-8D16-DE1750720466}" dt="2020-09-24T15:55:16.241" v="263"/>
          <ac:inkMkLst>
            <pc:docMk/>
            <pc:sldMk cId="1298652483" sldId="292"/>
            <ac:inkMk id="89" creationId="{3B95FACC-4BB3-BF45-9FB2-10B2EEAA24DB}"/>
          </ac:inkMkLst>
        </pc:inkChg>
        <pc:inkChg chg="add topLvl">
          <ac:chgData name="Aggie Menezes" userId="74619c95fa3483c9" providerId="LiveId" clId="{46434A16-6657-C249-8D16-DE1750720466}" dt="2020-09-24T15:55:16.241" v="263"/>
          <ac:inkMkLst>
            <pc:docMk/>
            <pc:sldMk cId="1298652483" sldId="292"/>
            <ac:inkMk id="90" creationId="{096FD208-DDA5-E043-A101-62C9792B391F}"/>
          </ac:inkMkLst>
        </pc:inkChg>
        <pc:inkChg chg="add topLvl">
          <ac:chgData name="Aggie Menezes" userId="74619c95fa3483c9" providerId="LiveId" clId="{46434A16-6657-C249-8D16-DE1750720466}" dt="2020-09-24T15:55:16.241" v="263"/>
          <ac:inkMkLst>
            <pc:docMk/>
            <pc:sldMk cId="1298652483" sldId="292"/>
            <ac:inkMk id="91" creationId="{2F67B21E-317B-204D-9FCE-906B6634CB76}"/>
          </ac:inkMkLst>
        </pc:inkChg>
        <pc:inkChg chg="add topLvl">
          <ac:chgData name="Aggie Menezes" userId="74619c95fa3483c9" providerId="LiveId" clId="{46434A16-6657-C249-8D16-DE1750720466}" dt="2020-09-24T15:55:16.241" v="263"/>
          <ac:inkMkLst>
            <pc:docMk/>
            <pc:sldMk cId="1298652483" sldId="292"/>
            <ac:inkMk id="92" creationId="{01438203-3809-5149-818E-CA88D7A3D658}"/>
          </ac:inkMkLst>
        </pc:inkChg>
        <pc:inkChg chg="add topLvl">
          <ac:chgData name="Aggie Menezes" userId="74619c95fa3483c9" providerId="LiveId" clId="{46434A16-6657-C249-8D16-DE1750720466}" dt="2020-09-24T15:55:16.241" v="263"/>
          <ac:inkMkLst>
            <pc:docMk/>
            <pc:sldMk cId="1298652483" sldId="292"/>
            <ac:inkMk id="94" creationId="{DD55EB8A-6351-1749-8FE5-7D65FACD7D87}"/>
          </ac:inkMkLst>
        </pc:inkChg>
        <pc:inkChg chg="add topLvl">
          <ac:chgData name="Aggie Menezes" userId="74619c95fa3483c9" providerId="LiveId" clId="{46434A16-6657-C249-8D16-DE1750720466}" dt="2020-09-24T15:55:16.241" v="263"/>
          <ac:inkMkLst>
            <pc:docMk/>
            <pc:sldMk cId="1298652483" sldId="292"/>
            <ac:inkMk id="95" creationId="{38491315-317F-D049-A4A3-9DDD995D4273}"/>
          </ac:inkMkLst>
        </pc:inkChg>
        <pc:inkChg chg="add">
          <ac:chgData name="Aggie Menezes" userId="74619c95fa3483c9" providerId="LiveId" clId="{46434A16-6657-C249-8D16-DE1750720466}" dt="2020-09-24T15:55:12.971" v="255"/>
          <ac:inkMkLst>
            <pc:docMk/>
            <pc:sldMk cId="1298652483" sldId="292"/>
            <ac:inkMk id="97" creationId="{06CC0EB0-F2D8-774A-AF8A-C402E2F13B8A}"/>
          </ac:inkMkLst>
        </pc:inkChg>
        <pc:inkChg chg="add">
          <ac:chgData name="Aggie Menezes" userId="74619c95fa3483c9" providerId="LiveId" clId="{46434A16-6657-C249-8D16-DE1750720466}" dt="2020-09-24T15:55:13.173" v="256"/>
          <ac:inkMkLst>
            <pc:docMk/>
            <pc:sldMk cId="1298652483" sldId="292"/>
            <ac:inkMk id="98" creationId="{A1CE140A-D64F-2544-B514-CC1CB67713CC}"/>
          </ac:inkMkLst>
        </pc:inkChg>
        <pc:inkChg chg="add">
          <ac:chgData name="Aggie Menezes" userId="74619c95fa3483c9" providerId="LiveId" clId="{46434A16-6657-C249-8D16-DE1750720466}" dt="2020-09-24T15:55:13.741" v="257"/>
          <ac:inkMkLst>
            <pc:docMk/>
            <pc:sldMk cId="1298652483" sldId="292"/>
            <ac:inkMk id="99" creationId="{646E0DF2-E2CB-1F46-A20C-92376AC1FF12}"/>
          </ac:inkMkLst>
        </pc:inkChg>
        <pc:inkChg chg="add">
          <ac:chgData name="Aggie Menezes" userId="74619c95fa3483c9" providerId="LiveId" clId="{46434A16-6657-C249-8D16-DE1750720466}" dt="2020-09-24T15:55:13.948" v="258"/>
          <ac:inkMkLst>
            <pc:docMk/>
            <pc:sldMk cId="1298652483" sldId="292"/>
            <ac:inkMk id="100" creationId="{D38A75A7-CA58-E34E-90E7-C1436AEAC28A}"/>
          </ac:inkMkLst>
        </pc:inkChg>
        <pc:inkChg chg="add">
          <ac:chgData name="Aggie Menezes" userId="74619c95fa3483c9" providerId="LiveId" clId="{46434A16-6657-C249-8D16-DE1750720466}" dt="2020-09-24T15:55:14.132" v="259"/>
          <ac:inkMkLst>
            <pc:docMk/>
            <pc:sldMk cId="1298652483" sldId="292"/>
            <ac:inkMk id="101" creationId="{CD3B5C9F-A61E-E845-A695-015009CEB7F5}"/>
          </ac:inkMkLst>
        </pc:inkChg>
        <pc:inkChg chg="add">
          <ac:chgData name="Aggie Menezes" userId="74619c95fa3483c9" providerId="LiveId" clId="{46434A16-6657-C249-8D16-DE1750720466}" dt="2020-09-24T15:55:14.846" v="260"/>
          <ac:inkMkLst>
            <pc:docMk/>
            <pc:sldMk cId="1298652483" sldId="292"/>
            <ac:inkMk id="102" creationId="{A6F933B9-F507-B24D-BBAE-0E52C973BB20}"/>
          </ac:inkMkLst>
        </pc:inkChg>
        <pc:inkChg chg="add">
          <ac:chgData name="Aggie Menezes" userId="74619c95fa3483c9" providerId="LiveId" clId="{46434A16-6657-C249-8D16-DE1750720466}" dt="2020-09-24T15:55:15.037" v="261"/>
          <ac:inkMkLst>
            <pc:docMk/>
            <pc:sldMk cId="1298652483" sldId="292"/>
            <ac:inkMk id="103" creationId="{85B361E4-5A04-AC43-8790-5FF48BC79E61}"/>
          </ac:inkMkLst>
        </pc:inkChg>
        <pc:inkChg chg="add">
          <ac:chgData name="Aggie Menezes" userId="74619c95fa3483c9" providerId="LiveId" clId="{46434A16-6657-C249-8D16-DE1750720466}" dt="2020-09-24T15:55:15.708" v="262"/>
          <ac:inkMkLst>
            <pc:docMk/>
            <pc:sldMk cId="1298652483" sldId="292"/>
            <ac:inkMk id="104" creationId="{69F4F73E-11F7-A247-A6C5-A2BD45875298}"/>
          </ac:inkMkLst>
        </pc:inkChg>
      </pc:sldChg>
      <pc:sldChg chg="addSp delSp">
        <pc:chgData name="Aggie Menezes" userId="74619c95fa3483c9" providerId="LiveId" clId="{46434A16-6657-C249-8D16-DE1750720466}" dt="2020-10-01T14:53:16.769" v="769"/>
        <pc:sldMkLst>
          <pc:docMk/>
          <pc:sldMk cId="6076760" sldId="293"/>
        </pc:sldMkLst>
        <pc:grpChg chg="add del">
          <ac:chgData name="Aggie Menezes" userId="74619c95fa3483c9" providerId="LiveId" clId="{46434A16-6657-C249-8D16-DE1750720466}" dt="2020-10-01T13:58:30.267" v="284"/>
          <ac:grpSpMkLst>
            <pc:docMk/>
            <pc:sldMk cId="6076760" sldId="293"/>
            <ac:grpSpMk id="8" creationId="{7BAC6A01-79EE-2A49-BF93-BCDD7F20DABD}"/>
          </ac:grpSpMkLst>
        </pc:grpChg>
        <pc:grpChg chg="add del">
          <ac:chgData name="Aggie Menezes" userId="74619c95fa3483c9" providerId="LiveId" clId="{46434A16-6657-C249-8D16-DE1750720466}" dt="2020-10-01T13:58:31.587" v="287"/>
          <ac:grpSpMkLst>
            <pc:docMk/>
            <pc:sldMk cId="6076760" sldId="293"/>
            <ac:grpSpMk id="12" creationId="{0A8B2458-69F3-5E41-ABA5-55AF18250E62}"/>
          </ac:grpSpMkLst>
        </pc:grpChg>
        <pc:grpChg chg="add del">
          <ac:chgData name="Aggie Menezes" userId="74619c95fa3483c9" providerId="LiveId" clId="{46434A16-6657-C249-8D16-DE1750720466}" dt="2020-10-01T13:58:38.001" v="294"/>
          <ac:grpSpMkLst>
            <pc:docMk/>
            <pc:sldMk cId="6076760" sldId="293"/>
            <ac:grpSpMk id="23" creationId="{552C6E91-FF0A-8B40-8E87-10A635F1171A}"/>
          </ac:grpSpMkLst>
        </pc:grpChg>
        <pc:grpChg chg="add del">
          <ac:chgData name="Aggie Menezes" userId="74619c95fa3483c9" providerId="LiveId" clId="{46434A16-6657-C249-8D16-DE1750720466}" dt="2020-10-01T14:10:16.747" v="495" actId="478"/>
          <ac:grpSpMkLst>
            <pc:docMk/>
            <pc:sldMk cId="6076760" sldId="293"/>
            <ac:grpSpMk id="31" creationId="{2E478DE9-8078-D846-80A9-85B9191AF10A}"/>
          </ac:grpSpMkLst>
        </pc:grpChg>
        <pc:grpChg chg="add del">
          <ac:chgData name="Aggie Menezes" userId="74619c95fa3483c9" providerId="LiveId" clId="{46434A16-6657-C249-8D16-DE1750720466}" dt="2020-10-01T13:59:43.033" v="303"/>
          <ac:grpSpMkLst>
            <pc:docMk/>
            <pc:sldMk cId="6076760" sldId="293"/>
            <ac:grpSpMk id="38" creationId="{CC5DA2A5-8F84-3E48-BAA8-EB6699189AC2}"/>
          </ac:grpSpMkLst>
        </pc:grpChg>
        <pc:grpChg chg="add del">
          <ac:chgData name="Aggie Menezes" userId="74619c95fa3483c9" providerId="LiveId" clId="{46434A16-6657-C249-8D16-DE1750720466}" dt="2020-10-01T14:07:15.820" v="475"/>
          <ac:grpSpMkLst>
            <pc:docMk/>
            <pc:sldMk cId="6076760" sldId="293"/>
            <ac:grpSpMk id="42" creationId="{410BD2C1-8DF9-AB47-BDE7-82823C8F9D71}"/>
          </ac:grpSpMkLst>
        </pc:grpChg>
        <pc:grpChg chg="add del">
          <ac:chgData name="Aggie Menezes" userId="74619c95fa3483c9" providerId="LiveId" clId="{46434A16-6657-C249-8D16-DE1750720466}" dt="2020-10-01T14:06:52.995" v="465"/>
          <ac:grpSpMkLst>
            <pc:docMk/>
            <pc:sldMk cId="6076760" sldId="293"/>
            <ac:grpSpMk id="45" creationId="{9AB68436-F1B2-374C-A4DF-DB9360198612}"/>
          </ac:grpSpMkLst>
        </pc:grpChg>
        <pc:grpChg chg="add del">
          <ac:chgData name="Aggie Menezes" userId="74619c95fa3483c9" providerId="LiveId" clId="{46434A16-6657-C249-8D16-DE1750720466}" dt="2020-10-01T13:59:57.910" v="313"/>
          <ac:grpSpMkLst>
            <pc:docMk/>
            <pc:sldMk cId="6076760" sldId="293"/>
            <ac:grpSpMk id="49" creationId="{22891A78-E6D1-E048-8310-DFBFFA167577}"/>
          </ac:grpSpMkLst>
        </pc:grpChg>
        <pc:grpChg chg="add del">
          <ac:chgData name="Aggie Menezes" userId="74619c95fa3483c9" providerId="LiveId" clId="{46434A16-6657-C249-8D16-DE1750720466}" dt="2020-10-01T14:10:07.788" v="491" actId="478"/>
          <ac:grpSpMkLst>
            <pc:docMk/>
            <pc:sldMk cId="6076760" sldId="293"/>
            <ac:grpSpMk id="52" creationId="{2B798D21-0AA7-2E41-87FC-FDE1ED0963CD}"/>
          </ac:grpSpMkLst>
        </pc:grpChg>
        <pc:grpChg chg="add del">
          <ac:chgData name="Aggie Menezes" userId="74619c95fa3483c9" providerId="LiveId" clId="{46434A16-6657-C249-8D16-DE1750720466}" dt="2020-10-01T14:00:13.612" v="322"/>
          <ac:grpSpMkLst>
            <pc:docMk/>
            <pc:sldMk cId="6076760" sldId="293"/>
            <ac:grpSpMk id="57" creationId="{FC4DDAC1-4C55-0F47-8F03-941535A1F6B6}"/>
          </ac:grpSpMkLst>
        </pc:grpChg>
        <pc:grpChg chg="add del">
          <ac:chgData name="Aggie Menezes" userId="74619c95fa3483c9" providerId="LiveId" clId="{46434A16-6657-C249-8D16-DE1750720466}" dt="2020-10-01T14:10:00.380" v="488" actId="478"/>
          <ac:grpSpMkLst>
            <pc:docMk/>
            <pc:sldMk cId="6076760" sldId="293"/>
            <ac:grpSpMk id="61" creationId="{7AE23C1A-6098-0F44-9FFD-6C8914C07A3F}"/>
          </ac:grpSpMkLst>
        </pc:grpChg>
        <pc:grpChg chg="add del">
          <ac:chgData name="Aggie Menezes" userId="74619c95fa3483c9" providerId="LiveId" clId="{46434A16-6657-C249-8D16-DE1750720466}" dt="2020-10-01T14:10:03.012" v="489" actId="478"/>
          <ac:grpSpMkLst>
            <pc:docMk/>
            <pc:sldMk cId="6076760" sldId="293"/>
            <ac:grpSpMk id="65" creationId="{14C07170-01A7-2D43-AA55-3D6C83C01B87}"/>
          </ac:grpSpMkLst>
        </pc:grpChg>
        <pc:grpChg chg="add del">
          <ac:chgData name="Aggie Menezes" userId="74619c95fa3483c9" providerId="LiveId" clId="{46434A16-6657-C249-8D16-DE1750720466}" dt="2020-10-01T14:08:23.637" v="484" actId="478"/>
          <ac:grpSpMkLst>
            <pc:docMk/>
            <pc:sldMk cId="6076760" sldId="293"/>
            <ac:grpSpMk id="68" creationId="{6ADE6038-D2B5-9F4B-85DD-84E213BF52CE}"/>
          </ac:grpSpMkLst>
        </pc:grpChg>
        <pc:grpChg chg="add del">
          <ac:chgData name="Aggie Menezes" userId="74619c95fa3483c9" providerId="LiveId" clId="{46434A16-6657-C249-8D16-DE1750720466}" dt="2020-10-01T14:02:38.339" v="402"/>
          <ac:grpSpMkLst>
            <pc:docMk/>
            <pc:sldMk cId="6076760" sldId="293"/>
            <ac:grpSpMk id="74" creationId="{FA52204B-E080-FF45-B938-67F09678AF59}"/>
          </ac:grpSpMkLst>
        </pc:grpChg>
        <pc:grpChg chg="add del">
          <ac:chgData name="Aggie Menezes" userId="74619c95fa3483c9" providerId="LiveId" clId="{46434A16-6657-C249-8D16-DE1750720466}" dt="2020-10-01T14:00:37.212" v="340"/>
          <ac:grpSpMkLst>
            <pc:docMk/>
            <pc:sldMk cId="6076760" sldId="293"/>
            <ac:grpSpMk id="78" creationId="{CE4067DD-DCA2-C843-84F5-4A7A605E3047}"/>
          </ac:grpSpMkLst>
        </pc:grpChg>
        <pc:grpChg chg="add del">
          <ac:chgData name="Aggie Menezes" userId="74619c95fa3483c9" providerId="LiveId" clId="{46434A16-6657-C249-8D16-DE1750720466}" dt="2020-10-01T14:02:38.339" v="402"/>
          <ac:grpSpMkLst>
            <pc:docMk/>
            <pc:sldMk cId="6076760" sldId="293"/>
            <ac:grpSpMk id="80" creationId="{CA92DB55-F3B8-9B4F-838A-3549BCC3ECC8}"/>
          </ac:grpSpMkLst>
        </pc:grpChg>
        <pc:grpChg chg="add del">
          <ac:chgData name="Aggie Menezes" userId="74619c95fa3483c9" providerId="LiveId" clId="{46434A16-6657-C249-8D16-DE1750720466}" dt="2020-10-01T14:02:38.339" v="402"/>
          <ac:grpSpMkLst>
            <pc:docMk/>
            <pc:sldMk cId="6076760" sldId="293"/>
            <ac:grpSpMk id="86" creationId="{52D97725-9713-1643-876E-7C58FC51D599}"/>
          </ac:grpSpMkLst>
        </pc:grpChg>
        <pc:grpChg chg="add del">
          <ac:chgData name="Aggie Menezes" userId="74619c95fa3483c9" providerId="LiveId" clId="{46434A16-6657-C249-8D16-DE1750720466}" dt="2020-10-01T14:10:14.396" v="494" actId="478"/>
          <ac:grpSpMkLst>
            <pc:docMk/>
            <pc:sldMk cId="6076760" sldId="293"/>
            <ac:grpSpMk id="91" creationId="{A8114BFD-C803-7A40-972A-842D0CCA0119}"/>
          </ac:grpSpMkLst>
        </pc:grpChg>
        <pc:grpChg chg="add del">
          <ac:chgData name="Aggie Menezes" userId="74619c95fa3483c9" providerId="LiveId" clId="{46434A16-6657-C249-8D16-DE1750720466}" dt="2020-10-01T14:02:04.394" v="361"/>
          <ac:grpSpMkLst>
            <pc:docMk/>
            <pc:sldMk cId="6076760" sldId="293"/>
            <ac:grpSpMk id="100" creationId="{932BA294-A047-0C4B-BB91-07BF385426F1}"/>
          </ac:grpSpMkLst>
        </pc:grpChg>
        <pc:grpChg chg="add del">
          <ac:chgData name="Aggie Menezes" userId="74619c95fa3483c9" providerId="LiveId" clId="{46434A16-6657-C249-8D16-DE1750720466}" dt="2020-10-01T14:02:18.651" v="381"/>
          <ac:grpSpMkLst>
            <pc:docMk/>
            <pc:sldMk cId="6076760" sldId="293"/>
            <ac:grpSpMk id="111" creationId="{65EE0901-6FA7-BA4A-B7C6-40400BA0CC67}"/>
          </ac:grpSpMkLst>
        </pc:grpChg>
        <pc:grpChg chg="add del">
          <ac:chgData name="Aggie Menezes" userId="74619c95fa3483c9" providerId="LiveId" clId="{46434A16-6657-C249-8D16-DE1750720466}" dt="2020-10-01T14:02:23.374" v="389"/>
          <ac:grpSpMkLst>
            <pc:docMk/>
            <pc:sldMk cId="6076760" sldId="293"/>
            <ac:grpSpMk id="113" creationId="{8A2EE6E1-0B8B-7D4A-B618-D1455C9970B8}"/>
          </ac:grpSpMkLst>
        </pc:grpChg>
        <pc:grpChg chg="add del">
          <ac:chgData name="Aggie Menezes" userId="74619c95fa3483c9" providerId="LiveId" clId="{46434A16-6657-C249-8D16-DE1750720466}" dt="2020-10-01T14:02:38.339" v="402"/>
          <ac:grpSpMkLst>
            <pc:docMk/>
            <pc:sldMk cId="6076760" sldId="293"/>
            <ac:grpSpMk id="121" creationId="{AC93BE30-B491-F246-8814-AE77CB6AFB5C}"/>
          </ac:grpSpMkLst>
        </pc:grpChg>
        <pc:grpChg chg="add del">
          <ac:chgData name="Aggie Menezes" userId="74619c95fa3483c9" providerId="LiveId" clId="{46434A16-6657-C249-8D16-DE1750720466}" dt="2020-10-01T14:02:58.091" v="410"/>
          <ac:grpSpMkLst>
            <pc:docMk/>
            <pc:sldMk cId="6076760" sldId="293"/>
            <ac:grpSpMk id="134" creationId="{5071FA72-44F1-C249-8216-54B4D5F0725C}"/>
          </ac:grpSpMkLst>
        </pc:grpChg>
        <pc:grpChg chg="add del">
          <ac:chgData name="Aggie Menezes" userId="74619c95fa3483c9" providerId="LiveId" clId="{46434A16-6657-C249-8D16-DE1750720466}" dt="2020-10-01T14:02:59.716" v="413"/>
          <ac:grpSpMkLst>
            <pc:docMk/>
            <pc:sldMk cId="6076760" sldId="293"/>
            <ac:grpSpMk id="142" creationId="{77D78429-8A60-E241-8903-E0B54FD4D2AE}"/>
          </ac:grpSpMkLst>
        </pc:grpChg>
        <pc:grpChg chg="add del">
          <ac:chgData name="Aggie Menezes" userId="74619c95fa3483c9" providerId="LiveId" clId="{46434A16-6657-C249-8D16-DE1750720466}" dt="2020-10-01T14:08:08.850" v="481" actId="478"/>
          <ac:grpSpMkLst>
            <pc:docMk/>
            <pc:sldMk cId="6076760" sldId="293"/>
            <ac:grpSpMk id="145" creationId="{0741CC71-FD1E-4B47-99BF-14CDE4EFCCCF}"/>
          </ac:grpSpMkLst>
        </pc:grpChg>
        <pc:grpChg chg="add del">
          <ac:chgData name="Aggie Menezes" userId="74619c95fa3483c9" providerId="LiveId" clId="{46434A16-6657-C249-8D16-DE1750720466}" dt="2020-10-01T14:03:18.164" v="423"/>
          <ac:grpSpMkLst>
            <pc:docMk/>
            <pc:sldMk cId="6076760" sldId="293"/>
            <ac:grpSpMk id="148" creationId="{956AACC4-6054-874E-9E09-6A5F3B8ED10C}"/>
          </ac:grpSpMkLst>
        </pc:grpChg>
        <pc:grpChg chg="add del">
          <ac:chgData name="Aggie Menezes" userId="74619c95fa3483c9" providerId="LiveId" clId="{46434A16-6657-C249-8D16-DE1750720466}" dt="2020-10-01T14:03:21.651" v="425"/>
          <ac:grpSpMkLst>
            <pc:docMk/>
            <pc:sldMk cId="6076760" sldId="293"/>
            <ac:grpSpMk id="155" creationId="{C62BA1ED-C503-C942-849F-87AF7153047E}"/>
          </ac:grpSpMkLst>
        </pc:grpChg>
        <pc:grpChg chg="add del">
          <ac:chgData name="Aggie Menezes" userId="74619c95fa3483c9" providerId="LiveId" clId="{46434A16-6657-C249-8D16-DE1750720466}" dt="2020-10-01T14:03:22.914" v="427"/>
          <ac:grpSpMkLst>
            <pc:docMk/>
            <pc:sldMk cId="6076760" sldId="293"/>
            <ac:grpSpMk id="157" creationId="{F96AF201-5608-394E-8B44-730A15318D87}"/>
          </ac:grpSpMkLst>
        </pc:grpChg>
        <pc:grpChg chg="add del">
          <ac:chgData name="Aggie Menezes" userId="74619c95fa3483c9" providerId="LiveId" clId="{46434A16-6657-C249-8D16-DE1750720466}" dt="2020-10-01T14:03:43.022" v="434"/>
          <ac:grpSpMkLst>
            <pc:docMk/>
            <pc:sldMk cId="6076760" sldId="293"/>
            <ac:grpSpMk id="159" creationId="{EAC0900E-2809-F444-885F-A06F0776123A}"/>
          </ac:grpSpMkLst>
        </pc:grpChg>
        <pc:grpChg chg="add del">
          <ac:chgData name="Aggie Menezes" userId="74619c95fa3483c9" providerId="LiveId" clId="{46434A16-6657-C249-8D16-DE1750720466}" dt="2020-10-01T14:08:20.609" v="483" actId="478"/>
          <ac:grpSpMkLst>
            <pc:docMk/>
            <pc:sldMk cId="6076760" sldId="293"/>
            <ac:grpSpMk id="166" creationId="{B9A33A14-2CB2-D04E-BB7A-8E0B7448F532}"/>
          </ac:grpSpMkLst>
        </pc:grpChg>
        <pc:grpChg chg="add del">
          <ac:chgData name="Aggie Menezes" userId="74619c95fa3483c9" providerId="LiveId" clId="{46434A16-6657-C249-8D16-DE1750720466}" dt="2020-10-01T14:05:50.357" v="442"/>
          <ac:grpSpMkLst>
            <pc:docMk/>
            <pc:sldMk cId="6076760" sldId="293"/>
            <ac:grpSpMk id="169" creationId="{75934BAB-64BD-644F-9E92-D704F1A023E1}"/>
          </ac:grpSpMkLst>
        </pc:grpChg>
        <pc:grpChg chg="add del">
          <ac:chgData name="Aggie Menezes" userId="74619c95fa3483c9" providerId="LiveId" clId="{46434A16-6657-C249-8D16-DE1750720466}" dt="2020-10-01T14:07:37.254" v="479" actId="478"/>
          <ac:grpSpMkLst>
            <pc:docMk/>
            <pc:sldMk cId="6076760" sldId="293"/>
            <ac:grpSpMk id="174" creationId="{06F1F516-5EAE-3E4B-9E81-CF336CD29D9D}"/>
          </ac:grpSpMkLst>
        </pc:grpChg>
        <pc:grpChg chg="add del">
          <ac:chgData name="Aggie Menezes" userId="74619c95fa3483c9" providerId="LiveId" clId="{46434A16-6657-C249-8D16-DE1750720466}" dt="2020-10-01T14:07:28.732" v="476" actId="478"/>
          <ac:grpSpMkLst>
            <pc:docMk/>
            <pc:sldMk cId="6076760" sldId="293"/>
            <ac:grpSpMk id="175" creationId="{E722D77F-C424-9A4B-A5A3-E92E82F74A2F}"/>
          </ac:grpSpMkLst>
        </pc:grpChg>
        <pc:grpChg chg="add del">
          <ac:chgData name="Aggie Menezes" userId="74619c95fa3483c9" providerId="LiveId" clId="{46434A16-6657-C249-8D16-DE1750720466}" dt="2020-10-01T14:07:31.404" v="477" actId="478"/>
          <ac:grpSpMkLst>
            <pc:docMk/>
            <pc:sldMk cId="6076760" sldId="293"/>
            <ac:grpSpMk id="179" creationId="{A534D7F9-C757-3040-B928-EAEA3D146E1C}"/>
          </ac:grpSpMkLst>
        </pc:grpChg>
        <pc:grpChg chg="add del">
          <ac:chgData name="Aggie Menezes" userId="74619c95fa3483c9" providerId="LiveId" clId="{46434A16-6657-C249-8D16-DE1750720466}" dt="2020-10-01T14:06:56.930" v="473"/>
          <ac:grpSpMkLst>
            <pc:docMk/>
            <pc:sldMk cId="6076760" sldId="293"/>
            <ac:grpSpMk id="198" creationId="{D5CA70E2-707A-5C4C-A0A2-F53B73162079}"/>
          </ac:grpSpMkLst>
        </pc:grpChg>
        <pc:grpChg chg="add del">
          <ac:chgData name="Aggie Menezes" userId="74619c95fa3483c9" providerId="LiveId" clId="{46434A16-6657-C249-8D16-DE1750720466}" dt="2020-10-01T14:07:15.820" v="475"/>
          <ac:grpSpMkLst>
            <pc:docMk/>
            <pc:sldMk cId="6076760" sldId="293"/>
            <ac:grpSpMk id="206" creationId="{0B588613-127B-8144-8D06-C63254CF5A2E}"/>
          </ac:grpSpMkLst>
        </pc:grpChg>
        <pc:grpChg chg="add del">
          <ac:chgData name="Aggie Menezes" userId="74619c95fa3483c9" providerId="LiveId" clId="{46434A16-6657-C249-8D16-DE1750720466}" dt="2020-10-01T14:07:45.574" v="480" actId="478"/>
          <ac:grpSpMkLst>
            <pc:docMk/>
            <pc:sldMk cId="6076760" sldId="293"/>
            <ac:grpSpMk id="208" creationId="{F4758C4D-403E-384F-8222-922A1A57978B}"/>
          </ac:grpSpMkLst>
        </pc:grpChg>
        <pc:grpChg chg="add">
          <ac:chgData name="Aggie Menezes" userId="74619c95fa3483c9" providerId="LiveId" clId="{46434A16-6657-C249-8D16-DE1750720466}" dt="2020-10-01T14:52:34.817" v="760"/>
          <ac:grpSpMkLst>
            <pc:docMk/>
            <pc:sldMk cId="6076760" sldId="293"/>
            <ac:grpSpMk id="215" creationId="{7403FCFF-1DEF-5844-AC98-AB67213D17C4}"/>
          </ac:grpSpMkLst>
        </pc:grpChg>
        <pc:grpChg chg="add del">
          <ac:chgData name="Aggie Menezes" userId="74619c95fa3483c9" providerId="LiveId" clId="{46434A16-6657-C249-8D16-DE1750720466}" dt="2020-10-01T14:53:12.977" v="766"/>
          <ac:grpSpMkLst>
            <pc:docMk/>
            <pc:sldMk cId="6076760" sldId="293"/>
            <ac:grpSpMk id="218" creationId="{B4D4C88A-62E2-D148-8E81-B7F7CCDE77B0}"/>
          </ac:grpSpMkLst>
        </pc:grpChg>
        <pc:grpChg chg="add del">
          <ac:chgData name="Aggie Menezes" userId="74619c95fa3483c9" providerId="LiveId" clId="{46434A16-6657-C249-8D16-DE1750720466}" dt="2020-10-01T14:53:16.769" v="769"/>
          <ac:grpSpMkLst>
            <pc:docMk/>
            <pc:sldMk cId="6076760" sldId="293"/>
            <ac:grpSpMk id="221" creationId="{9B04C9C3-C0FC-E949-A7A1-0EA6F23A06C1}"/>
          </ac:grpSpMkLst>
        </pc:grpChg>
        <pc:grpChg chg="add">
          <ac:chgData name="Aggie Menezes" userId="74619c95fa3483c9" providerId="LiveId" clId="{46434A16-6657-C249-8D16-DE1750720466}" dt="2020-10-01T14:53:16.769" v="769"/>
          <ac:grpSpMkLst>
            <pc:docMk/>
            <pc:sldMk cId="6076760" sldId="293"/>
            <ac:grpSpMk id="224" creationId="{9E0FF0C0-2EB2-DD43-86B7-7A177B5C83CD}"/>
          </ac:grpSpMkLst>
        </pc:grpChg>
        <pc:inkChg chg="add del topLvl">
          <ac:chgData name="Aggie Menezes" userId="74619c95fa3483c9" providerId="LiveId" clId="{46434A16-6657-C249-8D16-DE1750720466}" dt="2020-10-01T13:58:31.867" v="288"/>
          <ac:inkMkLst>
            <pc:docMk/>
            <pc:sldMk cId="6076760" sldId="293"/>
            <ac:inkMk id="4" creationId="{5D1D858F-499B-EF46-A46E-CBC120AC5AB3}"/>
          </ac:inkMkLst>
        </pc:inkChg>
        <pc:inkChg chg="add del topLvl">
          <ac:chgData name="Aggie Menezes" userId="74619c95fa3483c9" providerId="LiveId" clId="{46434A16-6657-C249-8D16-DE1750720466}" dt="2020-10-01T13:58:31.587" v="287"/>
          <ac:inkMkLst>
            <pc:docMk/>
            <pc:sldMk cId="6076760" sldId="293"/>
            <ac:inkMk id="5" creationId="{43978B0F-4416-1E4F-B116-50EFC4F5D181}"/>
          </ac:inkMkLst>
        </pc:inkChg>
        <pc:inkChg chg="add del">
          <ac:chgData name="Aggie Menezes" userId="74619c95fa3483c9" providerId="LiveId" clId="{46434A16-6657-C249-8D16-DE1750720466}" dt="2020-10-01T13:58:31.579" v="285"/>
          <ac:inkMkLst>
            <pc:docMk/>
            <pc:sldMk cId="6076760" sldId="293"/>
            <ac:inkMk id="9" creationId="{DD56A890-2114-7344-8F6F-1B1E078BA46B}"/>
          </ac:inkMkLst>
        </pc:inkChg>
        <pc:inkChg chg="add del">
          <ac:chgData name="Aggie Menezes" userId="74619c95fa3483c9" providerId="LiveId" clId="{46434A16-6657-C249-8D16-DE1750720466}" dt="2020-10-01T13:58:31.583" v="286"/>
          <ac:inkMkLst>
            <pc:docMk/>
            <pc:sldMk cId="6076760" sldId="293"/>
            <ac:inkMk id="10" creationId="{AFC1467D-FDEF-004A-874D-307F46779376}"/>
          </ac:inkMkLst>
        </pc:inkChg>
        <pc:inkChg chg="add topLvl">
          <ac:chgData name="Aggie Menezes" userId="74619c95fa3483c9" providerId="LiveId" clId="{46434A16-6657-C249-8D16-DE1750720466}" dt="2020-10-01T13:58:38.001" v="294"/>
          <ac:inkMkLst>
            <pc:docMk/>
            <pc:sldMk cId="6076760" sldId="293"/>
            <ac:inkMk id="13" creationId="{F4543DB7-92EB-1040-83EF-7FC723D221E5}"/>
          </ac:inkMkLst>
        </pc:inkChg>
        <pc:inkChg chg="add topLvl">
          <ac:chgData name="Aggie Menezes" userId="74619c95fa3483c9" providerId="LiveId" clId="{46434A16-6657-C249-8D16-DE1750720466}" dt="2020-10-01T13:58:38.001" v="294"/>
          <ac:inkMkLst>
            <pc:docMk/>
            <pc:sldMk cId="6076760" sldId="293"/>
            <ac:inkMk id="20" creationId="{A5ED1934-75FD-2D45-85D6-173067191CB4}"/>
          </ac:inkMkLst>
        </pc:inkChg>
        <pc:inkChg chg="add topLvl">
          <ac:chgData name="Aggie Menezes" userId="74619c95fa3483c9" providerId="LiveId" clId="{46434A16-6657-C249-8D16-DE1750720466}" dt="2020-10-01T13:58:38.001" v="294"/>
          <ac:inkMkLst>
            <pc:docMk/>
            <pc:sldMk cId="6076760" sldId="293"/>
            <ac:inkMk id="21" creationId="{AEE07478-6984-4A42-BF98-A9C688C0753A}"/>
          </ac:inkMkLst>
        </pc:inkChg>
        <pc:inkChg chg="add">
          <ac:chgData name="Aggie Menezes" userId="74619c95fa3483c9" providerId="LiveId" clId="{46434A16-6657-C249-8D16-DE1750720466}" dt="2020-10-01T13:58:37.469" v="293"/>
          <ac:inkMkLst>
            <pc:docMk/>
            <pc:sldMk cId="6076760" sldId="293"/>
            <ac:inkMk id="30" creationId="{8E51E2B5-7616-1446-A1AF-1CB7555A614A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32" creationId="{88667677-E13C-BB4C-A74D-F8369EB0E051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35" creationId="{FBA59A25-1F91-B347-9E78-8A7D64511AB6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36" creationId="{886E2559-C326-3847-A2AD-487B07F0BD33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37" creationId="{8354DA70-D8D5-344B-848A-175CEDA7679C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39" creationId="{30B95549-3E42-BC46-A15E-8A198B61D5BD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40" creationId="{E72FB198-E920-E54A-8292-DD8551737842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41" creationId="{CCD7171D-CCA2-8B4C-AE1E-D90D3AA31E12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43" creationId="{19E66BD2-7E16-DF47-86BF-81FBA493061D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44" creationId="{7B5A4779-F1C0-E047-BFBD-98E1ABBF4320}"/>
          </ac:inkMkLst>
        </pc:inkChg>
        <pc:inkChg chg="add topLvl">
          <ac:chgData name="Aggie Menezes" userId="74619c95fa3483c9" providerId="LiveId" clId="{46434A16-6657-C249-8D16-DE1750720466}" dt="2020-10-01T13:59:57.910" v="313"/>
          <ac:inkMkLst>
            <pc:docMk/>
            <pc:sldMk cId="6076760" sldId="293"/>
            <ac:inkMk id="46" creationId="{3B31F04E-7AAB-B34E-AD8D-0C7E56A1CA9D}"/>
          </ac:inkMkLst>
        </pc:inkChg>
        <pc:inkChg chg="add topLvl">
          <ac:chgData name="Aggie Menezes" userId="74619c95fa3483c9" providerId="LiveId" clId="{46434A16-6657-C249-8D16-DE1750720466}" dt="2020-10-01T13:59:57.910" v="313"/>
          <ac:inkMkLst>
            <pc:docMk/>
            <pc:sldMk cId="6076760" sldId="293"/>
            <ac:inkMk id="47" creationId="{AFADB300-4E39-BF44-A54A-6653CCBE3F49}"/>
          </ac:inkMkLst>
        </pc:inkChg>
        <pc:inkChg chg="add topLvl">
          <ac:chgData name="Aggie Menezes" userId="74619c95fa3483c9" providerId="LiveId" clId="{46434A16-6657-C249-8D16-DE1750720466}" dt="2020-10-01T13:59:57.910" v="313"/>
          <ac:inkMkLst>
            <pc:docMk/>
            <pc:sldMk cId="6076760" sldId="293"/>
            <ac:inkMk id="48" creationId="{AFB87FAC-17BD-9E49-816A-876EC9628793}"/>
          </ac:inkMkLst>
        </pc:inkChg>
        <pc:inkChg chg="add">
          <ac:chgData name="Aggie Menezes" userId="74619c95fa3483c9" providerId="LiveId" clId="{46434A16-6657-C249-8D16-DE1750720466}" dt="2020-10-01T13:59:56.836" v="311"/>
          <ac:inkMkLst>
            <pc:docMk/>
            <pc:sldMk cId="6076760" sldId="293"/>
            <ac:inkMk id="50" creationId="{9E1276C6-B638-0D4D-8F31-52CF1CBBC271}"/>
          </ac:inkMkLst>
        </pc:inkChg>
        <pc:inkChg chg="add">
          <ac:chgData name="Aggie Menezes" userId="74619c95fa3483c9" providerId="LiveId" clId="{46434A16-6657-C249-8D16-DE1750720466}" dt="2020-10-01T13:59:57.204" v="312"/>
          <ac:inkMkLst>
            <pc:docMk/>
            <pc:sldMk cId="6076760" sldId="293"/>
            <ac:inkMk id="51" creationId="{FCC80F9A-A141-9C4E-B598-CC59B20070B0}"/>
          </ac:inkMkLst>
        </pc:inkChg>
        <pc:inkChg chg="add del">
          <ac:chgData name="Aggie Menezes" userId="74619c95fa3483c9" providerId="LiveId" clId="{46434A16-6657-C249-8D16-DE1750720466}" dt="2020-10-01T14:10:05.429" v="490" actId="478"/>
          <ac:inkMkLst>
            <pc:docMk/>
            <pc:sldMk cId="6076760" sldId="293"/>
            <ac:inkMk id="53" creationId="{AF7D6068-87FF-1545-AAE4-FE820027D444}"/>
          </ac:inkMkLst>
        </pc:inkChg>
        <pc:inkChg chg="add topLvl">
          <ac:chgData name="Aggie Menezes" userId="74619c95fa3483c9" providerId="LiveId" clId="{46434A16-6657-C249-8D16-DE1750720466}" dt="2020-10-01T14:00:13.612" v="322"/>
          <ac:inkMkLst>
            <pc:docMk/>
            <pc:sldMk cId="6076760" sldId="293"/>
            <ac:inkMk id="54" creationId="{A4E467DF-323A-054D-9D5E-7E515DA3B4D3}"/>
          </ac:inkMkLst>
        </pc:inkChg>
        <pc:inkChg chg="add topLvl">
          <ac:chgData name="Aggie Menezes" userId="74619c95fa3483c9" providerId="LiveId" clId="{46434A16-6657-C249-8D16-DE1750720466}" dt="2020-10-01T14:00:13.612" v="322"/>
          <ac:inkMkLst>
            <pc:docMk/>
            <pc:sldMk cId="6076760" sldId="293"/>
            <ac:inkMk id="55" creationId="{CEC921F7-B6B0-A44A-95DF-53D4D4F1CAB0}"/>
          </ac:inkMkLst>
        </pc:inkChg>
        <pc:inkChg chg="add topLvl">
          <ac:chgData name="Aggie Menezes" userId="74619c95fa3483c9" providerId="LiveId" clId="{46434A16-6657-C249-8D16-DE1750720466}" dt="2020-10-01T14:00:13.612" v="322"/>
          <ac:inkMkLst>
            <pc:docMk/>
            <pc:sldMk cId="6076760" sldId="293"/>
            <ac:inkMk id="56" creationId="{67ED55D3-8F96-4640-9FA2-777F7266391A}"/>
          </ac:inkMkLst>
        </pc:inkChg>
        <pc:inkChg chg="add">
          <ac:chgData name="Aggie Menezes" userId="74619c95fa3483c9" providerId="LiveId" clId="{46434A16-6657-C249-8D16-DE1750720466}" dt="2020-10-01T14:00:11.435" v="319"/>
          <ac:inkMkLst>
            <pc:docMk/>
            <pc:sldMk cId="6076760" sldId="293"/>
            <ac:inkMk id="58" creationId="{7F1FCE52-BA7B-DB45-AA7E-17F06D04CCCD}"/>
          </ac:inkMkLst>
        </pc:inkChg>
        <pc:inkChg chg="add">
          <ac:chgData name="Aggie Menezes" userId="74619c95fa3483c9" providerId="LiveId" clId="{46434A16-6657-C249-8D16-DE1750720466}" dt="2020-10-01T14:00:11.998" v="320"/>
          <ac:inkMkLst>
            <pc:docMk/>
            <pc:sldMk cId="6076760" sldId="293"/>
            <ac:inkMk id="59" creationId="{9AF4680F-DDF7-CB4F-AA85-4FF48E8A6FC4}"/>
          </ac:inkMkLst>
        </pc:inkChg>
        <pc:inkChg chg="add">
          <ac:chgData name="Aggie Menezes" userId="74619c95fa3483c9" providerId="LiveId" clId="{46434A16-6657-C249-8D16-DE1750720466}" dt="2020-10-01T14:00:12.907" v="321"/>
          <ac:inkMkLst>
            <pc:docMk/>
            <pc:sldMk cId="6076760" sldId="293"/>
            <ac:inkMk id="60" creationId="{D77019D6-385D-F242-826D-CBBD16BF9139}"/>
          </ac:inkMkLst>
        </pc:inkChg>
        <pc:inkChg chg="add">
          <ac:chgData name="Aggie Menezes" userId="74619c95fa3483c9" providerId="LiveId" clId="{46434A16-6657-C249-8D16-DE1750720466}" dt="2020-10-01T14:00:13.808" v="323"/>
          <ac:inkMkLst>
            <pc:docMk/>
            <pc:sldMk cId="6076760" sldId="293"/>
            <ac:inkMk id="62" creationId="{389475B6-220B-7C4B-B01E-6638B6A81B3F}"/>
          </ac:inkMkLst>
        </pc:inkChg>
        <pc:inkChg chg="add">
          <ac:chgData name="Aggie Menezes" userId="74619c95fa3483c9" providerId="LiveId" clId="{46434A16-6657-C249-8D16-DE1750720466}" dt="2020-10-01T14:00:13.977" v="324"/>
          <ac:inkMkLst>
            <pc:docMk/>
            <pc:sldMk cId="6076760" sldId="293"/>
            <ac:inkMk id="64" creationId="{D5FABBC2-6960-D84C-9B0E-A0629F25E933}"/>
          </ac:inkMkLst>
        </pc:inkChg>
        <pc:inkChg chg="add">
          <ac:chgData name="Aggie Menezes" userId="74619c95fa3483c9" providerId="LiveId" clId="{46434A16-6657-C249-8D16-DE1750720466}" dt="2020-10-01T14:00:17.491" v="326"/>
          <ac:inkMkLst>
            <pc:docMk/>
            <pc:sldMk cId="6076760" sldId="293"/>
            <ac:inkMk id="66" creationId="{668DF9AE-B121-3948-B482-C73CC8C23F63}"/>
          </ac:inkMkLst>
        </pc:inkChg>
        <pc:inkChg chg="add">
          <ac:chgData name="Aggie Menezes" userId="74619c95fa3483c9" providerId="LiveId" clId="{46434A16-6657-C249-8D16-DE1750720466}" dt="2020-10-01T14:00:18.607" v="327"/>
          <ac:inkMkLst>
            <pc:docMk/>
            <pc:sldMk cId="6076760" sldId="293"/>
            <ac:inkMk id="67" creationId="{66FA5CEF-7A58-0345-AC22-8C5DBF95C177}"/>
          </ac:inkMkLst>
        </pc:inkChg>
        <pc:inkChg chg="add del">
          <ac:chgData name="Aggie Menezes" userId="74619c95fa3483c9" providerId="LiveId" clId="{46434A16-6657-C249-8D16-DE1750720466}" dt="2020-10-01T14:08:32.788" v="485" actId="478"/>
          <ac:inkMkLst>
            <pc:docMk/>
            <pc:sldMk cId="6076760" sldId="293"/>
            <ac:inkMk id="69" creationId="{9A6E1A36-8277-FE46-BEFF-36A7B6E4B07C}"/>
          </ac:inkMkLst>
        </pc:inkChg>
        <pc:inkChg chg="add del">
          <ac:chgData name="Aggie Menezes" userId="74619c95fa3483c9" providerId="LiveId" clId="{46434A16-6657-C249-8D16-DE1750720466}" dt="2020-10-01T14:08:35.186" v="486" actId="478"/>
          <ac:inkMkLst>
            <pc:docMk/>
            <pc:sldMk cId="6076760" sldId="293"/>
            <ac:inkMk id="70" creationId="{4C929001-F239-DE4B-9B4C-4094DAD3049F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71" creationId="{C36066CF-CDF9-CD4D-9C46-B93068199941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72" creationId="{1B75C995-50D9-994F-BE41-C60918F507BE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73" creationId="{EB05E379-7B42-8843-B7DA-31335A90393B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75" creationId="{A0A008C4-6FED-A240-B262-278ECE404646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76" creationId="{7CD0C875-FC94-7241-81FB-62C1DEFD7669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77" creationId="{15FE044F-8A8A-8541-A583-438F54734D15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79" creationId="{52FD567D-6110-D04F-8D4E-45F1259D913C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81" creationId="{702E7B24-3A06-EC4E-BF2E-2C45F2CE8259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82" creationId="{35BAE6E4-22B6-6349-BEC4-E0641C4E5127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83" creationId="{DE55CB67-63A3-8841-A2A6-C5CC18643FF3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84" creationId="{7A6D3DDE-D726-014B-BC82-A3EB60662AB9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85" creationId="{2DB9CB3F-B1DC-2941-94F0-9A3B1EC99EE3}"/>
          </ac:inkMkLst>
        </pc:inkChg>
        <pc:inkChg chg="add">
          <ac:chgData name="Aggie Menezes" userId="74619c95fa3483c9" providerId="LiveId" clId="{46434A16-6657-C249-8D16-DE1750720466}" dt="2020-10-01T14:01:26.737" v="347"/>
          <ac:inkMkLst>
            <pc:docMk/>
            <pc:sldMk cId="6076760" sldId="293"/>
            <ac:inkMk id="87" creationId="{3F719BC9-A83A-5649-9B63-547E31044673}"/>
          </ac:inkMkLst>
        </pc:inkChg>
        <pc:inkChg chg="add">
          <ac:chgData name="Aggie Menezes" userId="74619c95fa3483c9" providerId="LiveId" clId="{46434A16-6657-C249-8D16-DE1750720466}" dt="2020-10-01T14:01:26.903" v="348"/>
          <ac:inkMkLst>
            <pc:docMk/>
            <pc:sldMk cId="6076760" sldId="293"/>
            <ac:inkMk id="88" creationId="{24A37E83-D24B-0E47-9C9C-379F4F66181A}"/>
          </ac:inkMkLst>
        </pc:inkChg>
        <pc:inkChg chg="add del">
          <ac:chgData name="Aggie Menezes" userId="74619c95fa3483c9" providerId="LiveId" clId="{46434A16-6657-C249-8D16-DE1750720466}" dt="2020-10-01T14:10:12.338" v="493" actId="478"/>
          <ac:inkMkLst>
            <pc:docMk/>
            <pc:sldMk cId="6076760" sldId="293"/>
            <ac:inkMk id="89" creationId="{6B2867BC-64CB-8641-A1EC-D6DEAB6CD0F6}"/>
          </ac:inkMkLst>
        </pc:inkChg>
        <pc:inkChg chg="add del">
          <ac:chgData name="Aggie Menezes" userId="74619c95fa3483c9" providerId="LiveId" clId="{46434A16-6657-C249-8D16-DE1750720466}" dt="2020-10-01T14:10:10.238" v="492" actId="478"/>
          <ac:inkMkLst>
            <pc:docMk/>
            <pc:sldMk cId="6076760" sldId="293"/>
            <ac:inkMk id="90" creationId="{763599F3-3C1F-5442-B802-A3AE514E1D61}"/>
          </ac:inkMkLst>
        </pc:inkChg>
        <pc:inkChg chg="add del">
          <ac:chgData name="Aggie Menezes" userId="74619c95fa3483c9" providerId="LiveId" clId="{46434A16-6657-C249-8D16-DE1750720466}" dt="2020-10-01T14:02:05.938" v="366"/>
          <ac:inkMkLst>
            <pc:docMk/>
            <pc:sldMk cId="6076760" sldId="293"/>
            <ac:inkMk id="92" creationId="{E8020E47-940E-9F4F-A150-6FDEDE5A4A03}"/>
          </ac:inkMkLst>
        </pc:inkChg>
        <pc:inkChg chg="add del">
          <ac:chgData name="Aggie Menezes" userId="74619c95fa3483c9" providerId="LiveId" clId="{46434A16-6657-C249-8D16-DE1750720466}" dt="2020-10-01T14:02:05.488" v="363"/>
          <ac:inkMkLst>
            <pc:docMk/>
            <pc:sldMk cId="6076760" sldId="293"/>
            <ac:inkMk id="93" creationId="{4B5B534A-617A-1A4C-BAEA-733CA12C51F2}"/>
          </ac:inkMkLst>
        </pc:inkChg>
        <pc:inkChg chg="add del">
          <ac:chgData name="Aggie Menezes" userId="74619c95fa3483c9" providerId="LiveId" clId="{46434A16-6657-C249-8D16-DE1750720466}" dt="2020-10-01T14:02:06.418" v="367"/>
          <ac:inkMkLst>
            <pc:docMk/>
            <pc:sldMk cId="6076760" sldId="293"/>
            <ac:inkMk id="94" creationId="{78D3A2A5-22CD-F742-92BC-AAF5DAD984F9}"/>
          </ac:inkMkLst>
        </pc:inkChg>
        <pc:inkChg chg="add del topLvl">
          <ac:chgData name="Aggie Menezes" userId="74619c95fa3483c9" providerId="LiveId" clId="{46434A16-6657-C249-8D16-DE1750720466}" dt="2020-10-01T14:02:04.394" v="361"/>
          <ac:inkMkLst>
            <pc:docMk/>
            <pc:sldMk cId="6076760" sldId="293"/>
            <ac:inkMk id="95" creationId="{445B0658-7B64-7D47-8039-775CB385F184}"/>
          </ac:inkMkLst>
        </pc:inkChg>
        <pc:inkChg chg="add del topLvl">
          <ac:chgData name="Aggie Menezes" userId="74619c95fa3483c9" providerId="LiveId" clId="{46434A16-6657-C249-8D16-DE1750720466}" dt="2020-10-01T14:02:04.396" v="362"/>
          <ac:inkMkLst>
            <pc:docMk/>
            <pc:sldMk cId="6076760" sldId="293"/>
            <ac:inkMk id="96" creationId="{CC040692-F237-A746-BAF6-F919D02F3A6D}"/>
          </ac:inkMkLst>
        </pc:inkChg>
        <pc:inkChg chg="add del">
          <ac:chgData name="Aggie Menezes" userId="74619c95fa3483c9" providerId="LiveId" clId="{46434A16-6657-C249-8D16-DE1750720466}" dt="2020-10-01T14:02:05.935" v="365"/>
          <ac:inkMkLst>
            <pc:docMk/>
            <pc:sldMk cId="6076760" sldId="293"/>
            <ac:inkMk id="97" creationId="{5A7EB64C-3246-B943-A8FC-EF4072F117BD}"/>
          </ac:inkMkLst>
        </pc:inkChg>
        <pc:inkChg chg="add del">
          <ac:chgData name="Aggie Menezes" userId="74619c95fa3483c9" providerId="LiveId" clId="{46434A16-6657-C249-8D16-DE1750720466}" dt="2020-10-01T14:02:05.491" v="364"/>
          <ac:inkMkLst>
            <pc:docMk/>
            <pc:sldMk cId="6076760" sldId="293"/>
            <ac:inkMk id="98" creationId="{8A7C6AC8-97A5-6C47-9BD0-78B44FB6FC88}"/>
          </ac:inkMkLst>
        </pc:inkChg>
        <pc:inkChg chg="add del">
          <ac:chgData name="Aggie Menezes" userId="74619c95fa3483c9" providerId="LiveId" clId="{46434A16-6657-C249-8D16-DE1750720466}" dt="2020-10-01T14:02:06.421" v="368"/>
          <ac:inkMkLst>
            <pc:docMk/>
            <pc:sldMk cId="6076760" sldId="293"/>
            <ac:inkMk id="99" creationId="{48B9B276-7EF0-094C-8715-042A94431DA7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01" creationId="{195AAE9F-9A6D-E747-A87F-A8A14EA1009B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02" creationId="{6AA38374-C1DF-FF4E-8EE7-3CDEFB38E03D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03" creationId="{BB786EC6-650B-E948-84AE-51F2261B2E25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04" creationId="{6A8A4521-C6E0-4548-8AB8-BE140ABF8275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05" creationId="{35A9E08B-24F3-CB4B-A44E-4A8481E89AC8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06" creationId="{9A50FA58-B524-664F-B1B0-CF23B82D88FD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07" creationId="{4C15A1AC-4178-234E-944A-EB38BABE58AF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08" creationId="{D75BABD9-7711-194E-A00B-6708AADF0B2B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09" creationId="{DFC787BE-593B-5E4D-B656-9E3DBE69D4CF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10" creationId="{7C1D8EA6-B3A0-0242-9E47-8D96FF37E518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12" creationId="{1A1829CC-7FE3-664C-9393-C5B35E62653F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14" creationId="{AD33AF69-A3F6-124D-BF2A-0BB6AC1D8521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15" creationId="{3BDCCB0A-F103-FA46-B257-12297913BFEF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16" creationId="{B8E69DBF-FC9D-A847-8B2C-5C068A060B12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17" creationId="{44571526-38EB-ED42-9D9F-0CAD4486FA8F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18" creationId="{D4D54D05-008B-7440-9485-DD7F3403C8BA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19" creationId="{247CE429-328C-CD45-AA00-516243B33A70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20" creationId="{8CEB4EEF-42C2-5244-920F-7CA9FA715C24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22" creationId="{44A47F3F-6FD8-D14C-97AE-FCB94C363951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23" creationId="{852F4623-17E4-EC4B-856B-FCC3F398CA47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24" creationId="{0D6754C3-B753-5548-A681-44BC872609F5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25" creationId="{990712A2-C5AF-4B49-8EAC-C9177E4FB88C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26" creationId="{2FF4DD7E-9F16-694C-8EE3-0FF5868E33EE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27" creationId="{5876CE68-022E-F947-9A93-C75D2D02DEDA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28" creationId="{6FF67A5F-A2DA-C24C-9F58-F9C872E20B40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29" creationId="{09E83454-70FC-E443-89EB-1015B924CDF3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30" creationId="{ECCCD64C-861C-9A49-A08B-517C0E97131C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31" creationId="{C5730DCF-86AE-C242-97C2-6090F353B06C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32" creationId="{988D2783-CAFF-184D-AF01-82E0D3889AE5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33" creationId="{AE4E5D3E-9F2B-B443-8C4C-5B39AEE9F5EB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35" creationId="{95D87A2F-8317-AB4C-BADC-DFA354B7181F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36" creationId="{55B6692C-FC68-6B48-824E-341387FF23E2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37" creationId="{A4A43E3E-C9DD-9542-9424-499F1C05EB06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38" creationId="{888FDED5-7B3F-EE4A-9F56-65EF2060CB9C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39" creationId="{9A8A4DA2-CEE7-CB4E-9469-7D845C6F850C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40" creationId="{19A03BA3-D4EB-CD44-8088-1474125EA50D}"/>
          </ac:inkMkLst>
        </pc:inkChg>
        <pc:inkChg chg="add topLvl">
          <ac:chgData name="Aggie Menezes" userId="74619c95fa3483c9" providerId="LiveId" clId="{46434A16-6657-C249-8D16-DE1750720466}" dt="2020-10-01T14:02:59.716" v="413"/>
          <ac:inkMkLst>
            <pc:docMk/>
            <pc:sldMk cId="6076760" sldId="293"/>
            <ac:inkMk id="141" creationId="{88183DA5-DAB0-7A49-B145-3353A2F6CBA5}"/>
          </ac:inkMkLst>
        </pc:inkChg>
        <pc:inkChg chg="add">
          <ac:chgData name="Aggie Menezes" userId="74619c95fa3483c9" providerId="LiveId" clId="{46434A16-6657-C249-8D16-DE1750720466}" dt="2020-10-01T14:02:58.623" v="411"/>
          <ac:inkMkLst>
            <pc:docMk/>
            <pc:sldMk cId="6076760" sldId="293"/>
            <ac:inkMk id="143" creationId="{3E89DD3C-8DB7-DC40-95EE-B1E5BD7B1AF2}"/>
          </ac:inkMkLst>
        </pc:inkChg>
        <pc:inkChg chg="add">
          <ac:chgData name="Aggie Menezes" userId="74619c95fa3483c9" providerId="LiveId" clId="{46434A16-6657-C249-8D16-DE1750720466}" dt="2020-10-01T14:02:58.876" v="412"/>
          <ac:inkMkLst>
            <pc:docMk/>
            <pc:sldMk cId="6076760" sldId="293"/>
            <ac:inkMk id="144" creationId="{34E0ADDB-8A6A-B346-923D-FF9608F90EE3}"/>
          </ac:inkMkLst>
        </pc:inkChg>
        <pc:inkChg chg="add topLvl">
          <ac:chgData name="Aggie Menezes" userId="74619c95fa3483c9" providerId="LiveId" clId="{46434A16-6657-C249-8D16-DE1750720466}" dt="2020-10-01T14:03:43.022" v="434"/>
          <ac:inkMkLst>
            <pc:docMk/>
            <pc:sldMk cId="6076760" sldId="293"/>
            <ac:inkMk id="146" creationId="{BBE065B3-FF32-0B4B-BB8E-83B8B424ACE2}"/>
          </ac:inkMkLst>
        </pc:inkChg>
        <pc:inkChg chg="add topLvl">
          <ac:chgData name="Aggie Menezes" userId="74619c95fa3483c9" providerId="LiveId" clId="{46434A16-6657-C249-8D16-DE1750720466}" dt="2020-10-01T14:03:43.022" v="434"/>
          <ac:inkMkLst>
            <pc:docMk/>
            <pc:sldMk cId="6076760" sldId="293"/>
            <ac:inkMk id="147" creationId="{0CFEB45A-3C41-B547-B212-E562761BD2FC}"/>
          </ac:inkMkLst>
        </pc:inkChg>
        <pc:inkChg chg="add topLvl">
          <ac:chgData name="Aggie Menezes" userId="74619c95fa3483c9" providerId="LiveId" clId="{46434A16-6657-C249-8D16-DE1750720466}" dt="2020-10-01T14:03:43.022" v="434"/>
          <ac:inkMkLst>
            <pc:docMk/>
            <pc:sldMk cId="6076760" sldId="293"/>
            <ac:inkMk id="149" creationId="{3B9B673A-3F21-DE42-9875-061FCE127668}"/>
          </ac:inkMkLst>
        </pc:inkChg>
        <pc:inkChg chg="add topLvl">
          <ac:chgData name="Aggie Menezes" userId="74619c95fa3483c9" providerId="LiveId" clId="{46434A16-6657-C249-8D16-DE1750720466}" dt="2020-10-01T14:03:43.022" v="434"/>
          <ac:inkMkLst>
            <pc:docMk/>
            <pc:sldMk cId="6076760" sldId="293"/>
            <ac:inkMk id="150" creationId="{1835EA35-B624-7343-B4E9-3EC2E53A5921}"/>
          </ac:inkMkLst>
        </pc:inkChg>
        <pc:inkChg chg="add topLvl">
          <ac:chgData name="Aggie Menezes" userId="74619c95fa3483c9" providerId="LiveId" clId="{46434A16-6657-C249-8D16-DE1750720466}" dt="2020-10-01T14:03:43.022" v="434"/>
          <ac:inkMkLst>
            <pc:docMk/>
            <pc:sldMk cId="6076760" sldId="293"/>
            <ac:inkMk id="151" creationId="{8B690EC7-33EA-C548-A363-34D33F127861}"/>
          </ac:inkMkLst>
        </pc:inkChg>
        <pc:inkChg chg="add topLvl">
          <ac:chgData name="Aggie Menezes" userId="74619c95fa3483c9" providerId="LiveId" clId="{46434A16-6657-C249-8D16-DE1750720466}" dt="2020-10-01T14:03:43.022" v="434"/>
          <ac:inkMkLst>
            <pc:docMk/>
            <pc:sldMk cId="6076760" sldId="293"/>
            <ac:inkMk id="152" creationId="{AE76AF2F-FA4F-D746-A63C-A618C67CDD9D}"/>
          </ac:inkMkLst>
        </pc:inkChg>
        <pc:inkChg chg="add topLvl">
          <ac:chgData name="Aggie Menezes" userId="74619c95fa3483c9" providerId="LiveId" clId="{46434A16-6657-C249-8D16-DE1750720466}" dt="2020-10-01T14:03:43.022" v="434"/>
          <ac:inkMkLst>
            <pc:docMk/>
            <pc:sldMk cId="6076760" sldId="293"/>
            <ac:inkMk id="153" creationId="{7FB839E6-E9CB-9246-A6BB-24951112C34E}"/>
          </ac:inkMkLst>
        </pc:inkChg>
        <pc:inkChg chg="add topLvl">
          <ac:chgData name="Aggie Menezes" userId="74619c95fa3483c9" providerId="LiveId" clId="{46434A16-6657-C249-8D16-DE1750720466}" dt="2020-10-01T14:03:43.022" v="434"/>
          <ac:inkMkLst>
            <pc:docMk/>
            <pc:sldMk cId="6076760" sldId="293"/>
            <ac:inkMk id="154" creationId="{F60B6144-2916-D34F-B9E2-6086D67FCE31}"/>
          </ac:inkMkLst>
        </pc:inkChg>
        <pc:inkChg chg="add topLvl">
          <ac:chgData name="Aggie Menezes" userId="74619c95fa3483c9" providerId="LiveId" clId="{46434A16-6657-C249-8D16-DE1750720466}" dt="2020-10-01T14:03:43.022" v="434"/>
          <ac:inkMkLst>
            <pc:docMk/>
            <pc:sldMk cId="6076760" sldId="293"/>
            <ac:inkMk id="156" creationId="{EDEA67D0-EC73-A740-9105-F20092E3FAEC}"/>
          </ac:inkMkLst>
        </pc:inkChg>
        <pc:inkChg chg="add topLvl">
          <ac:chgData name="Aggie Menezes" userId="74619c95fa3483c9" providerId="LiveId" clId="{46434A16-6657-C249-8D16-DE1750720466}" dt="2020-10-01T14:03:43.022" v="434"/>
          <ac:inkMkLst>
            <pc:docMk/>
            <pc:sldMk cId="6076760" sldId="293"/>
            <ac:inkMk id="158" creationId="{81EBF9C6-6BF1-6B49-86A3-431277B318F1}"/>
          </ac:inkMkLst>
        </pc:inkChg>
        <pc:inkChg chg="add">
          <ac:chgData name="Aggie Menezes" userId="74619c95fa3483c9" providerId="LiveId" clId="{46434A16-6657-C249-8D16-DE1750720466}" dt="2020-10-01T14:03:40.236" v="428"/>
          <ac:inkMkLst>
            <pc:docMk/>
            <pc:sldMk cId="6076760" sldId="293"/>
            <ac:inkMk id="160" creationId="{59A41B9C-2C84-ED47-A7D9-9D1003BA3590}"/>
          </ac:inkMkLst>
        </pc:inkChg>
        <pc:inkChg chg="add">
          <ac:chgData name="Aggie Menezes" userId="74619c95fa3483c9" providerId="LiveId" clId="{46434A16-6657-C249-8D16-DE1750720466}" dt="2020-10-01T14:03:40.832" v="429"/>
          <ac:inkMkLst>
            <pc:docMk/>
            <pc:sldMk cId="6076760" sldId="293"/>
            <ac:inkMk id="161" creationId="{65B5FF3C-345D-F940-8A81-76242D5903D4}"/>
          </ac:inkMkLst>
        </pc:inkChg>
        <pc:inkChg chg="add">
          <ac:chgData name="Aggie Menezes" userId="74619c95fa3483c9" providerId="LiveId" clId="{46434A16-6657-C249-8D16-DE1750720466}" dt="2020-10-01T14:03:41.449" v="430"/>
          <ac:inkMkLst>
            <pc:docMk/>
            <pc:sldMk cId="6076760" sldId="293"/>
            <ac:inkMk id="162" creationId="{F0C21A4A-9BDE-4341-B444-FE79406B2736}"/>
          </ac:inkMkLst>
        </pc:inkChg>
        <pc:inkChg chg="add">
          <ac:chgData name="Aggie Menezes" userId="74619c95fa3483c9" providerId="LiveId" clId="{46434A16-6657-C249-8D16-DE1750720466}" dt="2020-10-01T14:03:42.008" v="431"/>
          <ac:inkMkLst>
            <pc:docMk/>
            <pc:sldMk cId="6076760" sldId="293"/>
            <ac:inkMk id="163" creationId="{77AED710-E19C-F347-9EC5-1955CEECBBC3}"/>
          </ac:inkMkLst>
        </pc:inkChg>
        <pc:inkChg chg="add">
          <ac:chgData name="Aggie Menezes" userId="74619c95fa3483c9" providerId="LiveId" clId="{46434A16-6657-C249-8D16-DE1750720466}" dt="2020-10-01T14:03:42.340" v="432"/>
          <ac:inkMkLst>
            <pc:docMk/>
            <pc:sldMk cId="6076760" sldId="293"/>
            <ac:inkMk id="164" creationId="{6C8CA6AD-8CCF-F648-9E75-6C0CE91A4E5F}"/>
          </ac:inkMkLst>
        </pc:inkChg>
        <pc:inkChg chg="add">
          <ac:chgData name="Aggie Menezes" userId="74619c95fa3483c9" providerId="LiveId" clId="{46434A16-6657-C249-8D16-DE1750720466}" dt="2020-10-01T14:03:42.492" v="433"/>
          <ac:inkMkLst>
            <pc:docMk/>
            <pc:sldMk cId="6076760" sldId="293"/>
            <ac:inkMk id="165" creationId="{5D837880-1B8D-6848-A464-58E9B498694C}"/>
          </ac:inkMkLst>
        </pc:inkChg>
        <pc:inkChg chg="add topLvl">
          <ac:chgData name="Aggie Menezes" userId="74619c95fa3483c9" providerId="LiveId" clId="{46434A16-6657-C249-8D16-DE1750720466}" dt="2020-10-01T14:05:50.357" v="442"/>
          <ac:inkMkLst>
            <pc:docMk/>
            <pc:sldMk cId="6076760" sldId="293"/>
            <ac:inkMk id="167" creationId="{FAFE28ED-028B-024E-95DB-F41E6051B0B1}"/>
          </ac:inkMkLst>
        </pc:inkChg>
        <pc:inkChg chg="add topLvl">
          <ac:chgData name="Aggie Menezes" userId="74619c95fa3483c9" providerId="LiveId" clId="{46434A16-6657-C249-8D16-DE1750720466}" dt="2020-10-01T14:05:50.357" v="442"/>
          <ac:inkMkLst>
            <pc:docMk/>
            <pc:sldMk cId="6076760" sldId="293"/>
            <ac:inkMk id="168" creationId="{5FC79627-B52E-8747-BD07-79E51A7308C8}"/>
          </ac:inkMkLst>
        </pc:inkChg>
        <pc:inkChg chg="add">
          <ac:chgData name="Aggie Menezes" userId="74619c95fa3483c9" providerId="LiveId" clId="{46434A16-6657-C249-8D16-DE1750720466}" dt="2020-10-01T14:05:47.046" v="438"/>
          <ac:inkMkLst>
            <pc:docMk/>
            <pc:sldMk cId="6076760" sldId="293"/>
            <ac:inkMk id="170" creationId="{633AB890-E2BB-3949-AC48-7A3DD2DCCC98}"/>
          </ac:inkMkLst>
        </pc:inkChg>
        <pc:inkChg chg="add">
          <ac:chgData name="Aggie Menezes" userId="74619c95fa3483c9" providerId="LiveId" clId="{46434A16-6657-C249-8D16-DE1750720466}" dt="2020-10-01T14:05:47.833" v="439"/>
          <ac:inkMkLst>
            <pc:docMk/>
            <pc:sldMk cId="6076760" sldId="293"/>
            <ac:inkMk id="171" creationId="{DF1AB876-228E-2241-9327-F056804A3EB8}"/>
          </ac:inkMkLst>
        </pc:inkChg>
        <pc:inkChg chg="add">
          <ac:chgData name="Aggie Menezes" userId="74619c95fa3483c9" providerId="LiveId" clId="{46434A16-6657-C249-8D16-DE1750720466}" dt="2020-10-01T14:05:48.575" v="440"/>
          <ac:inkMkLst>
            <pc:docMk/>
            <pc:sldMk cId="6076760" sldId="293"/>
            <ac:inkMk id="172" creationId="{675D1DF7-EA14-2843-AFB3-A660611F64E6}"/>
          </ac:inkMkLst>
        </pc:inkChg>
        <pc:inkChg chg="add">
          <ac:chgData name="Aggie Menezes" userId="74619c95fa3483c9" providerId="LiveId" clId="{46434A16-6657-C249-8D16-DE1750720466}" dt="2020-10-01T14:05:49.316" v="441"/>
          <ac:inkMkLst>
            <pc:docMk/>
            <pc:sldMk cId="6076760" sldId="293"/>
            <ac:inkMk id="173" creationId="{878CAE41-71CF-9F45-9FBA-752C3893CD8C}"/>
          </ac:inkMkLst>
        </pc:inkChg>
        <pc:inkChg chg="add del">
          <ac:chgData name="Aggie Menezes" userId="74619c95fa3483c9" providerId="LiveId" clId="{46434A16-6657-C249-8D16-DE1750720466}" dt="2020-10-01T14:07:34.346" v="478" actId="478"/>
          <ac:inkMkLst>
            <pc:docMk/>
            <pc:sldMk cId="6076760" sldId="293"/>
            <ac:inkMk id="176" creationId="{5E1799CE-F37F-2241-A3CB-CD4B554C0672}"/>
          </ac:inkMkLst>
        </pc:inkChg>
        <pc:inkChg chg="add">
          <ac:chgData name="Aggie Menezes" userId="74619c95fa3483c9" providerId="LiveId" clId="{46434A16-6657-C249-8D16-DE1750720466}" dt="2020-10-01T14:06:08.835" v="444"/>
          <ac:inkMkLst>
            <pc:docMk/>
            <pc:sldMk cId="6076760" sldId="293"/>
            <ac:inkMk id="177" creationId="{233B2BD9-C14B-654D-82DD-571EE5634959}"/>
          </ac:inkMkLst>
        </pc:inkChg>
        <pc:inkChg chg="add">
          <ac:chgData name="Aggie Menezes" userId="74619c95fa3483c9" providerId="LiveId" clId="{46434A16-6657-C249-8D16-DE1750720466}" dt="2020-10-01T14:06:10.872" v="445"/>
          <ac:inkMkLst>
            <pc:docMk/>
            <pc:sldMk cId="6076760" sldId="293"/>
            <ac:inkMk id="178" creationId="{7D2B95BF-8DD9-9148-8CD2-611636B61028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80" creationId="{C329489C-57D2-5F4F-A6F5-37EAAB2BFC2B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81" creationId="{01BB4896-0730-1E47-AB63-486B8B01D265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82" creationId="{5050B741-4A79-704E-9894-C26A05859BD4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83" creationId="{9AFA4C40-0D66-8744-968F-4712618F70B5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84" creationId="{455BCE06-A53B-D44E-B98F-7E85BFDCEAB3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85" creationId="{3C0F33F1-A91B-0E4F-9F12-E3C8E9939849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86" creationId="{9887D6E4-403A-2F42-AE8A-D5BA7C8E46EA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87" creationId="{A29D4837-84F7-1F4F-8E26-BD23B670ABBA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88" creationId="{397BD417-CA8F-8C4E-9CB2-B24074916B35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89" creationId="{7CC11F70-C856-9A4C-9A49-014D7E8A8E04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90" creationId="{A575D3AA-36DD-5248-87FC-C66E936454AC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91" creationId="{E9EEC654-6981-1544-983B-E3B11A830DD2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92" creationId="{0670A0D2-691E-3F4D-BB03-91AC83575A7A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93" creationId="{7BCD7FEF-A58E-F24E-BFB1-7F255312331A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94" creationId="{7C25E8DA-4C52-174C-9FDD-83DB5B2BE558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95" creationId="{C6537D50-833C-034E-B312-3E8CC1000E7D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96" creationId="{CF0A91BA-26CD-0047-B759-BE11DB8FBD0F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97" creationId="{84E5B041-4098-704C-BE56-88EDF4A63AFE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199" creationId="{DB4CF5FD-6E06-E240-B985-E9D59D25E704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200" creationId="{2F8E433E-DCD3-2140-986A-5A4B6656DB9C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201" creationId="{ECA52C7D-C92B-D542-851B-8A8964FB917B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202" creationId="{5356940B-373F-E14D-B9FF-6F1FEDCAFD35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203" creationId="{BD735203-8EDC-8A49-9C43-62A54A9F92A1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204" creationId="{9FC344A3-2128-2D49-853C-84E0520032C9}"/>
          </ac:inkMkLst>
        </pc:inkChg>
        <pc:inkChg chg="add topLvl">
          <ac:chgData name="Aggie Menezes" userId="74619c95fa3483c9" providerId="LiveId" clId="{46434A16-6657-C249-8D16-DE1750720466}" dt="2020-10-01T14:07:15.820" v="475"/>
          <ac:inkMkLst>
            <pc:docMk/>
            <pc:sldMk cId="6076760" sldId="293"/>
            <ac:inkMk id="205" creationId="{8367B5BD-DA07-6F43-AD93-C0FB789D40F7}"/>
          </ac:inkMkLst>
        </pc:inkChg>
        <pc:inkChg chg="add">
          <ac:chgData name="Aggie Menezes" userId="74619c95fa3483c9" providerId="LiveId" clId="{46434A16-6657-C249-8D16-DE1750720466}" dt="2020-10-01T14:07:15.253" v="474"/>
          <ac:inkMkLst>
            <pc:docMk/>
            <pc:sldMk cId="6076760" sldId="293"/>
            <ac:inkMk id="207" creationId="{35A78848-3A7C-344F-A4C4-66F9A090B09A}"/>
          </ac:inkMkLst>
        </pc:inkChg>
        <pc:inkChg chg="add del">
          <ac:chgData name="Aggie Menezes" userId="74619c95fa3483c9" providerId="LiveId" clId="{46434A16-6657-C249-8D16-DE1750720466}" dt="2020-10-01T14:09:54.398" v="487" actId="478"/>
          <ac:inkMkLst>
            <pc:docMk/>
            <pc:sldMk cId="6076760" sldId="293"/>
            <ac:inkMk id="209" creationId="{F8D39B87-CD25-EC46-9B58-1BE1B8704477}"/>
          </ac:inkMkLst>
        </pc:inkChg>
        <pc:inkChg chg="add">
          <ac:chgData name="Aggie Menezes" userId="74619c95fa3483c9" providerId="LiveId" clId="{46434A16-6657-C249-8D16-DE1750720466}" dt="2020-10-01T14:52:31.593" v="755"/>
          <ac:inkMkLst>
            <pc:docMk/>
            <pc:sldMk cId="6076760" sldId="293"/>
            <ac:inkMk id="210" creationId="{0999A116-8348-9443-9113-77114B5B9240}"/>
          </ac:inkMkLst>
        </pc:inkChg>
        <pc:inkChg chg="add">
          <ac:chgData name="Aggie Menezes" userId="74619c95fa3483c9" providerId="LiveId" clId="{46434A16-6657-C249-8D16-DE1750720466}" dt="2020-10-01T14:52:31.990" v="756"/>
          <ac:inkMkLst>
            <pc:docMk/>
            <pc:sldMk cId="6076760" sldId="293"/>
            <ac:inkMk id="211" creationId="{A57B37A6-E3A7-1B41-8678-78ED0F3537BA}"/>
          </ac:inkMkLst>
        </pc:inkChg>
        <pc:inkChg chg="add">
          <ac:chgData name="Aggie Menezes" userId="74619c95fa3483c9" providerId="LiveId" clId="{46434A16-6657-C249-8D16-DE1750720466}" dt="2020-10-01T14:52:32.549" v="757"/>
          <ac:inkMkLst>
            <pc:docMk/>
            <pc:sldMk cId="6076760" sldId="293"/>
            <ac:inkMk id="212" creationId="{B465388F-F092-314C-B94B-96D4FCE914E4}"/>
          </ac:inkMkLst>
        </pc:inkChg>
        <pc:inkChg chg="add">
          <ac:chgData name="Aggie Menezes" userId="74619c95fa3483c9" providerId="LiveId" clId="{46434A16-6657-C249-8D16-DE1750720466}" dt="2020-10-01T14:52:33.391" v="758"/>
          <ac:inkMkLst>
            <pc:docMk/>
            <pc:sldMk cId="6076760" sldId="293"/>
            <ac:inkMk id="213" creationId="{95545C8C-1B40-6E49-BD74-37AD79E67C90}"/>
          </ac:inkMkLst>
        </pc:inkChg>
        <pc:inkChg chg="add">
          <ac:chgData name="Aggie Menezes" userId="74619c95fa3483c9" providerId="LiveId" clId="{46434A16-6657-C249-8D16-DE1750720466}" dt="2020-10-01T14:52:34.291" v="759"/>
          <ac:inkMkLst>
            <pc:docMk/>
            <pc:sldMk cId="6076760" sldId="293"/>
            <ac:inkMk id="214" creationId="{3D27410A-7955-0F47-ADDF-F3FAB752E393}"/>
          </ac:inkMkLst>
        </pc:inkChg>
        <pc:inkChg chg="add topLvl">
          <ac:chgData name="Aggie Menezes" userId="74619c95fa3483c9" providerId="LiveId" clId="{46434A16-6657-C249-8D16-DE1750720466}" dt="2020-10-01T14:53:16.769" v="769"/>
          <ac:inkMkLst>
            <pc:docMk/>
            <pc:sldMk cId="6076760" sldId="293"/>
            <ac:inkMk id="216" creationId="{C08B99DB-448A-EF42-84D7-D0A7DE50BA14}"/>
          </ac:inkMkLst>
        </pc:inkChg>
        <pc:inkChg chg="add topLvl">
          <ac:chgData name="Aggie Menezes" userId="74619c95fa3483c9" providerId="LiveId" clId="{46434A16-6657-C249-8D16-DE1750720466}" dt="2020-10-01T14:53:16.769" v="769"/>
          <ac:inkMkLst>
            <pc:docMk/>
            <pc:sldMk cId="6076760" sldId="293"/>
            <ac:inkMk id="217" creationId="{066D3BCA-099C-BA4E-9361-55EABC7C227F}"/>
          </ac:inkMkLst>
        </pc:inkChg>
        <pc:inkChg chg="add topLvl">
          <ac:chgData name="Aggie Menezes" userId="74619c95fa3483c9" providerId="LiveId" clId="{46434A16-6657-C249-8D16-DE1750720466}" dt="2020-10-01T14:53:16.769" v="769"/>
          <ac:inkMkLst>
            <pc:docMk/>
            <pc:sldMk cId="6076760" sldId="293"/>
            <ac:inkMk id="219" creationId="{FC3D4581-37FA-B141-9954-9B8E5575AD3B}"/>
          </ac:inkMkLst>
        </pc:inkChg>
        <pc:inkChg chg="add topLvl">
          <ac:chgData name="Aggie Menezes" userId="74619c95fa3483c9" providerId="LiveId" clId="{46434A16-6657-C249-8D16-DE1750720466}" dt="2020-10-01T14:53:16.769" v="769"/>
          <ac:inkMkLst>
            <pc:docMk/>
            <pc:sldMk cId="6076760" sldId="293"/>
            <ac:inkMk id="220" creationId="{D3857122-72FB-F948-854C-FFB7DA17A344}"/>
          </ac:inkMkLst>
        </pc:inkChg>
        <pc:inkChg chg="add">
          <ac:chgData name="Aggie Menezes" userId="74619c95fa3483c9" providerId="LiveId" clId="{46434A16-6657-C249-8D16-DE1750720466}" dt="2020-10-01T14:53:15.165" v="767"/>
          <ac:inkMkLst>
            <pc:docMk/>
            <pc:sldMk cId="6076760" sldId="293"/>
            <ac:inkMk id="222" creationId="{FB79FA8D-866B-8C42-BF85-B09B5347A6D4}"/>
          </ac:inkMkLst>
        </pc:inkChg>
        <pc:inkChg chg="add">
          <ac:chgData name="Aggie Menezes" userId="74619c95fa3483c9" providerId="LiveId" clId="{46434A16-6657-C249-8D16-DE1750720466}" dt="2020-10-01T14:53:15.857" v="768"/>
          <ac:inkMkLst>
            <pc:docMk/>
            <pc:sldMk cId="6076760" sldId="293"/>
            <ac:inkMk id="223" creationId="{E571901A-6D19-7245-91D9-7C2B18065C96}"/>
          </ac:inkMkLst>
        </pc:inkChg>
      </pc:sldChg>
      <pc:sldChg chg="addSp delSp">
        <pc:chgData name="Aggie Menezes" userId="74619c95fa3483c9" providerId="LiveId" clId="{46434A16-6657-C249-8D16-DE1750720466}" dt="2020-10-01T15:57:16.607" v="1324"/>
        <pc:sldMkLst>
          <pc:docMk/>
          <pc:sldMk cId="2661242870" sldId="294"/>
        </pc:sldMkLst>
        <pc:grpChg chg="add del">
          <ac:chgData name="Aggie Menezes" userId="74619c95fa3483c9" providerId="LiveId" clId="{46434A16-6657-C249-8D16-DE1750720466}" dt="2020-10-01T14:22:12.688" v="502"/>
          <ac:grpSpMkLst>
            <pc:docMk/>
            <pc:sldMk cId="2661242870" sldId="294"/>
            <ac:grpSpMk id="13" creationId="{A147E6E8-6FAF-A242-92CC-31725B613DE1}"/>
          </ac:grpSpMkLst>
        </pc:grpChg>
        <pc:grpChg chg="add del">
          <ac:chgData name="Aggie Menezes" userId="74619c95fa3483c9" providerId="LiveId" clId="{46434A16-6657-C249-8D16-DE1750720466}" dt="2020-10-01T14:23:23.133" v="549"/>
          <ac:grpSpMkLst>
            <pc:docMk/>
            <pc:sldMk cId="2661242870" sldId="294"/>
            <ac:grpSpMk id="19" creationId="{062086F2-903B-9949-A80B-F4B732F31118}"/>
          </ac:grpSpMkLst>
        </pc:grpChg>
        <pc:grpChg chg="add del">
          <ac:chgData name="Aggie Menezes" userId="74619c95fa3483c9" providerId="LiveId" clId="{46434A16-6657-C249-8D16-DE1750720466}" dt="2020-10-01T14:22:29.301" v="510"/>
          <ac:grpSpMkLst>
            <pc:docMk/>
            <pc:sldMk cId="2661242870" sldId="294"/>
            <ac:grpSpMk id="25" creationId="{E3723ED3-70CA-144B-90B7-F8055B0889FB}"/>
          </ac:grpSpMkLst>
        </pc:grpChg>
        <pc:grpChg chg="add del">
          <ac:chgData name="Aggie Menezes" userId="74619c95fa3483c9" providerId="LiveId" clId="{46434A16-6657-C249-8D16-DE1750720466}" dt="2020-10-01T14:22:33.684" v="513"/>
          <ac:grpSpMkLst>
            <pc:docMk/>
            <pc:sldMk cId="2661242870" sldId="294"/>
            <ac:grpSpMk id="29" creationId="{9CC6BF3D-1F4D-A74C-B243-FE2C3EB58417}"/>
          </ac:grpSpMkLst>
        </pc:grpChg>
        <pc:grpChg chg="add del">
          <ac:chgData name="Aggie Menezes" userId="74619c95fa3483c9" providerId="LiveId" clId="{46434A16-6657-C249-8D16-DE1750720466}" dt="2020-10-01T14:23:23.125" v="547"/>
          <ac:grpSpMkLst>
            <pc:docMk/>
            <pc:sldMk cId="2661242870" sldId="294"/>
            <ac:grpSpMk id="45" creationId="{BE6F1295-5701-5240-A8C0-34FF03CD15CE}"/>
          </ac:grpSpMkLst>
        </pc:grpChg>
        <pc:grpChg chg="add del">
          <ac:chgData name="Aggie Menezes" userId="74619c95fa3483c9" providerId="LiveId" clId="{46434A16-6657-C249-8D16-DE1750720466}" dt="2020-10-01T14:22:54.299" v="522"/>
          <ac:grpSpMkLst>
            <pc:docMk/>
            <pc:sldMk cId="2661242870" sldId="294"/>
            <ac:grpSpMk id="55" creationId="{10C13735-571B-4C42-8C61-E102B2C81B2A}"/>
          </ac:grpSpMkLst>
        </pc:grpChg>
        <pc:grpChg chg="add del">
          <ac:chgData name="Aggie Menezes" userId="74619c95fa3483c9" providerId="LiveId" clId="{46434A16-6657-C249-8D16-DE1750720466}" dt="2020-10-01T14:23:18.874" v="532"/>
          <ac:grpSpMkLst>
            <pc:docMk/>
            <pc:sldMk cId="2661242870" sldId="294"/>
            <ac:grpSpMk id="59" creationId="{279C8F88-89D0-A740-9733-E86C567E9B3C}"/>
          </ac:grpSpMkLst>
        </pc:grpChg>
        <pc:grpChg chg="add del">
          <ac:chgData name="Aggie Menezes" userId="74619c95fa3483c9" providerId="LiveId" clId="{46434A16-6657-C249-8D16-DE1750720466}" dt="2020-10-01T14:23:18.893" v="537"/>
          <ac:grpSpMkLst>
            <pc:docMk/>
            <pc:sldMk cId="2661242870" sldId="294"/>
            <ac:grpSpMk id="65" creationId="{FF71A744-A418-AD4C-995F-C6674E676C81}"/>
          </ac:grpSpMkLst>
        </pc:grpChg>
        <pc:grpChg chg="add">
          <ac:chgData name="Aggie Menezes" userId="74619c95fa3483c9" providerId="LiveId" clId="{46434A16-6657-C249-8D16-DE1750720466}" dt="2020-10-01T14:23:57.887" v="555"/>
          <ac:grpSpMkLst>
            <pc:docMk/>
            <pc:sldMk cId="2661242870" sldId="294"/>
            <ac:grpSpMk id="69" creationId="{95B3317E-E9AC-8842-8FEF-DAB90A42B74B}"/>
          </ac:grpSpMkLst>
        </pc:grpChg>
        <pc:grpChg chg="add">
          <ac:chgData name="Aggie Menezes" userId="74619c95fa3483c9" providerId="LiveId" clId="{46434A16-6657-C249-8D16-DE1750720466}" dt="2020-10-01T14:24:03.805" v="562"/>
          <ac:grpSpMkLst>
            <pc:docMk/>
            <pc:sldMk cId="2661242870" sldId="294"/>
            <ac:grpSpMk id="76" creationId="{51996F0A-7394-2347-B7F8-B6D44DDA8B0F}"/>
          </ac:grpSpMkLst>
        </pc:grpChg>
        <pc:grpChg chg="add">
          <ac:chgData name="Aggie Menezes" userId="74619c95fa3483c9" providerId="LiveId" clId="{46434A16-6657-C249-8D16-DE1750720466}" dt="2020-10-01T14:24:16.952" v="572"/>
          <ac:grpSpMkLst>
            <pc:docMk/>
            <pc:sldMk cId="2661242870" sldId="294"/>
            <ac:grpSpMk id="86" creationId="{DB001A23-032F-6542-B76F-3F337A8C472B}"/>
          </ac:grpSpMkLst>
        </pc:grpChg>
        <pc:grpChg chg="add">
          <ac:chgData name="Aggie Menezes" userId="74619c95fa3483c9" providerId="LiveId" clId="{46434A16-6657-C249-8D16-DE1750720466}" dt="2020-10-01T14:24:27.110" v="585"/>
          <ac:grpSpMkLst>
            <pc:docMk/>
            <pc:sldMk cId="2661242870" sldId="294"/>
            <ac:grpSpMk id="99" creationId="{E732187E-2D8A-7542-94E3-D7D2B27FDF66}"/>
          </ac:grpSpMkLst>
        </pc:grpChg>
        <pc:grpChg chg="add">
          <ac:chgData name="Aggie Menezes" userId="74619c95fa3483c9" providerId="LiveId" clId="{46434A16-6657-C249-8D16-DE1750720466}" dt="2020-10-01T14:24:27.110" v="585"/>
          <ac:grpSpMkLst>
            <pc:docMk/>
            <pc:sldMk cId="2661242870" sldId="294"/>
            <ac:grpSpMk id="100" creationId="{6D10C479-EEED-8444-8CEA-A819B4D231D5}"/>
          </ac:grpSpMkLst>
        </pc:grpChg>
        <pc:grpChg chg="add del">
          <ac:chgData name="Aggie Menezes" userId="74619c95fa3483c9" providerId="LiveId" clId="{46434A16-6657-C249-8D16-DE1750720466}" dt="2020-10-01T14:25:24.607" v="599"/>
          <ac:grpSpMkLst>
            <pc:docMk/>
            <pc:sldMk cId="2661242870" sldId="294"/>
            <ac:grpSpMk id="111" creationId="{EC30D717-0A80-A749-ABD1-C3AC3D3EDEA1}"/>
          </ac:grpSpMkLst>
        </pc:grpChg>
        <pc:grpChg chg="add del">
          <ac:chgData name="Aggie Menezes" userId="74619c95fa3483c9" providerId="LiveId" clId="{46434A16-6657-C249-8D16-DE1750720466}" dt="2020-10-01T14:27:16.692" v="608" actId="478"/>
          <ac:grpSpMkLst>
            <pc:docMk/>
            <pc:sldMk cId="2661242870" sldId="294"/>
            <ac:grpSpMk id="114" creationId="{DCECB01F-7C98-2B43-8E54-415128A27882}"/>
          </ac:grpSpMkLst>
        </pc:grpChg>
        <pc:grpChg chg="add del">
          <ac:chgData name="Aggie Menezes" userId="74619c95fa3483c9" providerId="LiveId" clId="{46434A16-6657-C249-8D16-DE1750720466}" dt="2020-10-01T14:27:30.385" v="612" actId="478"/>
          <ac:grpSpMkLst>
            <pc:docMk/>
            <pc:sldMk cId="2661242870" sldId="294"/>
            <ac:grpSpMk id="117" creationId="{30F78B5D-90D7-2644-81C0-B9BBFCEC2D36}"/>
          </ac:grpSpMkLst>
        </pc:grpChg>
        <pc:grpChg chg="add">
          <ac:chgData name="Aggie Menezes" userId="74619c95fa3483c9" providerId="LiveId" clId="{46434A16-6657-C249-8D16-DE1750720466}" dt="2020-10-01T14:25:40.404" v="605"/>
          <ac:grpSpMkLst>
            <pc:docMk/>
            <pc:sldMk cId="2661242870" sldId="294"/>
            <ac:grpSpMk id="120" creationId="{CCA069AE-6709-4C44-AA34-10F4981CA3DD}"/>
          </ac:grpSpMkLst>
        </pc:grpChg>
        <pc:grpChg chg="add">
          <ac:chgData name="Aggie Menezes" userId="74619c95fa3483c9" providerId="LiveId" clId="{46434A16-6657-C249-8D16-DE1750720466}" dt="2020-10-01T14:53:42.416" v="774"/>
          <ac:grpSpMkLst>
            <pc:docMk/>
            <pc:sldMk cId="2661242870" sldId="294"/>
            <ac:grpSpMk id="129" creationId="{8D938B6B-67E7-AB47-A109-0F2335A51FE6}"/>
          </ac:grpSpMkLst>
        </pc:grpChg>
        <pc:grpChg chg="add">
          <ac:chgData name="Aggie Menezes" userId="74619c95fa3483c9" providerId="LiveId" clId="{46434A16-6657-C249-8D16-DE1750720466}" dt="2020-10-01T14:53:49.641" v="778"/>
          <ac:grpSpMkLst>
            <pc:docMk/>
            <pc:sldMk cId="2661242870" sldId="294"/>
            <ac:grpSpMk id="133" creationId="{E54C916F-306A-BF48-822C-B462CBF81E8A}"/>
          </ac:grpSpMkLst>
        </pc:grpChg>
        <pc:grpChg chg="add del">
          <ac:chgData name="Aggie Menezes" userId="74619c95fa3483c9" providerId="LiveId" clId="{46434A16-6657-C249-8D16-DE1750720466}" dt="2020-10-01T14:54:22.901" v="791"/>
          <ac:grpSpMkLst>
            <pc:docMk/>
            <pc:sldMk cId="2661242870" sldId="294"/>
            <ac:grpSpMk id="136" creationId="{6DDDF96D-9B8E-D647-A575-7E9225E03774}"/>
          </ac:grpSpMkLst>
        </pc:grpChg>
        <pc:grpChg chg="add del">
          <ac:chgData name="Aggie Menezes" userId="74619c95fa3483c9" providerId="LiveId" clId="{46434A16-6657-C249-8D16-DE1750720466}" dt="2020-10-01T14:54:29.459" v="797"/>
          <ac:grpSpMkLst>
            <pc:docMk/>
            <pc:sldMk cId="2661242870" sldId="294"/>
            <ac:grpSpMk id="141" creationId="{857C35E4-F6DC-6143-AA3F-B64EB0B04476}"/>
          </ac:grpSpMkLst>
        </pc:grpChg>
        <pc:grpChg chg="add del">
          <ac:chgData name="Aggie Menezes" userId="74619c95fa3483c9" providerId="LiveId" clId="{46434A16-6657-C249-8D16-DE1750720466}" dt="2020-10-01T14:54:32.595" v="802"/>
          <ac:grpSpMkLst>
            <pc:docMk/>
            <pc:sldMk cId="2661242870" sldId="294"/>
            <ac:grpSpMk id="147" creationId="{DECCA7BD-683A-2842-9AB0-4510ACCDF692}"/>
          </ac:grpSpMkLst>
        </pc:grpChg>
        <pc:grpChg chg="add del">
          <ac:chgData name="Aggie Menezes" userId="74619c95fa3483c9" providerId="LiveId" clId="{46434A16-6657-C249-8D16-DE1750720466}" dt="2020-10-01T14:54:38.709" v="804"/>
          <ac:grpSpMkLst>
            <pc:docMk/>
            <pc:sldMk cId="2661242870" sldId="294"/>
            <ac:grpSpMk id="152" creationId="{5C16FD6E-C3ED-1B44-8DA2-594484DC291B}"/>
          </ac:grpSpMkLst>
        </pc:grpChg>
        <pc:grpChg chg="add del">
          <ac:chgData name="Aggie Menezes" userId="74619c95fa3483c9" providerId="LiveId" clId="{46434A16-6657-C249-8D16-DE1750720466}" dt="2020-10-01T14:54:41.770" v="806"/>
          <ac:grpSpMkLst>
            <pc:docMk/>
            <pc:sldMk cId="2661242870" sldId="294"/>
            <ac:grpSpMk id="154" creationId="{8267E409-8B4C-FA45-8B48-9B9783D83FB6}"/>
          </ac:grpSpMkLst>
        </pc:grpChg>
        <pc:grpChg chg="add del">
          <ac:chgData name="Aggie Menezes" userId="74619c95fa3483c9" providerId="LiveId" clId="{46434A16-6657-C249-8D16-DE1750720466}" dt="2020-10-01T14:54:46.327" v="810"/>
          <ac:grpSpMkLst>
            <pc:docMk/>
            <pc:sldMk cId="2661242870" sldId="294"/>
            <ac:grpSpMk id="156" creationId="{D4FEFC48-AA6E-894E-9376-A1E9CA909F96}"/>
          </ac:grpSpMkLst>
        </pc:grpChg>
        <pc:grpChg chg="add">
          <ac:chgData name="Aggie Menezes" userId="74619c95fa3483c9" providerId="LiveId" clId="{46434A16-6657-C249-8D16-DE1750720466}" dt="2020-10-01T14:54:46.327" v="810"/>
          <ac:grpSpMkLst>
            <pc:docMk/>
            <pc:sldMk cId="2661242870" sldId="294"/>
            <ac:grpSpMk id="160" creationId="{CAA5A349-BE50-A24E-858A-283B29AA1152}"/>
          </ac:grpSpMkLst>
        </pc:grpChg>
        <pc:grpChg chg="add del">
          <ac:chgData name="Aggie Menezes" userId="74619c95fa3483c9" providerId="LiveId" clId="{46434A16-6657-C249-8D16-DE1750720466}" dt="2020-10-01T15:55:57.418" v="1264"/>
          <ac:grpSpMkLst>
            <pc:docMk/>
            <pc:sldMk cId="2661242870" sldId="294"/>
            <ac:grpSpMk id="165" creationId="{E4BF5D00-1D4B-8846-AC3F-D8EBEA722C1C}"/>
          </ac:grpSpMkLst>
        </pc:grpChg>
        <pc:grpChg chg="add del">
          <ac:chgData name="Aggie Menezes" userId="74619c95fa3483c9" providerId="LiveId" clId="{46434A16-6657-C249-8D16-DE1750720466}" dt="2020-10-01T15:56:01.136" v="1267"/>
          <ac:grpSpMkLst>
            <pc:docMk/>
            <pc:sldMk cId="2661242870" sldId="294"/>
            <ac:grpSpMk id="167" creationId="{837800D4-C59E-FC46-98F6-1653D7DB34A3}"/>
          </ac:grpSpMkLst>
        </pc:grpChg>
        <pc:grpChg chg="add del">
          <ac:chgData name="Aggie Menezes" userId="74619c95fa3483c9" providerId="LiveId" clId="{46434A16-6657-C249-8D16-DE1750720466}" dt="2020-10-01T15:56:07.331" v="1270"/>
          <ac:grpSpMkLst>
            <pc:docMk/>
            <pc:sldMk cId="2661242870" sldId="294"/>
            <ac:grpSpMk id="170" creationId="{E17D4FDE-6547-204A-96E0-AD5E535AADCA}"/>
          </ac:grpSpMkLst>
        </pc:grpChg>
        <pc:grpChg chg="add del">
          <ac:chgData name="Aggie Menezes" userId="74619c95fa3483c9" providerId="LiveId" clId="{46434A16-6657-C249-8D16-DE1750720466}" dt="2020-10-01T15:56:11.871" v="1276"/>
          <ac:grpSpMkLst>
            <pc:docMk/>
            <pc:sldMk cId="2661242870" sldId="294"/>
            <ac:grpSpMk id="173" creationId="{E7058F78-B739-8E4B-AF93-8C2F0F9CC712}"/>
          </ac:grpSpMkLst>
        </pc:grpChg>
        <pc:grpChg chg="add del">
          <ac:chgData name="Aggie Menezes" userId="74619c95fa3483c9" providerId="LiveId" clId="{46434A16-6657-C249-8D16-DE1750720466}" dt="2020-10-01T15:56:23.149" v="1286"/>
          <ac:grpSpMkLst>
            <pc:docMk/>
            <pc:sldMk cId="2661242870" sldId="294"/>
            <ac:grpSpMk id="179" creationId="{68758E58-F61D-854A-A07B-4B71E2191D85}"/>
          </ac:grpSpMkLst>
        </pc:grpChg>
        <pc:grpChg chg="add del">
          <ac:chgData name="Aggie Menezes" userId="74619c95fa3483c9" providerId="LiveId" clId="{46434A16-6657-C249-8D16-DE1750720466}" dt="2020-10-01T15:56:26.452" v="1289"/>
          <ac:grpSpMkLst>
            <pc:docMk/>
            <pc:sldMk cId="2661242870" sldId="294"/>
            <ac:grpSpMk id="182" creationId="{58CFA52D-EF8F-BE48-8EE2-8E9B517904C1}"/>
          </ac:grpSpMkLst>
        </pc:grpChg>
        <pc:grpChg chg="add del">
          <ac:chgData name="Aggie Menezes" userId="74619c95fa3483c9" providerId="LiveId" clId="{46434A16-6657-C249-8D16-DE1750720466}" dt="2020-10-01T15:56:28.559" v="1292"/>
          <ac:grpSpMkLst>
            <pc:docMk/>
            <pc:sldMk cId="2661242870" sldId="294"/>
            <ac:grpSpMk id="185" creationId="{D63881DA-61CF-B642-81E0-341D9E2F3DD3}"/>
          </ac:grpSpMkLst>
        </pc:grpChg>
        <pc:grpChg chg="add del">
          <ac:chgData name="Aggie Menezes" userId="74619c95fa3483c9" providerId="LiveId" clId="{46434A16-6657-C249-8D16-DE1750720466}" dt="2020-10-01T15:56:34.303" v="1294"/>
          <ac:grpSpMkLst>
            <pc:docMk/>
            <pc:sldMk cId="2661242870" sldId="294"/>
            <ac:grpSpMk id="188" creationId="{25E79147-3049-CC48-B471-5D503E2275AF}"/>
          </ac:grpSpMkLst>
        </pc:grpChg>
        <pc:grpChg chg="add">
          <ac:chgData name="Aggie Menezes" userId="74619c95fa3483c9" providerId="LiveId" clId="{46434A16-6657-C249-8D16-DE1750720466}" dt="2020-10-01T15:56:34.303" v="1294"/>
          <ac:grpSpMkLst>
            <pc:docMk/>
            <pc:sldMk cId="2661242870" sldId="294"/>
            <ac:grpSpMk id="190" creationId="{0DDB7AED-5942-DD4E-8565-48A114FB24A9}"/>
          </ac:grpSpMkLst>
        </pc:grpChg>
        <pc:grpChg chg="add del">
          <ac:chgData name="Aggie Menezes" userId="74619c95fa3483c9" providerId="LiveId" clId="{46434A16-6657-C249-8D16-DE1750720466}" dt="2020-10-01T15:56:51.543" v="1302"/>
          <ac:grpSpMkLst>
            <pc:docMk/>
            <pc:sldMk cId="2661242870" sldId="294"/>
            <ac:grpSpMk id="194" creationId="{FCF0FDB2-B895-D146-9A84-3415AA04B977}"/>
          </ac:grpSpMkLst>
        </pc:grpChg>
        <pc:grpChg chg="add del">
          <ac:chgData name="Aggie Menezes" userId="74619c95fa3483c9" providerId="LiveId" clId="{46434A16-6657-C249-8D16-DE1750720466}" dt="2020-10-01T15:57:06.034" v="1307"/>
          <ac:grpSpMkLst>
            <pc:docMk/>
            <pc:sldMk cId="2661242870" sldId="294"/>
            <ac:grpSpMk id="198" creationId="{B01D0E9C-6613-A54B-ACF2-B8BC39CF95CF}"/>
          </ac:grpSpMkLst>
        </pc:grpChg>
        <pc:grpChg chg="add del">
          <ac:chgData name="Aggie Menezes" userId="74619c95fa3483c9" providerId="LiveId" clId="{46434A16-6657-C249-8D16-DE1750720466}" dt="2020-10-01T15:57:06.034" v="1307"/>
          <ac:grpSpMkLst>
            <pc:docMk/>
            <pc:sldMk cId="2661242870" sldId="294"/>
            <ac:grpSpMk id="201" creationId="{27A61959-9303-3446-AB17-2EFDC732DC1D}"/>
          </ac:grpSpMkLst>
        </pc:grpChg>
        <pc:grpChg chg="add del">
          <ac:chgData name="Aggie Menezes" userId="74619c95fa3483c9" providerId="LiveId" clId="{46434A16-6657-C249-8D16-DE1750720466}" dt="2020-10-01T15:57:07.267" v="1309"/>
          <ac:grpSpMkLst>
            <pc:docMk/>
            <pc:sldMk cId="2661242870" sldId="294"/>
            <ac:grpSpMk id="203" creationId="{3D46A9C6-5C9A-3F4E-9075-32F730DAA731}"/>
          </ac:grpSpMkLst>
        </pc:grpChg>
        <pc:grpChg chg="add del">
          <ac:chgData name="Aggie Menezes" userId="74619c95fa3483c9" providerId="LiveId" clId="{46434A16-6657-C249-8D16-DE1750720466}" dt="2020-10-01T15:57:11.538" v="1320"/>
          <ac:grpSpMkLst>
            <pc:docMk/>
            <pc:sldMk cId="2661242870" sldId="294"/>
            <ac:grpSpMk id="205" creationId="{E6742F13-080F-2A49-9B09-A4A15390E620}"/>
          </ac:grpSpMkLst>
        </pc:grpChg>
        <pc:grpChg chg="add del">
          <ac:chgData name="Aggie Menezes" userId="74619c95fa3483c9" providerId="LiveId" clId="{46434A16-6657-C249-8D16-DE1750720466}" dt="2020-10-01T15:57:16.607" v="1324"/>
          <ac:grpSpMkLst>
            <pc:docMk/>
            <pc:sldMk cId="2661242870" sldId="294"/>
            <ac:grpSpMk id="216" creationId="{4CA4142E-040B-1741-99ED-2018612DD15F}"/>
          </ac:grpSpMkLst>
        </pc:grpChg>
        <pc:grpChg chg="add">
          <ac:chgData name="Aggie Menezes" userId="74619c95fa3483c9" providerId="LiveId" clId="{46434A16-6657-C249-8D16-DE1750720466}" dt="2020-10-01T15:57:16.607" v="1324"/>
          <ac:grpSpMkLst>
            <pc:docMk/>
            <pc:sldMk cId="2661242870" sldId="294"/>
            <ac:grpSpMk id="220" creationId="{7F123C10-ED4C-5146-AC1C-E56CD3C0110F}"/>
          </ac:grpSpMkLst>
        </pc:grpChg>
        <pc:inkChg chg="add del topLvl">
          <ac:chgData name="Aggie Menezes" userId="74619c95fa3483c9" providerId="LiveId" clId="{46434A16-6657-C249-8D16-DE1750720466}" dt="2020-10-01T14:23:23.129" v="548"/>
          <ac:inkMkLst>
            <pc:docMk/>
            <pc:sldMk cId="2661242870" sldId="294"/>
            <ac:inkMk id="5" creationId="{B0F9F01E-9AEB-034C-9F11-B567CB2B4D4E}"/>
          </ac:inkMkLst>
        </pc:inkChg>
        <pc:inkChg chg="add del topLvl">
          <ac:chgData name="Aggie Menezes" userId="74619c95fa3483c9" providerId="LiveId" clId="{46434A16-6657-C249-8D16-DE1750720466}" dt="2020-10-01T14:23:23.106" v="541"/>
          <ac:inkMkLst>
            <pc:docMk/>
            <pc:sldMk cId="2661242870" sldId="294"/>
            <ac:inkMk id="8" creationId="{3AA8DB45-386B-1248-A616-4063CFD45F15}"/>
          </ac:inkMkLst>
        </pc:inkChg>
        <pc:inkChg chg="add del topLvl">
          <ac:chgData name="Aggie Menezes" userId="74619c95fa3483c9" providerId="LiveId" clId="{46434A16-6657-C249-8D16-DE1750720466}" dt="2020-10-01T14:23:23.133" v="549"/>
          <ac:inkMkLst>
            <pc:docMk/>
            <pc:sldMk cId="2661242870" sldId="294"/>
            <ac:inkMk id="10" creationId="{563E7F3F-EFC3-5244-AD8D-0E4FE5346CC9}"/>
          </ac:inkMkLst>
        </pc:inkChg>
        <pc:inkChg chg="add del topLvl">
          <ac:chgData name="Aggie Menezes" userId="74619c95fa3483c9" providerId="LiveId" clId="{46434A16-6657-C249-8D16-DE1750720466}" dt="2020-10-01T14:23:23.115" v="544"/>
          <ac:inkMkLst>
            <pc:docMk/>
            <pc:sldMk cId="2661242870" sldId="294"/>
            <ac:inkMk id="12" creationId="{EBD0FDBA-DADA-5C49-8DB1-73C96FF464C6}"/>
          </ac:inkMkLst>
        </pc:inkChg>
        <pc:inkChg chg="add del topLvl">
          <ac:chgData name="Aggie Menezes" userId="74619c95fa3483c9" providerId="LiveId" clId="{46434A16-6657-C249-8D16-DE1750720466}" dt="2020-10-01T14:23:23.140" v="551"/>
          <ac:inkMkLst>
            <pc:docMk/>
            <pc:sldMk cId="2661242870" sldId="294"/>
            <ac:inkMk id="18" creationId="{F8F4C711-FF6E-7048-97C6-9629AEFF2AC0}"/>
          </ac:inkMkLst>
        </pc:inkChg>
        <pc:inkChg chg="add del topLvl">
          <ac:chgData name="Aggie Menezes" userId="74619c95fa3483c9" providerId="LiveId" clId="{46434A16-6657-C249-8D16-DE1750720466}" dt="2020-10-01T14:23:23.118" v="545"/>
          <ac:inkMkLst>
            <pc:docMk/>
            <pc:sldMk cId="2661242870" sldId="294"/>
            <ac:inkMk id="20" creationId="{2C782FF9-7027-814E-A972-8B49789E8433}"/>
          </ac:inkMkLst>
        </pc:inkChg>
        <pc:inkChg chg="add del topLvl">
          <ac:chgData name="Aggie Menezes" userId="74619c95fa3483c9" providerId="LiveId" clId="{46434A16-6657-C249-8D16-DE1750720466}" dt="2020-10-01T14:23:23.121" v="546"/>
          <ac:inkMkLst>
            <pc:docMk/>
            <pc:sldMk cId="2661242870" sldId="294"/>
            <ac:inkMk id="21" creationId="{BB0DB343-CD47-474E-8125-44982DB0AC21}"/>
          </ac:inkMkLst>
        </pc:inkChg>
        <pc:inkChg chg="add del topLvl">
          <ac:chgData name="Aggie Menezes" userId="74619c95fa3483c9" providerId="LiveId" clId="{46434A16-6657-C249-8D16-DE1750720466}" dt="2020-10-01T14:23:23.125" v="547"/>
          <ac:inkMkLst>
            <pc:docMk/>
            <pc:sldMk cId="2661242870" sldId="294"/>
            <ac:inkMk id="24" creationId="{EB285B16-3C26-E14F-AE59-571EE37D5C9F}"/>
          </ac:inkMkLst>
        </pc:inkChg>
        <pc:inkChg chg="add del topLvl">
          <ac:chgData name="Aggie Menezes" userId="74619c95fa3483c9" providerId="LiveId" clId="{46434A16-6657-C249-8D16-DE1750720466}" dt="2020-10-01T14:23:23.103" v="540"/>
          <ac:inkMkLst>
            <pc:docMk/>
            <pc:sldMk cId="2661242870" sldId="294"/>
            <ac:inkMk id="26" creationId="{5F4A685F-5B1E-184D-8B33-96023A0C526A}"/>
          </ac:inkMkLst>
        </pc:inkChg>
        <pc:inkChg chg="add del topLvl">
          <ac:chgData name="Aggie Menezes" userId="74619c95fa3483c9" providerId="LiveId" clId="{46434A16-6657-C249-8D16-DE1750720466}" dt="2020-10-01T14:23:23.108" v="542"/>
          <ac:inkMkLst>
            <pc:docMk/>
            <pc:sldMk cId="2661242870" sldId="294"/>
            <ac:inkMk id="27" creationId="{015DF96A-8343-FC47-B1CD-18C775AF7A28}"/>
          </ac:inkMkLst>
        </pc:inkChg>
        <pc:inkChg chg="add del topLvl">
          <ac:chgData name="Aggie Menezes" userId="74619c95fa3483c9" providerId="LiveId" clId="{46434A16-6657-C249-8D16-DE1750720466}" dt="2020-10-01T14:23:23.111" v="543"/>
          <ac:inkMkLst>
            <pc:docMk/>
            <pc:sldMk cId="2661242870" sldId="294"/>
            <ac:inkMk id="28" creationId="{850AB904-FE86-6C4D-AD7F-A24896C21B38}"/>
          </ac:inkMkLst>
        </pc:inkChg>
        <pc:inkChg chg="add del">
          <ac:chgData name="Aggie Menezes" userId="74619c95fa3483c9" providerId="LiveId" clId="{46434A16-6657-C249-8D16-DE1750720466}" dt="2020-10-01T14:23:23.100" v="539"/>
          <ac:inkMkLst>
            <pc:docMk/>
            <pc:sldMk cId="2661242870" sldId="294"/>
            <ac:inkMk id="43" creationId="{335A16C6-5133-2E47-8B38-678D8CBC2D89}"/>
          </ac:inkMkLst>
        </pc:inkChg>
        <pc:inkChg chg="add del topLvl">
          <ac:chgData name="Aggie Menezes" userId="74619c95fa3483c9" providerId="LiveId" clId="{46434A16-6657-C249-8D16-DE1750720466}" dt="2020-10-01T14:23:23.137" v="550"/>
          <ac:inkMkLst>
            <pc:docMk/>
            <pc:sldMk cId="2661242870" sldId="294"/>
            <ac:inkMk id="44" creationId="{01530C34-B78F-0149-8A75-5C8AB3C1F99D}"/>
          </ac:inkMkLst>
        </pc:inkChg>
        <pc:inkChg chg="add del">
          <ac:chgData name="Aggie Menezes" userId="74619c95fa3483c9" providerId="LiveId" clId="{46434A16-6657-C249-8D16-DE1750720466}" dt="2020-10-01T14:23:18.886" v="535"/>
          <ac:inkMkLst>
            <pc:docMk/>
            <pc:sldMk cId="2661242870" sldId="294"/>
            <ac:inkMk id="50" creationId="{44009FEE-5346-F24F-A303-9DF0AEB9C5BA}"/>
          </ac:inkMkLst>
        </pc:inkChg>
        <pc:inkChg chg="add del topLvl">
          <ac:chgData name="Aggie Menezes" userId="74619c95fa3483c9" providerId="LiveId" clId="{46434A16-6657-C249-8D16-DE1750720466}" dt="2020-10-01T14:23:18.871" v="531"/>
          <ac:inkMkLst>
            <pc:docMk/>
            <pc:sldMk cId="2661242870" sldId="294"/>
            <ac:inkMk id="52" creationId="{5FDB7FAC-E338-714A-9C91-108729A6AC67}"/>
          </ac:inkMkLst>
        </pc:inkChg>
        <pc:inkChg chg="add del topLvl">
          <ac:chgData name="Aggie Menezes" userId="74619c95fa3483c9" providerId="LiveId" clId="{46434A16-6657-C249-8D16-DE1750720466}" dt="2020-10-01T14:23:18.860" v="528"/>
          <ac:inkMkLst>
            <pc:docMk/>
            <pc:sldMk cId="2661242870" sldId="294"/>
            <ac:inkMk id="53" creationId="{9938C6FA-3DA5-AC4C-B3D1-F3EC79130C04}"/>
          </ac:inkMkLst>
        </pc:inkChg>
        <pc:inkChg chg="add del topLvl">
          <ac:chgData name="Aggie Menezes" userId="74619c95fa3483c9" providerId="LiveId" clId="{46434A16-6657-C249-8D16-DE1750720466}" dt="2020-10-01T14:23:18.874" v="532"/>
          <ac:inkMkLst>
            <pc:docMk/>
            <pc:sldMk cId="2661242870" sldId="294"/>
            <ac:inkMk id="54" creationId="{B3BB7FDA-4BD1-D44A-8DCD-CFCFCDA93E63}"/>
          </ac:inkMkLst>
        </pc:inkChg>
        <pc:inkChg chg="add del topLvl">
          <ac:chgData name="Aggie Menezes" userId="74619c95fa3483c9" providerId="LiveId" clId="{46434A16-6657-C249-8D16-DE1750720466}" dt="2020-10-01T14:23:18.880" v="533"/>
          <ac:inkMkLst>
            <pc:docMk/>
            <pc:sldMk cId="2661242870" sldId="294"/>
            <ac:inkMk id="56" creationId="{B3E4DF94-DE7F-064E-A44F-5D2F02DA2788}"/>
          </ac:inkMkLst>
        </pc:inkChg>
        <pc:inkChg chg="add del">
          <ac:chgData name="Aggie Menezes" userId="74619c95fa3483c9" providerId="LiveId" clId="{46434A16-6657-C249-8D16-DE1750720466}" dt="2020-10-01T14:23:18.864" v="529"/>
          <ac:inkMkLst>
            <pc:docMk/>
            <pc:sldMk cId="2661242870" sldId="294"/>
            <ac:inkMk id="57" creationId="{1DF0A7E4-8E5B-FE4C-80B7-9978DF9CF832}"/>
          </ac:inkMkLst>
        </pc:inkChg>
        <pc:inkChg chg="add del">
          <ac:chgData name="Aggie Menezes" userId="74619c95fa3483c9" providerId="LiveId" clId="{46434A16-6657-C249-8D16-DE1750720466}" dt="2020-10-01T14:23:18.868" v="530"/>
          <ac:inkMkLst>
            <pc:docMk/>
            <pc:sldMk cId="2661242870" sldId="294"/>
            <ac:inkMk id="58" creationId="{4E3E2232-A453-3E4A-AF93-C99F4F36F76E}"/>
          </ac:inkMkLst>
        </pc:inkChg>
        <pc:inkChg chg="add del">
          <ac:chgData name="Aggie Menezes" userId="74619c95fa3483c9" providerId="LiveId" clId="{46434A16-6657-C249-8D16-DE1750720466}" dt="2020-10-01T14:23:18.889" v="536"/>
          <ac:inkMkLst>
            <pc:docMk/>
            <pc:sldMk cId="2661242870" sldId="294"/>
            <ac:inkMk id="60" creationId="{6CCAE4DE-94F4-CE49-8E88-C419054E7E5B}"/>
          </ac:inkMkLst>
        </pc:inkChg>
        <pc:inkChg chg="add del topLvl">
          <ac:chgData name="Aggie Menezes" userId="74619c95fa3483c9" providerId="LiveId" clId="{46434A16-6657-C249-8D16-DE1750720466}" dt="2020-10-01T14:23:18.896" v="538"/>
          <ac:inkMkLst>
            <pc:docMk/>
            <pc:sldMk cId="2661242870" sldId="294"/>
            <ac:inkMk id="61" creationId="{EFCB5DED-6824-FC4F-84B7-056CED1E8EF1}"/>
          </ac:inkMkLst>
        </pc:inkChg>
        <pc:inkChg chg="add del topLvl">
          <ac:chgData name="Aggie Menezes" userId="74619c95fa3483c9" providerId="LiveId" clId="{46434A16-6657-C249-8D16-DE1750720466}" dt="2020-10-01T14:23:18.893" v="537"/>
          <ac:inkMkLst>
            <pc:docMk/>
            <pc:sldMk cId="2661242870" sldId="294"/>
            <ac:inkMk id="62" creationId="{8CCEEB36-728A-4D40-9FAD-3D3C69028D4E}"/>
          </ac:inkMkLst>
        </pc:inkChg>
        <pc:inkChg chg="add del">
          <ac:chgData name="Aggie Menezes" userId="74619c95fa3483c9" providerId="LiveId" clId="{46434A16-6657-C249-8D16-DE1750720466}" dt="2020-10-01T14:23:18.883" v="534"/>
          <ac:inkMkLst>
            <pc:docMk/>
            <pc:sldMk cId="2661242870" sldId="294"/>
            <ac:inkMk id="64" creationId="{8D34AF95-468B-C747-9DBB-376B164033C2}"/>
          </ac:inkMkLst>
        </pc:inkChg>
        <pc:inkChg chg="add">
          <ac:chgData name="Aggie Menezes" userId="74619c95fa3483c9" providerId="LiveId" clId="{46434A16-6657-C249-8D16-DE1750720466}" dt="2020-10-01T14:23:54.665" v="552"/>
          <ac:inkMkLst>
            <pc:docMk/>
            <pc:sldMk cId="2661242870" sldId="294"/>
            <ac:inkMk id="66" creationId="{62A7E333-014C-6A4B-A487-AD2E58A17C38}"/>
          </ac:inkMkLst>
        </pc:inkChg>
        <pc:inkChg chg="add">
          <ac:chgData name="Aggie Menezes" userId="74619c95fa3483c9" providerId="LiveId" clId="{46434A16-6657-C249-8D16-DE1750720466}" dt="2020-10-01T14:23:56.086" v="553"/>
          <ac:inkMkLst>
            <pc:docMk/>
            <pc:sldMk cId="2661242870" sldId="294"/>
            <ac:inkMk id="67" creationId="{F93D11DF-D8A0-FA40-BFC6-1DABA127FE28}"/>
          </ac:inkMkLst>
        </pc:inkChg>
        <pc:inkChg chg="add">
          <ac:chgData name="Aggie Menezes" userId="74619c95fa3483c9" providerId="LiveId" clId="{46434A16-6657-C249-8D16-DE1750720466}" dt="2020-10-01T14:23:57.246" v="554"/>
          <ac:inkMkLst>
            <pc:docMk/>
            <pc:sldMk cId="2661242870" sldId="294"/>
            <ac:inkMk id="68" creationId="{6DBFF793-867E-0743-96B3-8539B3DD54A0}"/>
          </ac:inkMkLst>
        </pc:inkChg>
        <pc:inkChg chg="add">
          <ac:chgData name="Aggie Menezes" userId="74619c95fa3483c9" providerId="LiveId" clId="{46434A16-6657-C249-8D16-DE1750720466}" dt="2020-10-01T14:24:00.563" v="556"/>
          <ac:inkMkLst>
            <pc:docMk/>
            <pc:sldMk cId="2661242870" sldId="294"/>
            <ac:inkMk id="70" creationId="{DC9A7DDE-B120-D141-9A67-A86318350614}"/>
          </ac:inkMkLst>
        </pc:inkChg>
        <pc:inkChg chg="add">
          <ac:chgData name="Aggie Menezes" userId="74619c95fa3483c9" providerId="LiveId" clId="{46434A16-6657-C249-8D16-DE1750720466}" dt="2020-10-01T14:24:01.079" v="557"/>
          <ac:inkMkLst>
            <pc:docMk/>
            <pc:sldMk cId="2661242870" sldId="294"/>
            <ac:inkMk id="71" creationId="{D962E730-D928-A944-A506-E19350F986D4}"/>
          </ac:inkMkLst>
        </pc:inkChg>
        <pc:inkChg chg="add">
          <ac:chgData name="Aggie Menezes" userId="74619c95fa3483c9" providerId="LiveId" clId="{46434A16-6657-C249-8D16-DE1750720466}" dt="2020-10-01T14:24:01.942" v="558"/>
          <ac:inkMkLst>
            <pc:docMk/>
            <pc:sldMk cId="2661242870" sldId="294"/>
            <ac:inkMk id="72" creationId="{C2433EC1-FC85-CB47-813F-D380F822EBF2}"/>
          </ac:inkMkLst>
        </pc:inkChg>
        <pc:inkChg chg="add">
          <ac:chgData name="Aggie Menezes" userId="74619c95fa3483c9" providerId="LiveId" clId="{46434A16-6657-C249-8D16-DE1750720466}" dt="2020-10-01T14:24:02.497" v="559"/>
          <ac:inkMkLst>
            <pc:docMk/>
            <pc:sldMk cId="2661242870" sldId="294"/>
            <ac:inkMk id="73" creationId="{49148AE1-5461-464B-A0C1-1ABE8980DABB}"/>
          </ac:inkMkLst>
        </pc:inkChg>
        <pc:inkChg chg="add">
          <ac:chgData name="Aggie Menezes" userId="74619c95fa3483c9" providerId="LiveId" clId="{46434A16-6657-C249-8D16-DE1750720466}" dt="2020-10-01T14:24:02.706" v="560"/>
          <ac:inkMkLst>
            <pc:docMk/>
            <pc:sldMk cId="2661242870" sldId="294"/>
            <ac:inkMk id="74" creationId="{862D8557-F64E-E840-A766-C211D4A34E79}"/>
          </ac:inkMkLst>
        </pc:inkChg>
        <pc:inkChg chg="add">
          <ac:chgData name="Aggie Menezes" userId="74619c95fa3483c9" providerId="LiveId" clId="{46434A16-6657-C249-8D16-DE1750720466}" dt="2020-10-01T14:24:02.873" v="561"/>
          <ac:inkMkLst>
            <pc:docMk/>
            <pc:sldMk cId="2661242870" sldId="294"/>
            <ac:inkMk id="75" creationId="{56546450-D61E-E644-8CC9-1EAD6E6A5692}"/>
          </ac:inkMkLst>
        </pc:inkChg>
        <pc:inkChg chg="add">
          <ac:chgData name="Aggie Menezes" userId="74619c95fa3483c9" providerId="LiveId" clId="{46434A16-6657-C249-8D16-DE1750720466}" dt="2020-10-01T14:24:08.373" v="563"/>
          <ac:inkMkLst>
            <pc:docMk/>
            <pc:sldMk cId="2661242870" sldId="294"/>
            <ac:inkMk id="77" creationId="{72353F24-8292-0A4D-A83B-5BBDCF3BA817}"/>
          </ac:inkMkLst>
        </pc:inkChg>
        <pc:inkChg chg="add">
          <ac:chgData name="Aggie Menezes" userId="74619c95fa3483c9" providerId="LiveId" clId="{46434A16-6657-C249-8D16-DE1750720466}" dt="2020-10-01T14:24:11.057" v="564"/>
          <ac:inkMkLst>
            <pc:docMk/>
            <pc:sldMk cId="2661242870" sldId="294"/>
            <ac:inkMk id="78" creationId="{95DBC50C-0D59-4E42-8967-F0F59D4C3495}"/>
          </ac:inkMkLst>
        </pc:inkChg>
        <pc:inkChg chg="add">
          <ac:chgData name="Aggie Menezes" userId="74619c95fa3483c9" providerId="LiveId" clId="{46434A16-6657-C249-8D16-DE1750720466}" dt="2020-10-01T14:24:12.438" v="565"/>
          <ac:inkMkLst>
            <pc:docMk/>
            <pc:sldMk cId="2661242870" sldId="294"/>
            <ac:inkMk id="79" creationId="{D320BA35-E9CD-6B4A-A51F-D20AC2311028}"/>
          </ac:inkMkLst>
        </pc:inkChg>
        <pc:inkChg chg="add">
          <ac:chgData name="Aggie Menezes" userId="74619c95fa3483c9" providerId="LiveId" clId="{46434A16-6657-C249-8D16-DE1750720466}" dt="2020-10-01T14:24:12.817" v="566"/>
          <ac:inkMkLst>
            <pc:docMk/>
            <pc:sldMk cId="2661242870" sldId="294"/>
            <ac:inkMk id="80" creationId="{3834A0BA-C3C5-0A46-A434-FD35AAB2999A}"/>
          </ac:inkMkLst>
        </pc:inkChg>
        <pc:inkChg chg="add">
          <ac:chgData name="Aggie Menezes" userId="74619c95fa3483c9" providerId="LiveId" clId="{46434A16-6657-C249-8D16-DE1750720466}" dt="2020-10-01T14:24:13.388" v="567"/>
          <ac:inkMkLst>
            <pc:docMk/>
            <pc:sldMk cId="2661242870" sldId="294"/>
            <ac:inkMk id="81" creationId="{933D712E-B83F-9945-85F6-2ED86D5A84AD}"/>
          </ac:inkMkLst>
        </pc:inkChg>
        <pc:inkChg chg="add">
          <ac:chgData name="Aggie Menezes" userId="74619c95fa3483c9" providerId="LiveId" clId="{46434A16-6657-C249-8D16-DE1750720466}" dt="2020-10-01T14:24:14.946" v="568"/>
          <ac:inkMkLst>
            <pc:docMk/>
            <pc:sldMk cId="2661242870" sldId="294"/>
            <ac:inkMk id="82" creationId="{DBB16926-A1DE-064B-9950-B537C344DFF0}"/>
          </ac:inkMkLst>
        </pc:inkChg>
        <pc:inkChg chg="add">
          <ac:chgData name="Aggie Menezes" userId="74619c95fa3483c9" providerId="LiveId" clId="{46434A16-6657-C249-8D16-DE1750720466}" dt="2020-10-01T14:24:15.526" v="569"/>
          <ac:inkMkLst>
            <pc:docMk/>
            <pc:sldMk cId="2661242870" sldId="294"/>
            <ac:inkMk id="83" creationId="{D1D148DF-1A53-FE4F-A574-34F64173C1AE}"/>
          </ac:inkMkLst>
        </pc:inkChg>
        <pc:inkChg chg="add">
          <ac:chgData name="Aggie Menezes" userId="74619c95fa3483c9" providerId="LiveId" clId="{46434A16-6657-C249-8D16-DE1750720466}" dt="2020-10-01T14:24:15.757" v="570"/>
          <ac:inkMkLst>
            <pc:docMk/>
            <pc:sldMk cId="2661242870" sldId="294"/>
            <ac:inkMk id="84" creationId="{EA704666-D445-7A45-AACB-D52D3C452186}"/>
          </ac:inkMkLst>
        </pc:inkChg>
        <pc:inkChg chg="add">
          <ac:chgData name="Aggie Menezes" userId="74619c95fa3483c9" providerId="LiveId" clId="{46434A16-6657-C249-8D16-DE1750720466}" dt="2020-10-01T14:24:15.916" v="571"/>
          <ac:inkMkLst>
            <pc:docMk/>
            <pc:sldMk cId="2661242870" sldId="294"/>
            <ac:inkMk id="85" creationId="{1BC9C871-7954-8F45-ACCF-A9FE2BC21F43}"/>
          </ac:inkMkLst>
        </pc:inkChg>
        <pc:inkChg chg="add">
          <ac:chgData name="Aggie Menezes" userId="74619c95fa3483c9" providerId="LiveId" clId="{46434A16-6657-C249-8D16-DE1750720466}" dt="2020-10-01T14:24:21.634" v="573"/>
          <ac:inkMkLst>
            <pc:docMk/>
            <pc:sldMk cId="2661242870" sldId="294"/>
            <ac:inkMk id="87" creationId="{2E210453-2BE2-2D41-B2D5-70B64A083FF9}"/>
          </ac:inkMkLst>
        </pc:inkChg>
        <pc:inkChg chg="add">
          <ac:chgData name="Aggie Menezes" userId="74619c95fa3483c9" providerId="LiveId" clId="{46434A16-6657-C249-8D16-DE1750720466}" dt="2020-10-01T14:24:22.075" v="574"/>
          <ac:inkMkLst>
            <pc:docMk/>
            <pc:sldMk cId="2661242870" sldId="294"/>
            <ac:inkMk id="88" creationId="{F115CDD1-44C5-7E4F-B6B3-28E2DA96E6F2}"/>
          </ac:inkMkLst>
        </pc:inkChg>
        <pc:inkChg chg="add">
          <ac:chgData name="Aggie Menezes" userId="74619c95fa3483c9" providerId="LiveId" clId="{46434A16-6657-C249-8D16-DE1750720466}" dt="2020-10-01T14:24:22.208" v="575"/>
          <ac:inkMkLst>
            <pc:docMk/>
            <pc:sldMk cId="2661242870" sldId="294"/>
            <ac:inkMk id="89" creationId="{B8485902-FA7D-234B-8F47-9EAB31075D28}"/>
          </ac:inkMkLst>
        </pc:inkChg>
        <pc:inkChg chg="add">
          <ac:chgData name="Aggie Menezes" userId="74619c95fa3483c9" providerId="LiveId" clId="{46434A16-6657-C249-8D16-DE1750720466}" dt="2020-10-01T14:24:22.790" v="576"/>
          <ac:inkMkLst>
            <pc:docMk/>
            <pc:sldMk cId="2661242870" sldId="294"/>
            <ac:inkMk id="90" creationId="{80D563A8-3D85-294C-9B48-315BC4899661}"/>
          </ac:inkMkLst>
        </pc:inkChg>
        <pc:inkChg chg="add">
          <ac:chgData name="Aggie Menezes" userId="74619c95fa3483c9" providerId="LiveId" clId="{46434A16-6657-C249-8D16-DE1750720466}" dt="2020-10-01T14:24:23.167" v="577"/>
          <ac:inkMkLst>
            <pc:docMk/>
            <pc:sldMk cId="2661242870" sldId="294"/>
            <ac:inkMk id="91" creationId="{BCA99F79-908A-F94B-8869-D4137B288AE0}"/>
          </ac:inkMkLst>
        </pc:inkChg>
        <pc:inkChg chg="add">
          <ac:chgData name="Aggie Menezes" userId="74619c95fa3483c9" providerId="LiveId" clId="{46434A16-6657-C249-8D16-DE1750720466}" dt="2020-10-01T14:24:23.276" v="578"/>
          <ac:inkMkLst>
            <pc:docMk/>
            <pc:sldMk cId="2661242870" sldId="294"/>
            <ac:inkMk id="92" creationId="{5CBC0FBE-F2B5-6248-B939-551B94909DC0}"/>
          </ac:inkMkLst>
        </pc:inkChg>
        <pc:inkChg chg="add">
          <ac:chgData name="Aggie Menezes" userId="74619c95fa3483c9" providerId="LiveId" clId="{46434A16-6657-C249-8D16-DE1750720466}" dt="2020-10-01T14:24:24.231" v="579"/>
          <ac:inkMkLst>
            <pc:docMk/>
            <pc:sldMk cId="2661242870" sldId="294"/>
            <ac:inkMk id="93" creationId="{74BC2B86-E4EF-0C46-AE5B-F1E8B8E80FA1}"/>
          </ac:inkMkLst>
        </pc:inkChg>
        <pc:inkChg chg="add">
          <ac:chgData name="Aggie Menezes" userId="74619c95fa3483c9" providerId="LiveId" clId="{46434A16-6657-C249-8D16-DE1750720466}" dt="2020-10-01T14:24:24.809" v="580"/>
          <ac:inkMkLst>
            <pc:docMk/>
            <pc:sldMk cId="2661242870" sldId="294"/>
            <ac:inkMk id="94" creationId="{1C73FED6-3618-2345-8543-1A4315AE2760}"/>
          </ac:inkMkLst>
        </pc:inkChg>
        <pc:inkChg chg="add">
          <ac:chgData name="Aggie Menezes" userId="74619c95fa3483c9" providerId="LiveId" clId="{46434A16-6657-C249-8D16-DE1750720466}" dt="2020-10-01T14:24:24.991" v="581"/>
          <ac:inkMkLst>
            <pc:docMk/>
            <pc:sldMk cId="2661242870" sldId="294"/>
            <ac:inkMk id="95" creationId="{D0D2FE75-FE5A-D340-841D-D3CB1F424124}"/>
          </ac:inkMkLst>
        </pc:inkChg>
        <pc:inkChg chg="add">
          <ac:chgData name="Aggie Menezes" userId="74619c95fa3483c9" providerId="LiveId" clId="{46434A16-6657-C249-8D16-DE1750720466}" dt="2020-10-01T14:24:25.548" v="582"/>
          <ac:inkMkLst>
            <pc:docMk/>
            <pc:sldMk cId="2661242870" sldId="294"/>
            <ac:inkMk id="96" creationId="{4970AD2F-2E99-2341-A511-B64418666362}"/>
          </ac:inkMkLst>
        </pc:inkChg>
        <pc:inkChg chg="add">
          <ac:chgData name="Aggie Menezes" userId="74619c95fa3483c9" providerId="LiveId" clId="{46434A16-6657-C249-8D16-DE1750720466}" dt="2020-10-01T14:24:25.938" v="583"/>
          <ac:inkMkLst>
            <pc:docMk/>
            <pc:sldMk cId="2661242870" sldId="294"/>
            <ac:inkMk id="97" creationId="{2A8481F6-20CD-FE4F-9985-63B1EA4F1C34}"/>
          </ac:inkMkLst>
        </pc:inkChg>
        <pc:inkChg chg="add">
          <ac:chgData name="Aggie Menezes" userId="74619c95fa3483c9" providerId="LiveId" clId="{46434A16-6657-C249-8D16-DE1750720466}" dt="2020-10-01T14:24:26.057" v="584"/>
          <ac:inkMkLst>
            <pc:docMk/>
            <pc:sldMk cId="2661242870" sldId="294"/>
            <ac:inkMk id="98" creationId="{4503B1EF-B9F0-3649-BD1C-2C7CC68B8ED9}"/>
          </ac:inkMkLst>
        </pc:inkChg>
        <pc:inkChg chg="add topLvl">
          <ac:chgData name="Aggie Menezes" userId="74619c95fa3483c9" providerId="LiveId" clId="{46434A16-6657-C249-8D16-DE1750720466}" dt="2020-10-01T14:25:24.607" v="599"/>
          <ac:inkMkLst>
            <pc:docMk/>
            <pc:sldMk cId="2661242870" sldId="294"/>
            <ac:inkMk id="101" creationId="{68D87293-B98B-EF42-A883-EE0661CF325B}"/>
          </ac:inkMkLst>
        </pc:inkChg>
        <pc:inkChg chg="add topLvl">
          <ac:chgData name="Aggie Menezes" userId="74619c95fa3483c9" providerId="LiveId" clId="{46434A16-6657-C249-8D16-DE1750720466}" dt="2020-10-01T14:25:24.607" v="599"/>
          <ac:inkMkLst>
            <pc:docMk/>
            <pc:sldMk cId="2661242870" sldId="294"/>
            <ac:inkMk id="102" creationId="{83E7F83D-CEF6-0A44-8198-37030798D525}"/>
          </ac:inkMkLst>
        </pc:inkChg>
        <pc:inkChg chg="add topLvl">
          <ac:chgData name="Aggie Menezes" userId="74619c95fa3483c9" providerId="LiveId" clId="{46434A16-6657-C249-8D16-DE1750720466}" dt="2020-10-01T14:25:24.607" v="599"/>
          <ac:inkMkLst>
            <pc:docMk/>
            <pc:sldMk cId="2661242870" sldId="294"/>
            <ac:inkMk id="103" creationId="{DFE21355-7881-624F-B093-7F5FC7DDED5E}"/>
          </ac:inkMkLst>
        </pc:inkChg>
        <pc:inkChg chg="add topLvl">
          <ac:chgData name="Aggie Menezes" userId="74619c95fa3483c9" providerId="LiveId" clId="{46434A16-6657-C249-8D16-DE1750720466}" dt="2020-10-01T14:25:24.607" v="599"/>
          <ac:inkMkLst>
            <pc:docMk/>
            <pc:sldMk cId="2661242870" sldId="294"/>
            <ac:inkMk id="104" creationId="{A9E2F2F0-BE3C-8246-9F61-640422F3CF34}"/>
          </ac:inkMkLst>
        </pc:inkChg>
        <pc:inkChg chg="add topLvl">
          <ac:chgData name="Aggie Menezes" userId="74619c95fa3483c9" providerId="LiveId" clId="{46434A16-6657-C249-8D16-DE1750720466}" dt="2020-10-01T14:25:24.607" v="599"/>
          <ac:inkMkLst>
            <pc:docMk/>
            <pc:sldMk cId="2661242870" sldId="294"/>
            <ac:inkMk id="105" creationId="{19F0D37B-ED12-6A48-BF5D-3F8AC0D28FD1}"/>
          </ac:inkMkLst>
        </pc:inkChg>
        <pc:inkChg chg="add topLvl">
          <ac:chgData name="Aggie Menezes" userId="74619c95fa3483c9" providerId="LiveId" clId="{46434A16-6657-C249-8D16-DE1750720466}" dt="2020-10-01T14:25:24.607" v="599"/>
          <ac:inkMkLst>
            <pc:docMk/>
            <pc:sldMk cId="2661242870" sldId="294"/>
            <ac:inkMk id="106" creationId="{B247A3B2-D23E-E741-9245-E3D54182EA4A}"/>
          </ac:inkMkLst>
        </pc:inkChg>
        <pc:inkChg chg="add topLvl">
          <ac:chgData name="Aggie Menezes" userId="74619c95fa3483c9" providerId="LiveId" clId="{46434A16-6657-C249-8D16-DE1750720466}" dt="2020-10-01T14:25:24.607" v="599"/>
          <ac:inkMkLst>
            <pc:docMk/>
            <pc:sldMk cId="2661242870" sldId="294"/>
            <ac:inkMk id="107" creationId="{9459DFEF-0DD3-0747-A29C-63797C033B33}"/>
          </ac:inkMkLst>
        </pc:inkChg>
        <pc:inkChg chg="add topLvl">
          <ac:chgData name="Aggie Menezes" userId="74619c95fa3483c9" providerId="LiveId" clId="{46434A16-6657-C249-8D16-DE1750720466}" dt="2020-10-01T14:25:24.607" v="599"/>
          <ac:inkMkLst>
            <pc:docMk/>
            <pc:sldMk cId="2661242870" sldId="294"/>
            <ac:inkMk id="108" creationId="{76FCFC88-213D-2047-93C9-5A40CEDAF9BF}"/>
          </ac:inkMkLst>
        </pc:inkChg>
        <pc:inkChg chg="add topLvl">
          <ac:chgData name="Aggie Menezes" userId="74619c95fa3483c9" providerId="LiveId" clId="{46434A16-6657-C249-8D16-DE1750720466}" dt="2020-10-01T14:25:24.607" v="599"/>
          <ac:inkMkLst>
            <pc:docMk/>
            <pc:sldMk cId="2661242870" sldId="294"/>
            <ac:inkMk id="109" creationId="{25EA871E-9085-754D-89BE-10B72C1E46C1}"/>
          </ac:inkMkLst>
        </pc:inkChg>
        <pc:inkChg chg="add topLvl">
          <ac:chgData name="Aggie Menezes" userId="74619c95fa3483c9" providerId="LiveId" clId="{46434A16-6657-C249-8D16-DE1750720466}" dt="2020-10-01T14:25:24.607" v="599"/>
          <ac:inkMkLst>
            <pc:docMk/>
            <pc:sldMk cId="2661242870" sldId="294"/>
            <ac:inkMk id="110" creationId="{95D5833C-3881-6E45-8BAF-32D66BB0EDCF}"/>
          </ac:inkMkLst>
        </pc:inkChg>
        <pc:inkChg chg="add">
          <ac:chgData name="Aggie Menezes" userId="74619c95fa3483c9" providerId="LiveId" clId="{46434A16-6657-C249-8D16-DE1750720466}" dt="2020-10-01T14:25:22.977" v="597"/>
          <ac:inkMkLst>
            <pc:docMk/>
            <pc:sldMk cId="2661242870" sldId="294"/>
            <ac:inkMk id="112" creationId="{0318C8BC-211D-D44A-B502-8BCAD4280482}"/>
          </ac:inkMkLst>
        </pc:inkChg>
        <pc:inkChg chg="add">
          <ac:chgData name="Aggie Menezes" userId="74619c95fa3483c9" providerId="LiveId" clId="{46434A16-6657-C249-8D16-DE1750720466}" dt="2020-10-01T14:25:23.916" v="598"/>
          <ac:inkMkLst>
            <pc:docMk/>
            <pc:sldMk cId="2661242870" sldId="294"/>
            <ac:inkMk id="113" creationId="{CCB16A95-FFA7-0F4F-BFF1-BA212F9F1232}"/>
          </ac:inkMkLst>
        </pc:inkChg>
        <pc:inkChg chg="add">
          <ac:chgData name="Aggie Menezes" userId="74619c95fa3483c9" providerId="LiveId" clId="{46434A16-6657-C249-8D16-DE1750720466}" dt="2020-10-01T14:25:25.938" v="600"/>
          <ac:inkMkLst>
            <pc:docMk/>
            <pc:sldMk cId="2661242870" sldId="294"/>
            <ac:inkMk id="115" creationId="{781AFF42-A202-814B-9C15-762937163828}"/>
          </ac:inkMkLst>
        </pc:inkChg>
        <pc:inkChg chg="add">
          <ac:chgData name="Aggie Menezes" userId="74619c95fa3483c9" providerId="LiveId" clId="{46434A16-6657-C249-8D16-DE1750720466}" dt="2020-10-01T14:25:26.797" v="601"/>
          <ac:inkMkLst>
            <pc:docMk/>
            <pc:sldMk cId="2661242870" sldId="294"/>
            <ac:inkMk id="116" creationId="{0CCAF23E-1D04-574B-A13B-04F29BF1398A}"/>
          </ac:inkMkLst>
        </pc:inkChg>
        <pc:inkChg chg="add">
          <ac:chgData name="Aggie Menezes" userId="74619c95fa3483c9" providerId="LiveId" clId="{46434A16-6657-C249-8D16-DE1750720466}" dt="2020-10-01T14:25:38.808" v="603"/>
          <ac:inkMkLst>
            <pc:docMk/>
            <pc:sldMk cId="2661242870" sldId="294"/>
            <ac:inkMk id="118" creationId="{651EABC6-ECD8-1C45-8500-1725E7BD79F1}"/>
          </ac:inkMkLst>
        </pc:inkChg>
        <pc:inkChg chg="add">
          <ac:chgData name="Aggie Menezes" userId="74619c95fa3483c9" providerId="LiveId" clId="{46434A16-6657-C249-8D16-DE1750720466}" dt="2020-10-01T14:25:39.421" v="604"/>
          <ac:inkMkLst>
            <pc:docMk/>
            <pc:sldMk cId="2661242870" sldId="294"/>
            <ac:inkMk id="119" creationId="{C5A3E1F3-422D-9A40-B556-A269A35D3C1C}"/>
          </ac:inkMkLst>
        </pc:inkChg>
        <pc:inkChg chg="add">
          <ac:chgData name="Aggie Menezes" userId="74619c95fa3483c9" providerId="LiveId" clId="{46434A16-6657-C249-8D16-DE1750720466}" dt="2020-10-01T14:25:51.157" v="606"/>
          <ac:inkMkLst>
            <pc:docMk/>
            <pc:sldMk cId="2661242870" sldId="294"/>
            <ac:inkMk id="121" creationId="{667EF75D-0495-B44B-BDA3-03CCB1468E8D}"/>
          </ac:inkMkLst>
        </pc:inkChg>
        <pc:inkChg chg="add del">
          <ac:chgData name="Aggie Menezes" userId="74619c95fa3483c9" providerId="LiveId" clId="{46434A16-6657-C249-8D16-DE1750720466}" dt="2020-10-01T14:27:23.122" v="611" actId="478"/>
          <ac:inkMkLst>
            <pc:docMk/>
            <pc:sldMk cId="2661242870" sldId="294"/>
            <ac:inkMk id="122" creationId="{86383100-F9D2-BB41-8CB5-EE6F68CC5605}"/>
          </ac:inkMkLst>
        </pc:inkChg>
        <pc:inkChg chg="add del">
          <ac:chgData name="Aggie Menezes" userId="74619c95fa3483c9" providerId="LiveId" clId="{46434A16-6657-C249-8D16-DE1750720466}" dt="2020-10-01T14:27:21.189" v="610" actId="478"/>
          <ac:inkMkLst>
            <pc:docMk/>
            <pc:sldMk cId="2661242870" sldId="294"/>
            <ac:inkMk id="124" creationId="{B8CB6F1E-B219-7E47-9545-7C815CA720F6}"/>
          </ac:inkMkLst>
        </pc:inkChg>
        <pc:inkChg chg="add">
          <ac:chgData name="Aggie Menezes" userId="74619c95fa3483c9" providerId="LiveId" clId="{46434A16-6657-C249-8D16-DE1750720466}" dt="2020-10-01T14:53:22.885" v="770"/>
          <ac:inkMkLst>
            <pc:docMk/>
            <pc:sldMk cId="2661242870" sldId="294"/>
            <ac:inkMk id="125" creationId="{81076EB1-FF7A-9B4C-99E0-9704E9F44A5E}"/>
          </ac:inkMkLst>
        </pc:inkChg>
        <pc:inkChg chg="add">
          <ac:chgData name="Aggie Menezes" userId="74619c95fa3483c9" providerId="LiveId" clId="{46434A16-6657-C249-8D16-DE1750720466}" dt="2020-10-01T14:53:24.257" v="771"/>
          <ac:inkMkLst>
            <pc:docMk/>
            <pc:sldMk cId="2661242870" sldId="294"/>
            <ac:inkMk id="126" creationId="{A1375648-4ECA-4947-B2FA-8055F45E9747}"/>
          </ac:inkMkLst>
        </pc:inkChg>
        <pc:inkChg chg="add">
          <ac:chgData name="Aggie Menezes" userId="74619c95fa3483c9" providerId="LiveId" clId="{46434A16-6657-C249-8D16-DE1750720466}" dt="2020-10-01T14:53:40.661" v="772"/>
          <ac:inkMkLst>
            <pc:docMk/>
            <pc:sldMk cId="2661242870" sldId="294"/>
            <ac:inkMk id="127" creationId="{CF5AB04F-D205-6A44-AFBA-92B5C56FD2A0}"/>
          </ac:inkMkLst>
        </pc:inkChg>
        <pc:inkChg chg="add">
          <ac:chgData name="Aggie Menezes" userId="74619c95fa3483c9" providerId="LiveId" clId="{46434A16-6657-C249-8D16-DE1750720466}" dt="2020-10-01T14:53:41.889" v="773"/>
          <ac:inkMkLst>
            <pc:docMk/>
            <pc:sldMk cId="2661242870" sldId="294"/>
            <ac:inkMk id="128" creationId="{9C3F6A7B-963A-714B-8717-76BD2453724E}"/>
          </ac:inkMkLst>
        </pc:inkChg>
        <pc:inkChg chg="add">
          <ac:chgData name="Aggie Menezes" userId="74619c95fa3483c9" providerId="LiveId" clId="{46434A16-6657-C249-8D16-DE1750720466}" dt="2020-10-01T14:53:46.695" v="775"/>
          <ac:inkMkLst>
            <pc:docMk/>
            <pc:sldMk cId="2661242870" sldId="294"/>
            <ac:inkMk id="130" creationId="{17BAD4C8-E099-B14F-BE51-C195AE98EA3F}"/>
          </ac:inkMkLst>
        </pc:inkChg>
        <pc:inkChg chg="add">
          <ac:chgData name="Aggie Menezes" userId="74619c95fa3483c9" providerId="LiveId" clId="{46434A16-6657-C249-8D16-DE1750720466}" dt="2020-10-01T14:53:48.056" v="776"/>
          <ac:inkMkLst>
            <pc:docMk/>
            <pc:sldMk cId="2661242870" sldId="294"/>
            <ac:inkMk id="131" creationId="{123FCC81-2A7A-2C4E-BC3E-351BCC04CF0A}"/>
          </ac:inkMkLst>
        </pc:inkChg>
        <pc:inkChg chg="add">
          <ac:chgData name="Aggie Menezes" userId="74619c95fa3483c9" providerId="LiveId" clId="{46434A16-6657-C249-8D16-DE1750720466}" dt="2020-10-01T14:53:49.007" v="777"/>
          <ac:inkMkLst>
            <pc:docMk/>
            <pc:sldMk cId="2661242870" sldId="294"/>
            <ac:inkMk id="132" creationId="{E5AAF380-944A-6947-845A-DB79E09391BE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34" creationId="{757D9373-54EB-FA4B-8F2F-A82B354C8F13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35" creationId="{E1D70B5B-34D4-F743-8FEB-F85A5767E5E7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37" creationId="{C5B7D927-FABC-5D4F-ACB3-1A2FF2DD96FC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38" creationId="{7D687D01-D359-FB4F-803B-B7B5D31C3EF4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39" creationId="{C4DC849A-0D24-ED4B-A85B-2E63C81A9B4F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40" creationId="{764B2226-995C-4342-9BD9-CE87D291A95F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42" creationId="{AF6C7420-BB0C-1D46-A9F2-BC6C27E7711F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43" creationId="{5ABA2E16-F7E1-A047-AA54-6F032A3ED92C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44" creationId="{A67F37F8-F2B9-C045-9479-03C8802E2B04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45" creationId="{FB56902F-52C8-154D-AFDD-A7DB7450E6F8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46" creationId="{1C92EF1F-2F0E-FC42-A6C8-279FE6508B1D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48" creationId="{DF7D9E0C-E804-4443-BB5E-6AF4F473F6B5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49" creationId="{3AB43C0F-4AE5-F741-BD39-DA0AE49AC1BC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50" creationId="{337C1D3B-A90C-1C40-B57C-1C7B331D9124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51" creationId="{36FD33F8-859F-CA49-94B9-56ED200E4E23}"/>
          </ac:inkMkLst>
        </pc:inkChg>
        <pc:inkChg chg="add topLvl">
          <ac:chgData name="Aggie Menezes" userId="74619c95fa3483c9" providerId="LiveId" clId="{46434A16-6657-C249-8D16-DE1750720466}" dt="2020-10-01T14:54:41.770" v="806"/>
          <ac:inkMkLst>
            <pc:docMk/>
            <pc:sldMk cId="2661242870" sldId="294"/>
            <ac:inkMk id="153" creationId="{651A4E7D-B75C-5040-8032-18D700883F9B}"/>
          </ac:inkMkLst>
        </pc:inkChg>
        <pc:inkChg chg="add topLvl">
          <ac:chgData name="Aggie Menezes" userId="74619c95fa3483c9" providerId="LiveId" clId="{46434A16-6657-C249-8D16-DE1750720466}" dt="2020-10-01T14:54:46.327" v="810"/>
          <ac:inkMkLst>
            <pc:docMk/>
            <pc:sldMk cId="2661242870" sldId="294"/>
            <ac:inkMk id="155" creationId="{3BB5AF52-E05A-334D-8878-49D46BC7F47D}"/>
          </ac:inkMkLst>
        </pc:inkChg>
        <pc:inkChg chg="add">
          <ac:chgData name="Aggie Menezes" userId="74619c95fa3483c9" providerId="LiveId" clId="{46434A16-6657-C249-8D16-DE1750720466}" dt="2020-10-01T14:54:44.665" v="807"/>
          <ac:inkMkLst>
            <pc:docMk/>
            <pc:sldMk cId="2661242870" sldId="294"/>
            <ac:inkMk id="157" creationId="{065C08AD-4853-2742-93FF-E392B581F2CA}"/>
          </ac:inkMkLst>
        </pc:inkChg>
        <pc:inkChg chg="add">
          <ac:chgData name="Aggie Menezes" userId="74619c95fa3483c9" providerId="LiveId" clId="{46434A16-6657-C249-8D16-DE1750720466}" dt="2020-10-01T14:54:45.118" v="808"/>
          <ac:inkMkLst>
            <pc:docMk/>
            <pc:sldMk cId="2661242870" sldId="294"/>
            <ac:inkMk id="158" creationId="{5BB3FE18-5203-F646-8A95-DE1568D6F9B4}"/>
          </ac:inkMkLst>
        </pc:inkChg>
        <pc:inkChg chg="add">
          <ac:chgData name="Aggie Menezes" userId="74619c95fa3483c9" providerId="LiveId" clId="{46434A16-6657-C249-8D16-DE1750720466}" dt="2020-10-01T14:54:45.552" v="809"/>
          <ac:inkMkLst>
            <pc:docMk/>
            <pc:sldMk cId="2661242870" sldId="294"/>
            <ac:inkMk id="159" creationId="{46C00FF0-EB2C-F049-96E4-427CCD31A787}"/>
          </ac:inkMkLst>
        </pc:inkChg>
        <pc:inkChg chg="add">
          <ac:chgData name="Aggie Menezes" userId="74619c95fa3483c9" providerId="LiveId" clId="{46434A16-6657-C249-8D16-DE1750720466}" dt="2020-10-01T14:54:47.802" v="811"/>
          <ac:inkMkLst>
            <pc:docMk/>
            <pc:sldMk cId="2661242870" sldId="294"/>
            <ac:inkMk id="161" creationId="{6F7DE1E2-20B5-BE41-8B30-846A0EC7D62C}"/>
          </ac:inkMkLst>
        </pc:inkChg>
        <pc:inkChg chg="add">
          <ac:chgData name="Aggie Menezes" userId="74619c95fa3483c9" providerId="LiveId" clId="{46434A16-6657-C249-8D16-DE1750720466}" dt="2020-10-01T14:54:56.036" v="812"/>
          <ac:inkMkLst>
            <pc:docMk/>
            <pc:sldMk cId="2661242870" sldId="294"/>
            <ac:inkMk id="162" creationId="{EC34D176-3A68-184E-8485-CF597532EA2A}"/>
          </ac:inkMkLst>
        </pc:inkChg>
        <pc:inkChg chg="add del topLvl">
          <ac:chgData name="Aggie Menezes" userId="74619c95fa3483c9" providerId="LiveId" clId="{46434A16-6657-C249-8D16-DE1750720466}" dt="2020-10-01T15:56:11.861" v="1273"/>
          <ac:inkMkLst>
            <pc:docMk/>
            <pc:sldMk cId="2661242870" sldId="294"/>
            <ac:inkMk id="163" creationId="{C662548C-AF6D-8B4C-8CE6-CC6DA9F7DB5A}"/>
          </ac:inkMkLst>
        </pc:inkChg>
        <pc:inkChg chg="add del topLvl">
          <ac:chgData name="Aggie Menezes" userId="74619c95fa3483c9" providerId="LiveId" clId="{46434A16-6657-C249-8D16-DE1750720466}" dt="2020-10-01T15:56:11.854" v="1271"/>
          <ac:inkMkLst>
            <pc:docMk/>
            <pc:sldMk cId="2661242870" sldId="294"/>
            <ac:inkMk id="164" creationId="{9CC72D80-D7F9-3A43-A89A-F0891A5448EB}"/>
          </ac:inkMkLst>
        </pc:inkChg>
        <pc:inkChg chg="add del topLvl">
          <ac:chgData name="Aggie Menezes" userId="74619c95fa3483c9" providerId="LiveId" clId="{46434A16-6657-C249-8D16-DE1750720466}" dt="2020-10-01T15:56:11.871" v="1276"/>
          <ac:inkMkLst>
            <pc:docMk/>
            <pc:sldMk cId="2661242870" sldId="294"/>
            <ac:inkMk id="166" creationId="{254DC102-7855-9442-965A-949320F5F645}"/>
          </ac:inkMkLst>
        </pc:inkChg>
        <pc:inkChg chg="add del topLvl">
          <ac:chgData name="Aggie Menezes" userId="74619c95fa3483c9" providerId="LiveId" clId="{46434A16-6657-C249-8D16-DE1750720466}" dt="2020-10-01T15:56:11.865" v="1274"/>
          <ac:inkMkLst>
            <pc:docMk/>
            <pc:sldMk cId="2661242870" sldId="294"/>
            <ac:inkMk id="168" creationId="{115B4BAC-ADA8-4F40-8DBE-A97D6ED460E6}"/>
          </ac:inkMkLst>
        </pc:inkChg>
        <pc:inkChg chg="add del topLvl">
          <ac:chgData name="Aggie Menezes" userId="74619c95fa3483c9" providerId="LiveId" clId="{46434A16-6657-C249-8D16-DE1750720466}" dt="2020-10-01T15:56:11.858" v="1272"/>
          <ac:inkMkLst>
            <pc:docMk/>
            <pc:sldMk cId="2661242870" sldId="294"/>
            <ac:inkMk id="169" creationId="{204292DC-B6B6-7243-9654-AB62C86912BF}"/>
          </ac:inkMkLst>
        </pc:inkChg>
        <pc:inkChg chg="add del">
          <ac:chgData name="Aggie Menezes" userId="74619c95fa3483c9" providerId="LiveId" clId="{46434A16-6657-C249-8D16-DE1750720466}" dt="2020-10-01T15:56:11.867" v="1275"/>
          <ac:inkMkLst>
            <pc:docMk/>
            <pc:sldMk cId="2661242870" sldId="294"/>
            <ac:inkMk id="171" creationId="{FC332C73-4009-DE41-89F3-4FE3FFC86F1B}"/>
          </ac:inkMkLst>
        </pc:inkChg>
        <pc:inkChg chg="add del topLvl">
          <ac:chgData name="Aggie Menezes" userId="74619c95fa3483c9" providerId="LiveId" clId="{46434A16-6657-C249-8D16-DE1750720466}" dt="2020-10-01T15:56:11.877" v="1277"/>
          <ac:inkMkLst>
            <pc:docMk/>
            <pc:sldMk cId="2661242870" sldId="294"/>
            <ac:inkMk id="172" creationId="{5C32109D-51DC-534D-9E3C-86BC27D1EC54}"/>
          </ac:inkMkLst>
        </pc:inkChg>
        <pc:inkChg chg="add topLvl">
          <ac:chgData name="Aggie Menezes" userId="74619c95fa3483c9" providerId="LiveId" clId="{46434A16-6657-C249-8D16-DE1750720466}" dt="2020-10-01T15:56:34.303" v="1294"/>
          <ac:inkMkLst>
            <pc:docMk/>
            <pc:sldMk cId="2661242870" sldId="294"/>
            <ac:inkMk id="174" creationId="{991C8C4E-D9F0-C547-A30F-F325784A7327}"/>
          </ac:inkMkLst>
        </pc:inkChg>
        <pc:inkChg chg="add topLvl">
          <ac:chgData name="Aggie Menezes" userId="74619c95fa3483c9" providerId="LiveId" clId="{46434A16-6657-C249-8D16-DE1750720466}" dt="2020-10-01T15:56:34.303" v="1294"/>
          <ac:inkMkLst>
            <pc:docMk/>
            <pc:sldMk cId="2661242870" sldId="294"/>
            <ac:inkMk id="175" creationId="{83B9D1F4-EA37-8440-820A-25A9DC30A0EE}"/>
          </ac:inkMkLst>
        </pc:inkChg>
        <pc:inkChg chg="add topLvl">
          <ac:chgData name="Aggie Menezes" userId="74619c95fa3483c9" providerId="LiveId" clId="{46434A16-6657-C249-8D16-DE1750720466}" dt="2020-10-01T15:56:34.303" v="1294"/>
          <ac:inkMkLst>
            <pc:docMk/>
            <pc:sldMk cId="2661242870" sldId="294"/>
            <ac:inkMk id="176" creationId="{EF8633F0-D91B-3345-8FE9-1DBB51C0EB60}"/>
          </ac:inkMkLst>
        </pc:inkChg>
        <pc:inkChg chg="add topLvl">
          <ac:chgData name="Aggie Menezes" userId="74619c95fa3483c9" providerId="LiveId" clId="{46434A16-6657-C249-8D16-DE1750720466}" dt="2020-10-01T15:56:34.303" v="1294"/>
          <ac:inkMkLst>
            <pc:docMk/>
            <pc:sldMk cId="2661242870" sldId="294"/>
            <ac:inkMk id="177" creationId="{AC7A0550-1038-B242-9145-28D8E8594792}"/>
          </ac:inkMkLst>
        </pc:inkChg>
        <pc:inkChg chg="add topLvl">
          <ac:chgData name="Aggie Menezes" userId="74619c95fa3483c9" providerId="LiveId" clId="{46434A16-6657-C249-8D16-DE1750720466}" dt="2020-10-01T15:56:34.303" v="1294"/>
          <ac:inkMkLst>
            <pc:docMk/>
            <pc:sldMk cId="2661242870" sldId="294"/>
            <ac:inkMk id="178" creationId="{577E3499-44F0-F643-B9A5-C549CC7539E3}"/>
          </ac:inkMkLst>
        </pc:inkChg>
        <pc:inkChg chg="add topLvl">
          <ac:chgData name="Aggie Menezes" userId="74619c95fa3483c9" providerId="LiveId" clId="{46434A16-6657-C249-8D16-DE1750720466}" dt="2020-10-01T15:56:34.303" v="1294"/>
          <ac:inkMkLst>
            <pc:docMk/>
            <pc:sldMk cId="2661242870" sldId="294"/>
            <ac:inkMk id="180" creationId="{2D36463E-3637-A14D-BCE7-74600F87B21B}"/>
          </ac:inkMkLst>
        </pc:inkChg>
        <pc:inkChg chg="add topLvl">
          <ac:chgData name="Aggie Menezes" userId="74619c95fa3483c9" providerId="LiveId" clId="{46434A16-6657-C249-8D16-DE1750720466}" dt="2020-10-01T15:56:34.303" v="1294"/>
          <ac:inkMkLst>
            <pc:docMk/>
            <pc:sldMk cId="2661242870" sldId="294"/>
            <ac:inkMk id="181" creationId="{841F4791-93DD-F34A-8A3A-0F9F00F685F1}"/>
          </ac:inkMkLst>
        </pc:inkChg>
        <pc:inkChg chg="add topLvl">
          <ac:chgData name="Aggie Menezes" userId="74619c95fa3483c9" providerId="LiveId" clId="{46434A16-6657-C249-8D16-DE1750720466}" dt="2020-10-01T15:56:34.303" v="1294"/>
          <ac:inkMkLst>
            <pc:docMk/>
            <pc:sldMk cId="2661242870" sldId="294"/>
            <ac:inkMk id="183" creationId="{512E21E2-CDF4-4D4B-80D3-B09213CEF37A}"/>
          </ac:inkMkLst>
        </pc:inkChg>
        <pc:inkChg chg="add topLvl">
          <ac:chgData name="Aggie Menezes" userId="74619c95fa3483c9" providerId="LiveId" clId="{46434A16-6657-C249-8D16-DE1750720466}" dt="2020-10-01T15:56:34.303" v="1294"/>
          <ac:inkMkLst>
            <pc:docMk/>
            <pc:sldMk cId="2661242870" sldId="294"/>
            <ac:inkMk id="184" creationId="{C284CB4D-E376-3948-BF71-E00B303CDE52}"/>
          </ac:inkMkLst>
        </pc:inkChg>
        <pc:inkChg chg="add topLvl">
          <ac:chgData name="Aggie Menezes" userId="74619c95fa3483c9" providerId="LiveId" clId="{46434A16-6657-C249-8D16-DE1750720466}" dt="2020-10-01T15:56:34.303" v="1294"/>
          <ac:inkMkLst>
            <pc:docMk/>
            <pc:sldMk cId="2661242870" sldId="294"/>
            <ac:inkMk id="186" creationId="{94D0EE65-610A-974A-9F04-5715A068108D}"/>
          </ac:inkMkLst>
        </pc:inkChg>
        <pc:inkChg chg="add topLvl">
          <ac:chgData name="Aggie Menezes" userId="74619c95fa3483c9" providerId="LiveId" clId="{46434A16-6657-C249-8D16-DE1750720466}" dt="2020-10-01T15:56:34.303" v="1294"/>
          <ac:inkMkLst>
            <pc:docMk/>
            <pc:sldMk cId="2661242870" sldId="294"/>
            <ac:inkMk id="187" creationId="{35377A1F-60E5-1742-9C8F-D808FDCFCB35}"/>
          </ac:inkMkLst>
        </pc:inkChg>
        <pc:inkChg chg="add">
          <ac:chgData name="Aggie Menezes" userId="74619c95fa3483c9" providerId="LiveId" clId="{46434A16-6657-C249-8D16-DE1750720466}" dt="2020-10-01T15:56:33.761" v="1293"/>
          <ac:inkMkLst>
            <pc:docMk/>
            <pc:sldMk cId="2661242870" sldId="294"/>
            <ac:inkMk id="189" creationId="{62F23521-9877-0E4F-835C-E5DFC16E4146}"/>
          </ac:inkMkLst>
        </pc:inkChg>
        <pc:inkChg chg="add">
          <ac:chgData name="Aggie Menezes" userId="74619c95fa3483c9" providerId="LiveId" clId="{46434A16-6657-C249-8D16-DE1750720466}" dt="2020-10-01T15:56:39.226" v="1295"/>
          <ac:inkMkLst>
            <pc:docMk/>
            <pc:sldMk cId="2661242870" sldId="294"/>
            <ac:inkMk id="191" creationId="{1ADA40BA-BC08-454B-8353-36E219D2CB97}"/>
          </ac:inkMkLst>
        </pc:inkChg>
        <pc:inkChg chg="add topLvl">
          <ac:chgData name="Aggie Menezes" userId="74619c95fa3483c9" providerId="LiveId" clId="{46434A16-6657-C249-8D16-DE1750720466}" dt="2020-10-01T15:57:11.538" v="1320"/>
          <ac:inkMkLst>
            <pc:docMk/>
            <pc:sldMk cId="2661242870" sldId="294"/>
            <ac:inkMk id="192" creationId="{382E5D2D-B0BD-BF41-90AC-58C0A971DD8D}"/>
          </ac:inkMkLst>
        </pc:inkChg>
        <pc:inkChg chg="add topLvl">
          <ac:chgData name="Aggie Menezes" userId="74619c95fa3483c9" providerId="LiveId" clId="{46434A16-6657-C249-8D16-DE1750720466}" dt="2020-10-01T15:57:11.538" v="1320"/>
          <ac:inkMkLst>
            <pc:docMk/>
            <pc:sldMk cId="2661242870" sldId="294"/>
            <ac:inkMk id="193" creationId="{BBBBDE51-2CA9-5449-8673-D7C38A8A152D}"/>
          </ac:inkMkLst>
        </pc:inkChg>
        <pc:inkChg chg="add topLvl">
          <ac:chgData name="Aggie Menezes" userId="74619c95fa3483c9" providerId="LiveId" clId="{46434A16-6657-C249-8D16-DE1750720466}" dt="2020-10-01T15:57:11.538" v="1320"/>
          <ac:inkMkLst>
            <pc:docMk/>
            <pc:sldMk cId="2661242870" sldId="294"/>
            <ac:inkMk id="195" creationId="{FC1A2C51-DC17-8442-A0B0-CBFF12CF178E}"/>
          </ac:inkMkLst>
        </pc:inkChg>
        <pc:inkChg chg="add topLvl">
          <ac:chgData name="Aggie Menezes" userId="74619c95fa3483c9" providerId="LiveId" clId="{46434A16-6657-C249-8D16-DE1750720466}" dt="2020-10-01T15:57:11.538" v="1320"/>
          <ac:inkMkLst>
            <pc:docMk/>
            <pc:sldMk cId="2661242870" sldId="294"/>
            <ac:inkMk id="196" creationId="{849F7587-5561-964A-BBD9-A08FB8C0C1BD}"/>
          </ac:inkMkLst>
        </pc:inkChg>
        <pc:inkChg chg="add topLvl">
          <ac:chgData name="Aggie Menezes" userId="74619c95fa3483c9" providerId="LiveId" clId="{46434A16-6657-C249-8D16-DE1750720466}" dt="2020-10-01T15:57:11.538" v="1320"/>
          <ac:inkMkLst>
            <pc:docMk/>
            <pc:sldMk cId="2661242870" sldId="294"/>
            <ac:inkMk id="197" creationId="{0EC2B098-2B91-484D-B1E2-173AED91E899}"/>
          </ac:inkMkLst>
        </pc:inkChg>
        <pc:inkChg chg="add topLvl">
          <ac:chgData name="Aggie Menezes" userId="74619c95fa3483c9" providerId="LiveId" clId="{46434A16-6657-C249-8D16-DE1750720466}" dt="2020-10-01T15:57:11.538" v="1320"/>
          <ac:inkMkLst>
            <pc:docMk/>
            <pc:sldMk cId="2661242870" sldId="294"/>
            <ac:inkMk id="199" creationId="{DE3EAB0B-E0FF-2D4B-B71E-F2AAC613E476}"/>
          </ac:inkMkLst>
        </pc:inkChg>
        <pc:inkChg chg="add topLvl">
          <ac:chgData name="Aggie Menezes" userId="74619c95fa3483c9" providerId="LiveId" clId="{46434A16-6657-C249-8D16-DE1750720466}" dt="2020-10-01T15:57:11.538" v="1320"/>
          <ac:inkMkLst>
            <pc:docMk/>
            <pc:sldMk cId="2661242870" sldId="294"/>
            <ac:inkMk id="200" creationId="{84B0A8EE-9707-844C-B1BB-FD2E990C7B17}"/>
          </ac:inkMkLst>
        </pc:inkChg>
        <pc:inkChg chg="add topLvl">
          <ac:chgData name="Aggie Menezes" userId="74619c95fa3483c9" providerId="LiveId" clId="{46434A16-6657-C249-8D16-DE1750720466}" dt="2020-10-01T15:57:16.607" v="1324"/>
          <ac:inkMkLst>
            <pc:docMk/>
            <pc:sldMk cId="2661242870" sldId="294"/>
            <ac:inkMk id="202" creationId="{3AC84698-AE54-EC48-8DB5-5DA2CAEACDCD}"/>
          </ac:inkMkLst>
        </pc:inkChg>
        <pc:inkChg chg="add topLvl">
          <ac:chgData name="Aggie Menezes" userId="74619c95fa3483c9" providerId="LiveId" clId="{46434A16-6657-C249-8D16-DE1750720466}" dt="2020-10-01T15:57:16.607" v="1324"/>
          <ac:inkMkLst>
            <pc:docMk/>
            <pc:sldMk cId="2661242870" sldId="294"/>
            <ac:inkMk id="204" creationId="{77E86303-62F2-0441-BB37-5E52C5DC96F0}"/>
          </ac:inkMkLst>
        </pc:inkChg>
        <pc:inkChg chg="add topLvl">
          <ac:chgData name="Aggie Menezes" userId="74619c95fa3483c9" providerId="LiveId" clId="{46434A16-6657-C249-8D16-DE1750720466}" dt="2020-10-01T15:57:16.607" v="1324"/>
          <ac:inkMkLst>
            <pc:docMk/>
            <pc:sldMk cId="2661242870" sldId="294"/>
            <ac:inkMk id="206" creationId="{B850AFD2-37B5-9F4F-8FC7-0BD02F389925}"/>
          </ac:inkMkLst>
        </pc:inkChg>
        <pc:inkChg chg="add topLvl">
          <ac:chgData name="Aggie Menezes" userId="74619c95fa3483c9" providerId="LiveId" clId="{46434A16-6657-C249-8D16-DE1750720466}" dt="2020-10-01T15:57:16.607" v="1324"/>
          <ac:inkMkLst>
            <pc:docMk/>
            <pc:sldMk cId="2661242870" sldId="294"/>
            <ac:inkMk id="207" creationId="{BB13329D-D3B6-2C44-886A-FC8CFA634492}"/>
          </ac:inkMkLst>
        </pc:inkChg>
        <pc:inkChg chg="add topLvl">
          <ac:chgData name="Aggie Menezes" userId="74619c95fa3483c9" providerId="LiveId" clId="{46434A16-6657-C249-8D16-DE1750720466}" dt="2020-10-01T15:57:16.607" v="1324"/>
          <ac:inkMkLst>
            <pc:docMk/>
            <pc:sldMk cId="2661242870" sldId="294"/>
            <ac:inkMk id="208" creationId="{D94736D5-0A2F-4845-A437-3040C6E08EA3}"/>
          </ac:inkMkLst>
        </pc:inkChg>
        <pc:inkChg chg="add topLvl">
          <ac:chgData name="Aggie Menezes" userId="74619c95fa3483c9" providerId="LiveId" clId="{46434A16-6657-C249-8D16-DE1750720466}" dt="2020-10-01T15:57:16.607" v="1324"/>
          <ac:inkMkLst>
            <pc:docMk/>
            <pc:sldMk cId="2661242870" sldId="294"/>
            <ac:inkMk id="209" creationId="{6433F7EA-AE62-7A4A-B266-05753D7E4D63}"/>
          </ac:inkMkLst>
        </pc:inkChg>
        <pc:inkChg chg="add topLvl">
          <ac:chgData name="Aggie Menezes" userId="74619c95fa3483c9" providerId="LiveId" clId="{46434A16-6657-C249-8D16-DE1750720466}" dt="2020-10-01T15:57:16.607" v="1324"/>
          <ac:inkMkLst>
            <pc:docMk/>
            <pc:sldMk cId="2661242870" sldId="294"/>
            <ac:inkMk id="210" creationId="{E98FC825-A1E4-1C42-A9A0-FE46CDF6DD99}"/>
          </ac:inkMkLst>
        </pc:inkChg>
        <pc:inkChg chg="add topLvl">
          <ac:chgData name="Aggie Menezes" userId="74619c95fa3483c9" providerId="LiveId" clId="{46434A16-6657-C249-8D16-DE1750720466}" dt="2020-10-01T15:57:16.607" v="1324"/>
          <ac:inkMkLst>
            <pc:docMk/>
            <pc:sldMk cId="2661242870" sldId="294"/>
            <ac:inkMk id="211" creationId="{44A136E4-73F2-3247-8025-3A85F35196F7}"/>
          </ac:inkMkLst>
        </pc:inkChg>
        <pc:inkChg chg="add topLvl">
          <ac:chgData name="Aggie Menezes" userId="74619c95fa3483c9" providerId="LiveId" clId="{46434A16-6657-C249-8D16-DE1750720466}" dt="2020-10-01T15:57:16.607" v="1324"/>
          <ac:inkMkLst>
            <pc:docMk/>
            <pc:sldMk cId="2661242870" sldId="294"/>
            <ac:inkMk id="212" creationId="{244B8AA3-1975-0646-8B49-D3AC32CD0214}"/>
          </ac:inkMkLst>
        </pc:inkChg>
        <pc:inkChg chg="add topLvl">
          <ac:chgData name="Aggie Menezes" userId="74619c95fa3483c9" providerId="LiveId" clId="{46434A16-6657-C249-8D16-DE1750720466}" dt="2020-10-01T15:57:16.607" v="1324"/>
          <ac:inkMkLst>
            <pc:docMk/>
            <pc:sldMk cId="2661242870" sldId="294"/>
            <ac:inkMk id="213" creationId="{F5A3FEA6-C9FB-AD4D-93CB-5772B713B9C8}"/>
          </ac:inkMkLst>
        </pc:inkChg>
        <pc:inkChg chg="add topLvl">
          <ac:chgData name="Aggie Menezes" userId="74619c95fa3483c9" providerId="LiveId" clId="{46434A16-6657-C249-8D16-DE1750720466}" dt="2020-10-01T15:57:16.607" v="1324"/>
          <ac:inkMkLst>
            <pc:docMk/>
            <pc:sldMk cId="2661242870" sldId="294"/>
            <ac:inkMk id="214" creationId="{0AC9EDC6-6DD5-9846-8B5B-844378D04914}"/>
          </ac:inkMkLst>
        </pc:inkChg>
        <pc:inkChg chg="add topLvl">
          <ac:chgData name="Aggie Menezes" userId="74619c95fa3483c9" providerId="LiveId" clId="{46434A16-6657-C249-8D16-DE1750720466}" dt="2020-10-01T15:57:16.607" v="1324"/>
          <ac:inkMkLst>
            <pc:docMk/>
            <pc:sldMk cId="2661242870" sldId="294"/>
            <ac:inkMk id="215" creationId="{8D87F32C-BC80-0345-AFA1-6791FB9DCD71}"/>
          </ac:inkMkLst>
        </pc:inkChg>
        <pc:inkChg chg="add">
          <ac:chgData name="Aggie Menezes" userId="74619c95fa3483c9" providerId="LiveId" clId="{46434A16-6657-C249-8D16-DE1750720466}" dt="2020-10-01T15:57:14.388" v="1321"/>
          <ac:inkMkLst>
            <pc:docMk/>
            <pc:sldMk cId="2661242870" sldId="294"/>
            <ac:inkMk id="217" creationId="{B0C81948-9FAB-3D43-86B0-65914FF0779E}"/>
          </ac:inkMkLst>
        </pc:inkChg>
        <pc:inkChg chg="add">
          <ac:chgData name="Aggie Menezes" userId="74619c95fa3483c9" providerId="LiveId" clId="{46434A16-6657-C249-8D16-DE1750720466}" dt="2020-10-01T15:57:14.573" v="1322"/>
          <ac:inkMkLst>
            <pc:docMk/>
            <pc:sldMk cId="2661242870" sldId="294"/>
            <ac:inkMk id="218" creationId="{D152A86D-A2DF-C749-BC2D-4EC8D38EE4F3}"/>
          </ac:inkMkLst>
        </pc:inkChg>
        <pc:inkChg chg="add">
          <ac:chgData name="Aggie Menezes" userId="74619c95fa3483c9" providerId="LiveId" clId="{46434A16-6657-C249-8D16-DE1750720466}" dt="2020-10-01T15:57:15.748" v="1323"/>
          <ac:inkMkLst>
            <pc:docMk/>
            <pc:sldMk cId="2661242870" sldId="294"/>
            <ac:inkMk id="219" creationId="{A3F1C3A8-0E93-D74D-86A4-92E66AE80420}"/>
          </ac:inkMkLst>
        </pc:inkChg>
      </pc:sldChg>
      <pc:sldChg chg="addSp delSp">
        <pc:chgData name="Aggie Menezes" userId="74619c95fa3483c9" providerId="LiveId" clId="{46434A16-6657-C249-8D16-DE1750720466}" dt="2020-10-01T14:54:00.040" v="783"/>
        <pc:sldMkLst>
          <pc:docMk/>
          <pc:sldMk cId="1400428171" sldId="295"/>
        </pc:sldMkLst>
        <pc:grpChg chg="add del">
          <ac:chgData name="Aggie Menezes" userId="74619c95fa3483c9" providerId="LiveId" clId="{46434A16-6657-C249-8D16-DE1750720466}" dt="2020-10-01T14:30:43.892" v="642" actId="478"/>
          <ac:grpSpMkLst>
            <pc:docMk/>
            <pc:sldMk cId="1400428171" sldId="295"/>
            <ac:grpSpMk id="16" creationId="{EB843F5D-E058-F24D-B771-D947B1C25204}"/>
          </ac:grpSpMkLst>
        </pc:grpChg>
        <pc:grpChg chg="add del">
          <ac:chgData name="Aggie Menezes" userId="74619c95fa3483c9" providerId="LiveId" clId="{46434A16-6657-C249-8D16-DE1750720466}" dt="2020-10-01T14:30:00.391" v="628"/>
          <ac:grpSpMkLst>
            <pc:docMk/>
            <pc:sldMk cId="1400428171" sldId="295"/>
            <ac:grpSpMk id="23" creationId="{A1664A0E-54F5-1348-A7AF-37C0892F1781}"/>
          </ac:grpSpMkLst>
        </pc:grpChg>
        <pc:grpChg chg="add del">
          <ac:chgData name="Aggie Menezes" userId="74619c95fa3483c9" providerId="LiveId" clId="{46434A16-6657-C249-8D16-DE1750720466}" dt="2020-10-01T14:30:04.864" v="630"/>
          <ac:grpSpMkLst>
            <pc:docMk/>
            <pc:sldMk cId="1400428171" sldId="295"/>
            <ac:grpSpMk id="24" creationId="{41E5465A-AB14-EE43-9F17-8D03AC2A3285}"/>
          </ac:grpSpMkLst>
        </pc:grpChg>
        <pc:grpChg chg="add del">
          <ac:chgData name="Aggie Menezes" userId="74619c95fa3483c9" providerId="LiveId" clId="{46434A16-6657-C249-8D16-DE1750720466}" dt="2020-10-01T14:30:06.220" v="632"/>
          <ac:grpSpMkLst>
            <pc:docMk/>
            <pc:sldMk cId="1400428171" sldId="295"/>
            <ac:grpSpMk id="26" creationId="{3F060FED-5F9F-A940-A0F5-C923E0D7CAA9}"/>
          </ac:grpSpMkLst>
        </pc:grpChg>
        <pc:grpChg chg="add del">
          <ac:chgData name="Aggie Menezes" userId="74619c95fa3483c9" providerId="LiveId" clId="{46434A16-6657-C249-8D16-DE1750720466}" dt="2020-10-01T14:30:10.121" v="636"/>
          <ac:grpSpMkLst>
            <pc:docMk/>
            <pc:sldMk cId="1400428171" sldId="295"/>
            <ac:grpSpMk id="28" creationId="{3C2EDA68-E39B-D245-BB85-0423CB73CAF4}"/>
          </ac:grpSpMkLst>
        </pc:grpChg>
        <pc:grpChg chg="add del">
          <ac:chgData name="Aggie Menezes" userId="74619c95fa3483c9" providerId="LiveId" clId="{46434A16-6657-C249-8D16-DE1750720466}" dt="2020-10-01T14:30:11.713" v="638"/>
          <ac:grpSpMkLst>
            <pc:docMk/>
            <pc:sldMk cId="1400428171" sldId="295"/>
            <ac:grpSpMk id="30" creationId="{0B1B0DDE-05FE-A142-BAE4-655840DCC374}"/>
          </ac:grpSpMkLst>
        </pc:grpChg>
        <pc:grpChg chg="add del">
          <ac:chgData name="Aggie Menezes" userId="74619c95fa3483c9" providerId="LiveId" clId="{46434A16-6657-C249-8D16-DE1750720466}" dt="2020-10-01T14:30:41.667" v="641" actId="478"/>
          <ac:grpSpMkLst>
            <pc:docMk/>
            <pc:sldMk cId="1400428171" sldId="295"/>
            <ac:grpSpMk id="45" creationId="{6078FB32-1DA0-7143-8836-6182170D5793}"/>
          </ac:grpSpMkLst>
        </pc:grpChg>
        <pc:grpChg chg="add del">
          <ac:chgData name="Aggie Menezes" userId="74619c95fa3483c9" providerId="LiveId" clId="{46434A16-6657-C249-8D16-DE1750720466}" dt="2020-10-01T14:30:37.140" v="639" actId="478"/>
          <ac:grpSpMkLst>
            <pc:docMk/>
            <pc:sldMk cId="1400428171" sldId="295"/>
            <ac:grpSpMk id="47" creationId="{9A360BE4-4745-8B45-A83E-FF8A9AA5A015}"/>
          </ac:grpSpMkLst>
        </pc:grpChg>
        <pc:grpChg chg="add">
          <ac:chgData name="Aggie Menezes" userId="74619c95fa3483c9" providerId="LiveId" clId="{46434A16-6657-C249-8D16-DE1750720466}" dt="2020-10-01T14:31:00.291" v="645"/>
          <ac:grpSpMkLst>
            <pc:docMk/>
            <pc:sldMk cId="1400428171" sldId="295"/>
            <ac:grpSpMk id="51" creationId="{79FFF1E8-741B-5A4A-8632-7F9BA09D515C}"/>
          </ac:grpSpMkLst>
        </pc:grpChg>
        <pc:grpChg chg="add">
          <ac:chgData name="Aggie Menezes" userId="74619c95fa3483c9" providerId="LiveId" clId="{46434A16-6657-C249-8D16-DE1750720466}" dt="2020-10-01T14:31:32.366" v="649"/>
          <ac:grpSpMkLst>
            <pc:docMk/>
            <pc:sldMk cId="1400428171" sldId="295"/>
            <ac:grpSpMk id="64" creationId="{F5EC9709-692D-D74C-A0A1-C985087076A8}"/>
          </ac:grpSpMkLst>
        </pc:grpChg>
        <pc:grpChg chg="add">
          <ac:chgData name="Aggie Menezes" userId="74619c95fa3483c9" providerId="LiveId" clId="{46434A16-6657-C249-8D16-DE1750720466}" dt="2020-10-01T14:31:48.780" v="671"/>
          <ac:grpSpMkLst>
            <pc:docMk/>
            <pc:sldMk cId="1400428171" sldId="295"/>
            <ac:grpSpMk id="86" creationId="{1A73BA22-88CA-2948-8DFD-257002A9E608}"/>
          </ac:grpSpMkLst>
        </pc:grpChg>
        <pc:grpChg chg="add">
          <ac:chgData name="Aggie Menezes" userId="74619c95fa3483c9" providerId="LiveId" clId="{46434A16-6657-C249-8D16-DE1750720466}" dt="2020-10-01T14:31:58.051" v="682"/>
          <ac:grpSpMkLst>
            <pc:docMk/>
            <pc:sldMk cId="1400428171" sldId="295"/>
            <ac:grpSpMk id="97" creationId="{B845807A-0C47-714C-AB9B-556118419FD0}"/>
          </ac:grpSpMkLst>
        </pc:grpChg>
        <pc:grpChg chg="add del">
          <ac:chgData name="Aggie Menezes" userId="74619c95fa3483c9" providerId="LiveId" clId="{46434A16-6657-C249-8D16-DE1750720466}" dt="2020-10-01T14:32:00.640" v="693"/>
          <ac:grpSpMkLst>
            <pc:docMk/>
            <pc:sldMk cId="1400428171" sldId="295"/>
            <ac:grpSpMk id="98" creationId="{37201D8E-5455-6047-8592-8FF412E31DE1}"/>
          </ac:grpSpMkLst>
        </pc:grpChg>
        <pc:grpChg chg="add">
          <ac:chgData name="Aggie Menezes" userId="74619c95fa3483c9" providerId="LiveId" clId="{46434A16-6657-C249-8D16-DE1750720466}" dt="2020-10-01T14:31:58.051" v="682"/>
          <ac:grpSpMkLst>
            <pc:docMk/>
            <pc:sldMk cId="1400428171" sldId="295"/>
            <ac:grpSpMk id="99" creationId="{809759A8-AC12-7F48-9D22-BB35BAA17F37}"/>
          </ac:grpSpMkLst>
        </pc:grpChg>
        <pc:grpChg chg="add">
          <ac:chgData name="Aggie Menezes" userId="74619c95fa3483c9" providerId="LiveId" clId="{46434A16-6657-C249-8D16-DE1750720466}" dt="2020-10-01T14:32:00.640" v="693"/>
          <ac:grpSpMkLst>
            <pc:docMk/>
            <pc:sldMk cId="1400428171" sldId="295"/>
            <ac:grpSpMk id="110" creationId="{36E97989-1A63-0340-B7AD-BEC4D2EF2A87}"/>
          </ac:grpSpMkLst>
        </pc:grpChg>
        <pc:grpChg chg="add">
          <ac:chgData name="Aggie Menezes" userId="74619c95fa3483c9" providerId="LiveId" clId="{46434A16-6657-C249-8D16-DE1750720466}" dt="2020-10-01T14:32:00.640" v="693"/>
          <ac:grpSpMkLst>
            <pc:docMk/>
            <pc:sldMk cId="1400428171" sldId="295"/>
            <ac:grpSpMk id="111" creationId="{0DFB9F90-FCF3-164E-B2B1-837334F83BB9}"/>
          </ac:grpSpMkLst>
        </pc:grpChg>
        <pc:grpChg chg="add del">
          <ac:chgData name="Aggie Menezes" userId="74619c95fa3483c9" providerId="LiveId" clId="{46434A16-6657-C249-8D16-DE1750720466}" dt="2020-10-01T14:32:25.772" v="703"/>
          <ac:grpSpMkLst>
            <pc:docMk/>
            <pc:sldMk cId="1400428171" sldId="295"/>
            <ac:grpSpMk id="118" creationId="{D78C7171-D1D3-8C4E-A173-7D7D2531CF3F}"/>
          </ac:grpSpMkLst>
        </pc:grpChg>
        <pc:grpChg chg="add">
          <ac:chgData name="Aggie Menezes" userId="74619c95fa3483c9" providerId="LiveId" clId="{46434A16-6657-C249-8D16-DE1750720466}" dt="2020-10-01T14:32:25.772" v="703"/>
          <ac:grpSpMkLst>
            <pc:docMk/>
            <pc:sldMk cId="1400428171" sldId="295"/>
            <ac:grpSpMk id="121" creationId="{AF5F34F8-0C80-9546-B26A-9686A59B2092}"/>
          </ac:grpSpMkLst>
        </pc:grpChg>
        <pc:grpChg chg="add">
          <ac:chgData name="Aggie Menezes" userId="74619c95fa3483c9" providerId="LiveId" clId="{46434A16-6657-C249-8D16-DE1750720466}" dt="2020-10-01T14:32:45.835" v="709"/>
          <ac:grpSpMkLst>
            <pc:docMk/>
            <pc:sldMk cId="1400428171" sldId="295"/>
            <ac:grpSpMk id="127" creationId="{CCA4A2A7-0800-FD4D-A2F9-991BDD403856}"/>
          </ac:grpSpMkLst>
        </pc:grpChg>
        <pc:grpChg chg="add">
          <ac:chgData name="Aggie Menezes" userId="74619c95fa3483c9" providerId="LiveId" clId="{46434A16-6657-C249-8D16-DE1750720466}" dt="2020-10-01T14:32:47.710" v="714"/>
          <ac:grpSpMkLst>
            <pc:docMk/>
            <pc:sldMk cId="1400428171" sldId="295"/>
            <ac:grpSpMk id="132" creationId="{8E83E9F1-CEC4-824B-B576-CB47026703B7}"/>
          </ac:grpSpMkLst>
        </pc:grpChg>
        <pc:grpChg chg="add">
          <ac:chgData name="Aggie Menezes" userId="74619c95fa3483c9" providerId="LiveId" clId="{46434A16-6657-C249-8D16-DE1750720466}" dt="2020-10-01T14:53:57.624" v="782"/>
          <ac:grpSpMkLst>
            <pc:docMk/>
            <pc:sldMk cId="1400428171" sldId="295"/>
            <ac:grpSpMk id="136" creationId="{1A10664D-931E-1348-975E-C71AA9490D41}"/>
          </ac:grpSpMkLst>
        </pc:grpChg>
        <pc:inkChg chg="add">
          <ac:chgData name="Aggie Menezes" userId="74619c95fa3483c9" providerId="LiveId" clId="{46434A16-6657-C249-8D16-DE1750720466}" dt="2020-10-01T14:29:01.486" v="613"/>
          <ac:inkMkLst>
            <pc:docMk/>
            <pc:sldMk cId="1400428171" sldId="295"/>
            <ac:inkMk id="5" creationId="{9258B9F0-88EA-5A44-ACCE-2AEABAB0C79D}"/>
          </ac:inkMkLst>
        </pc:inkChg>
        <pc:inkChg chg="add">
          <ac:chgData name="Aggie Menezes" userId="74619c95fa3483c9" providerId="LiveId" clId="{46434A16-6657-C249-8D16-DE1750720466}" dt="2020-10-01T14:29:02.067" v="614"/>
          <ac:inkMkLst>
            <pc:docMk/>
            <pc:sldMk cId="1400428171" sldId="295"/>
            <ac:inkMk id="8" creationId="{983C28AA-2D31-FE48-98CA-9794ACC0763D}"/>
          </ac:inkMkLst>
        </pc:inkChg>
        <pc:inkChg chg="add">
          <ac:chgData name="Aggie Menezes" userId="74619c95fa3483c9" providerId="LiveId" clId="{46434A16-6657-C249-8D16-DE1750720466}" dt="2020-10-01T14:29:02.586" v="615"/>
          <ac:inkMkLst>
            <pc:docMk/>
            <pc:sldMk cId="1400428171" sldId="295"/>
            <ac:inkMk id="10" creationId="{0B4DA2DB-87F6-3548-8315-0C26A60452F4}"/>
          </ac:inkMkLst>
        </pc:inkChg>
        <pc:inkChg chg="add">
          <ac:chgData name="Aggie Menezes" userId="74619c95fa3483c9" providerId="LiveId" clId="{46434A16-6657-C249-8D16-DE1750720466}" dt="2020-10-01T14:29:03.211" v="616"/>
          <ac:inkMkLst>
            <pc:docMk/>
            <pc:sldMk cId="1400428171" sldId="295"/>
            <ac:inkMk id="12" creationId="{B4383E30-E750-9C43-B71B-32BE862C9D36}"/>
          </ac:inkMkLst>
        </pc:inkChg>
        <pc:inkChg chg="add">
          <ac:chgData name="Aggie Menezes" userId="74619c95fa3483c9" providerId="LiveId" clId="{46434A16-6657-C249-8D16-DE1750720466}" dt="2020-10-01T14:29:03.684" v="617"/>
          <ac:inkMkLst>
            <pc:docMk/>
            <pc:sldMk cId="1400428171" sldId="295"/>
            <ac:inkMk id="13" creationId="{7B472D75-9859-2145-A061-689027C3919B}"/>
          </ac:inkMkLst>
        </pc:inkChg>
        <pc:inkChg chg="add">
          <ac:chgData name="Aggie Menezes" userId="74619c95fa3483c9" providerId="LiveId" clId="{46434A16-6657-C249-8D16-DE1750720466}" dt="2020-10-01T14:29:04.221" v="618"/>
          <ac:inkMkLst>
            <pc:docMk/>
            <pc:sldMk cId="1400428171" sldId="295"/>
            <ac:inkMk id="14" creationId="{B81ABBA1-5003-1341-819B-7D361F5029CB}"/>
          </ac:inkMkLst>
        </pc:inkChg>
        <pc:inkChg chg="add">
          <ac:chgData name="Aggie Menezes" userId="74619c95fa3483c9" providerId="LiveId" clId="{46434A16-6657-C249-8D16-DE1750720466}" dt="2020-10-01T14:29:04.701" v="619"/>
          <ac:inkMkLst>
            <pc:docMk/>
            <pc:sldMk cId="1400428171" sldId="295"/>
            <ac:inkMk id="15" creationId="{40555D06-9746-BE4B-8F29-FA04D46288B1}"/>
          </ac:inkMkLst>
        </pc:inkChg>
        <pc:inkChg chg="add topLvl">
          <ac:chgData name="Aggie Menezes" userId="74619c95fa3483c9" providerId="LiveId" clId="{46434A16-6657-C249-8D16-DE1750720466}" dt="2020-10-01T14:30:10.121" v="636"/>
          <ac:inkMkLst>
            <pc:docMk/>
            <pc:sldMk cId="1400428171" sldId="295"/>
            <ac:inkMk id="17" creationId="{3406496C-299F-7344-8EE7-222455A1B4D2}"/>
          </ac:inkMkLst>
        </pc:inkChg>
        <pc:inkChg chg="add topLvl">
          <ac:chgData name="Aggie Menezes" userId="74619c95fa3483c9" providerId="LiveId" clId="{46434A16-6657-C249-8D16-DE1750720466}" dt="2020-10-01T14:30:10.121" v="636"/>
          <ac:inkMkLst>
            <pc:docMk/>
            <pc:sldMk cId="1400428171" sldId="295"/>
            <ac:inkMk id="18" creationId="{B629F18B-062D-3A41-B7CF-26D0B35C0503}"/>
          </ac:inkMkLst>
        </pc:inkChg>
        <pc:inkChg chg="add topLvl">
          <ac:chgData name="Aggie Menezes" userId="74619c95fa3483c9" providerId="LiveId" clId="{46434A16-6657-C249-8D16-DE1750720466}" dt="2020-10-01T14:30:11.713" v="638"/>
          <ac:inkMkLst>
            <pc:docMk/>
            <pc:sldMk cId="1400428171" sldId="295"/>
            <ac:inkMk id="20" creationId="{2A6B3427-E5AC-8744-A4C1-1230A9583FA2}"/>
          </ac:inkMkLst>
        </pc:inkChg>
        <pc:inkChg chg="add topLvl">
          <ac:chgData name="Aggie Menezes" userId="74619c95fa3483c9" providerId="LiveId" clId="{46434A16-6657-C249-8D16-DE1750720466}" dt="2020-10-01T14:30:10.121" v="636"/>
          <ac:inkMkLst>
            <pc:docMk/>
            <pc:sldMk cId="1400428171" sldId="295"/>
            <ac:inkMk id="21" creationId="{62D59254-B14A-C24B-8F4F-7BB7B0D10A80}"/>
          </ac:inkMkLst>
        </pc:inkChg>
        <pc:inkChg chg="add topLvl">
          <ac:chgData name="Aggie Menezes" userId="74619c95fa3483c9" providerId="LiveId" clId="{46434A16-6657-C249-8D16-DE1750720466}" dt="2020-10-01T14:30:11.713" v="638"/>
          <ac:inkMkLst>
            <pc:docMk/>
            <pc:sldMk cId="1400428171" sldId="295"/>
            <ac:inkMk id="22" creationId="{4886035C-F06A-F446-BCE4-8084176EB1E6}"/>
          </ac:inkMkLst>
        </pc:inkChg>
        <pc:inkChg chg="add topLvl">
          <ac:chgData name="Aggie Menezes" userId="74619c95fa3483c9" providerId="LiveId" clId="{46434A16-6657-C249-8D16-DE1750720466}" dt="2020-10-01T14:30:11.713" v="638"/>
          <ac:inkMkLst>
            <pc:docMk/>
            <pc:sldMk cId="1400428171" sldId="295"/>
            <ac:inkMk id="25" creationId="{D9F3A759-6BDE-8649-9AC9-69A72D3EA048}"/>
          </ac:inkMkLst>
        </pc:inkChg>
        <pc:inkChg chg="add topLvl">
          <ac:chgData name="Aggie Menezes" userId="74619c95fa3483c9" providerId="LiveId" clId="{46434A16-6657-C249-8D16-DE1750720466}" dt="2020-10-01T14:30:10.121" v="636"/>
          <ac:inkMkLst>
            <pc:docMk/>
            <pc:sldMk cId="1400428171" sldId="295"/>
            <ac:inkMk id="27" creationId="{7BA62AED-AF45-4F4E-9AE7-299DE119B079}"/>
          </ac:inkMkLst>
        </pc:inkChg>
        <pc:inkChg chg="add del topLvl">
          <ac:chgData name="Aggie Menezes" userId="74619c95fa3483c9" providerId="LiveId" clId="{46434A16-6657-C249-8D16-DE1750720466}" dt="2020-10-01T14:30:39.773" v="640" actId="478"/>
          <ac:inkMkLst>
            <pc:docMk/>
            <pc:sldMk cId="1400428171" sldId="295"/>
            <ac:inkMk id="29" creationId="{185369EE-BB91-2D44-971F-EC56D2D370F3}"/>
          </ac:inkMkLst>
        </pc:inkChg>
        <pc:inkChg chg="add">
          <ac:chgData name="Aggie Menezes" userId="74619c95fa3483c9" providerId="LiveId" clId="{46434A16-6657-C249-8D16-DE1750720466}" dt="2020-10-01T14:30:06.378" v="633"/>
          <ac:inkMkLst>
            <pc:docMk/>
            <pc:sldMk cId="1400428171" sldId="295"/>
            <ac:inkMk id="33" creationId="{F895E04F-6A67-5243-8687-BADEBB58E2AE}"/>
          </ac:inkMkLst>
        </pc:inkChg>
        <pc:inkChg chg="add">
          <ac:chgData name="Aggie Menezes" userId="74619c95fa3483c9" providerId="LiveId" clId="{46434A16-6657-C249-8D16-DE1750720466}" dt="2020-10-01T14:30:06.453" v="634"/>
          <ac:inkMkLst>
            <pc:docMk/>
            <pc:sldMk cId="1400428171" sldId="295"/>
            <ac:inkMk id="34" creationId="{97CFDDA3-E2CC-B84C-BBD0-DEEA2A51FA93}"/>
          </ac:inkMkLst>
        </pc:inkChg>
        <pc:inkChg chg="add">
          <ac:chgData name="Aggie Menezes" userId="74619c95fa3483c9" providerId="LiveId" clId="{46434A16-6657-C249-8D16-DE1750720466}" dt="2020-10-01T14:30:09.387" v="635"/>
          <ac:inkMkLst>
            <pc:docMk/>
            <pc:sldMk cId="1400428171" sldId="295"/>
            <ac:inkMk id="44" creationId="{A8481BEF-6C11-BA45-9207-63AA4940B926}"/>
          </ac:inkMkLst>
        </pc:inkChg>
        <pc:inkChg chg="add">
          <ac:chgData name="Aggie Menezes" userId="74619c95fa3483c9" providerId="LiveId" clId="{46434A16-6657-C249-8D16-DE1750720466}" dt="2020-10-01T14:30:11.178" v="637"/>
          <ac:inkMkLst>
            <pc:docMk/>
            <pc:sldMk cId="1400428171" sldId="295"/>
            <ac:inkMk id="46" creationId="{F564419D-E37F-764E-A104-C036116874C3}"/>
          </ac:inkMkLst>
        </pc:inkChg>
        <pc:inkChg chg="add">
          <ac:chgData name="Aggie Menezes" userId="74619c95fa3483c9" providerId="LiveId" clId="{46434A16-6657-C249-8D16-DE1750720466}" dt="2020-10-01T14:30:58.667" v="643"/>
          <ac:inkMkLst>
            <pc:docMk/>
            <pc:sldMk cId="1400428171" sldId="295"/>
            <ac:inkMk id="48" creationId="{D98007C5-C0B7-764F-81F2-5332F05B5958}"/>
          </ac:inkMkLst>
        </pc:inkChg>
        <pc:inkChg chg="add">
          <ac:chgData name="Aggie Menezes" userId="74619c95fa3483c9" providerId="LiveId" clId="{46434A16-6657-C249-8D16-DE1750720466}" dt="2020-10-01T14:30:59.570" v="644"/>
          <ac:inkMkLst>
            <pc:docMk/>
            <pc:sldMk cId="1400428171" sldId="295"/>
            <ac:inkMk id="49" creationId="{AF86F567-F9A3-CF42-8DBD-DC7876CAEE29}"/>
          </ac:inkMkLst>
        </pc:inkChg>
        <pc:inkChg chg="add">
          <ac:chgData name="Aggie Menezes" userId="74619c95fa3483c9" providerId="LiveId" clId="{46434A16-6657-C249-8D16-DE1750720466}" dt="2020-10-01T14:31:28.558" v="646"/>
          <ac:inkMkLst>
            <pc:docMk/>
            <pc:sldMk cId="1400428171" sldId="295"/>
            <ac:inkMk id="60" creationId="{2AE15581-9945-354F-9F4D-0EC90E10CEBB}"/>
          </ac:inkMkLst>
        </pc:inkChg>
        <pc:inkChg chg="add">
          <ac:chgData name="Aggie Menezes" userId="74619c95fa3483c9" providerId="LiveId" clId="{46434A16-6657-C249-8D16-DE1750720466}" dt="2020-10-01T14:31:29.300" v="647"/>
          <ac:inkMkLst>
            <pc:docMk/>
            <pc:sldMk cId="1400428171" sldId="295"/>
            <ac:inkMk id="61" creationId="{129DB346-6373-E84A-9C3E-1B3809E96A77}"/>
          </ac:inkMkLst>
        </pc:inkChg>
        <pc:inkChg chg="add">
          <ac:chgData name="Aggie Menezes" userId="74619c95fa3483c9" providerId="LiveId" clId="{46434A16-6657-C249-8D16-DE1750720466}" dt="2020-10-01T14:31:31.604" v="648"/>
          <ac:inkMkLst>
            <pc:docMk/>
            <pc:sldMk cId="1400428171" sldId="295"/>
            <ac:inkMk id="62" creationId="{0DA6A958-FF37-A843-88B0-2AB9255C2F01}"/>
          </ac:inkMkLst>
        </pc:inkChg>
        <pc:inkChg chg="add">
          <ac:chgData name="Aggie Menezes" userId="74619c95fa3483c9" providerId="LiveId" clId="{46434A16-6657-C249-8D16-DE1750720466}" dt="2020-10-01T14:31:35.295" v="650"/>
          <ac:inkMkLst>
            <pc:docMk/>
            <pc:sldMk cId="1400428171" sldId="295"/>
            <ac:inkMk id="65" creationId="{079C98AE-DD98-0846-AE39-72BB857080FD}"/>
          </ac:inkMkLst>
        </pc:inkChg>
        <pc:inkChg chg="add">
          <ac:chgData name="Aggie Menezes" userId="74619c95fa3483c9" providerId="LiveId" clId="{46434A16-6657-C249-8D16-DE1750720466}" dt="2020-10-01T14:31:38.371" v="651"/>
          <ac:inkMkLst>
            <pc:docMk/>
            <pc:sldMk cId="1400428171" sldId="295"/>
            <ac:inkMk id="66" creationId="{53403F69-DF94-0E4B-9147-BDFF44EFFAA4}"/>
          </ac:inkMkLst>
        </pc:inkChg>
        <pc:inkChg chg="add">
          <ac:chgData name="Aggie Menezes" userId="74619c95fa3483c9" providerId="LiveId" clId="{46434A16-6657-C249-8D16-DE1750720466}" dt="2020-10-01T14:31:45.004" v="652"/>
          <ac:inkMkLst>
            <pc:docMk/>
            <pc:sldMk cId="1400428171" sldId="295"/>
            <ac:inkMk id="67" creationId="{3428269F-2B83-3543-9637-7162CFC17D6E}"/>
          </ac:inkMkLst>
        </pc:inkChg>
        <pc:inkChg chg="add">
          <ac:chgData name="Aggie Menezes" userId="74619c95fa3483c9" providerId="LiveId" clId="{46434A16-6657-C249-8D16-DE1750720466}" dt="2020-10-01T14:31:45.170" v="653"/>
          <ac:inkMkLst>
            <pc:docMk/>
            <pc:sldMk cId="1400428171" sldId="295"/>
            <ac:inkMk id="68" creationId="{89614B65-E21D-1A47-9BEF-994F24B7AAA0}"/>
          </ac:inkMkLst>
        </pc:inkChg>
        <pc:inkChg chg="add">
          <ac:chgData name="Aggie Menezes" userId="74619c95fa3483c9" providerId="LiveId" clId="{46434A16-6657-C249-8D16-DE1750720466}" dt="2020-10-01T14:31:45.307" v="654"/>
          <ac:inkMkLst>
            <pc:docMk/>
            <pc:sldMk cId="1400428171" sldId="295"/>
            <ac:inkMk id="69" creationId="{A9346810-1C15-D542-BDE9-65C91ACFA18D}"/>
          </ac:inkMkLst>
        </pc:inkChg>
        <pc:inkChg chg="add">
          <ac:chgData name="Aggie Menezes" userId="74619c95fa3483c9" providerId="LiveId" clId="{46434A16-6657-C249-8D16-DE1750720466}" dt="2020-10-01T14:31:45.445" v="655"/>
          <ac:inkMkLst>
            <pc:docMk/>
            <pc:sldMk cId="1400428171" sldId="295"/>
            <ac:inkMk id="70" creationId="{1836D678-6273-7142-A691-949D51AFB273}"/>
          </ac:inkMkLst>
        </pc:inkChg>
        <pc:inkChg chg="add">
          <ac:chgData name="Aggie Menezes" userId="74619c95fa3483c9" providerId="LiveId" clId="{46434A16-6657-C249-8D16-DE1750720466}" dt="2020-10-01T14:31:45.600" v="656"/>
          <ac:inkMkLst>
            <pc:docMk/>
            <pc:sldMk cId="1400428171" sldId="295"/>
            <ac:inkMk id="71" creationId="{480962CF-1EA2-4144-AF73-BB798D24CD58}"/>
          </ac:inkMkLst>
        </pc:inkChg>
        <pc:inkChg chg="add">
          <ac:chgData name="Aggie Menezes" userId="74619c95fa3483c9" providerId="LiveId" clId="{46434A16-6657-C249-8D16-DE1750720466}" dt="2020-10-01T14:31:45.744" v="657"/>
          <ac:inkMkLst>
            <pc:docMk/>
            <pc:sldMk cId="1400428171" sldId="295"/>
            <ac:inkMk id="72" creationId="{25C6BA8A-0944-7546-A983-66F3CB69AF8E}"/>
          </ac:inkMkLst>
        </pc:inkChg>
        <pc:inkChg chg="add">
          <ac:chgData name="Aggie Menezes" userId="74619c95fa3483c9" providerId="LiveId" clId="{46434A16-6657-C249-8D16-DE1750720466}" dt="2020-10-01T14:31:45.891" v="658"/>
          <ac:inkMkLst>
            <pc:docMk/>
            <pc:sldMk cId="1400428171" sldId="295"/>
            <ac:inkMk id="73" creationId="{5383F124-0479-A942-B7FA-F18E731D41FC}"/>
          </ac:inkMkLst>
        </pc:inkChg>
        <pc:inkChg chg="add">
          <ac:chgData name="Aggie Menezes" userId="74619c95fa3483c9" providerId="LiveId" clId="{46434A16-6657-C249-8D16-DE1750720466}" dt="2020-10-01T14:31:46.042" v="659"/>
          <ac:inkMkLst>
            <pc:docMk/>
            <pc:sldMk cId="1400428171" sldId="295"/>
            <ac:inkMk id="74" creationId="{B86C9B67-0572-3548-ADA3-595CCB843191}"/>
          </ac:inkMkLst>
        </pc:inkChg>
        <pc:inkChg chg="add">
          <ac:chgData name="Aggie Menezes" userId="74619c95fa3483c9" providerId="LiveId" clId="{46434A16-6657-C249-8D16-DE1750720466}" dt="2020-10-01T14:31:46.192" v="660"/>
          <ac:inkMkLst>
            <pc:docMk/>
            <pc:sldMk cId="1400428171" sldId="295"/>
            <ac:inkMk id="75" creationId="{0AAA320F-55F6-7E41-9695-BB9CF9A3C0BC}"/>
          </ac:inkMkLst>
        </pc:inkChg>
        <pc:inkChg chg="add">
          <ac:chgData name="Aggie Menezes" userId="74619c95fa3483c9" providerId="LiveId" clId="{46434A16-6657-C249-8D16-DE1750720466}" dt="2020-10-01T14:31:46.333" v="661"/>
          <ac:inkMkLst>
            <pc:docMk/>
            <pc:sldMk cId="1400428171" sldId="295"/>
            <ac:inkMk id="76" creationId="{E1586B3E-03F1-C642-8140-44DF20F8C131}"/>
          </ac:inkMkLst>
        </pc:inkChg>
        <pc:inkChg chg="add">
          <ac:chgData name="Aggie Menezes" userId="74619c95fa3483c9" providerId="LiveId" clId="{46434A16-6657-C249-8D16-DE1750720466}" dt="2020-10-01T14:31:46.969" v="662"/>
          <ac:inkMkLst>
            <pc:docMk/>
            <pc:sldMk cId="1400428171" sldId="295"/>
            <ac:inkMk id="77" creationId="{639B9587-E0A2-DF4A-85E0-72A76583C4B9}"/>
          </ac:inkMkLst>
        </pc:inkChg>
        <pc:inkChg chg="add">
          <ac:chgData name="Aggie Menezes" userId="74619c95fa3483c9" providerId="LiveId" clId="{46434A16-6657-C249-8D16-DE1750720466}" dt="2020-10-01T14:31:47.120" v="663"/>
          <ac:inkMkLst>
            <pc:docMk/>
            <pc:sldMk cId="1400428171" sldId="295"/>
            <ac:inkMk id="78" creationId="{3FF7E7C0-2EC5-6246-807C-B8C963FAC99B}"/>
          </ac:inkMkLst>
        </pc:inkChg>
        <pc:inkChg chg="add">
          <ac:chgData name="Aggie Menezes" userId="74619c95fa3483c9" providerId="LiveId" clId="{46434A16-6657-C249-8D16-DE1750720466}" dt="2020-10-01T14:31:47.266" v="664"/>
          <ac:inkMkLst>
            <pc:docMk/>
            <pc:sldMk cId="1400428171" sldId="295"/>
            <ac:inkMk id="79" creationId="{00F92CBC-ACA0-5443-B000-5DBFF56C2E28}"/>
          </ac:inkMkLst>
        </pc:inkChg>
        <pc:inkChg chg="add">
          <ac:chgData name="Aggie Menezes" userId="74619c95fa3483c9" providerId="LiveId" clId="{46434A16-6657-C249-8D16-DE1750720466}" dt="2020-10-01T14:31:47.417" v="665"/>
          <ac:inkMkLst>
            <pc:docMk/>
            <pc:sldMk cId="1400428171" sldId="295"/>
            <ac:inkMk id="80" creationId="{6AAF40B1-7B44-5847-8195-4560AA1625BB}"/>
          </ac:inkMkLst>
        </pc:inkChg>
        <pc:inkChg chg="add">
          <ac:chgData name="Aggie Menezes" userId="74619c95fa3483c9" providerId="LiveId" clId="{46434A16-6657-C249-8D16-DE1750720466}" dt="2020-10-01T14:31:47.587" v="666"/>
          <ac:inkMkLst>
            <pc:docMk/>
            <pc:sldMk cId="1400428171" sldId="295"/>
            <ac:inkMk id="81" creationId="{6B33446E-2971-DB49-A04A-4917A0E40359}"/>
          </ac:inkMkLst>
        </pc:inkChg>
        <pc:inkChg chg="add">
          <ac:chgData name="Aggie Menezes" userId="74619c95fa3483c9" providerId="LiveId" clId="{46434A16-6657-C249-8D16-DE1750720466}" dt="2020-10-01T14:31:47.746" v="667"/>
          <ac:inkMkLst>
            <pc:docMk/>
            <pc:sldMk cId="1400428171" sldId="295"/>
            <ac:inkMk id="82" creationId="{65C10276-138D-7743-AF90-F45EFD661E56}"/>
          </ac:inkMkLst>
        </pc:inkChg>
        <pc:inkChg chg="add">
          <ac:chgData name="Aggie Menezes" userId="74619c95fa3483c9" providerId="LiveId" clId="{46434A16-6657-C249-8D16-DE1750720466}" dt="2020-10-01T14:31:47.895" v="668"/>
          <ac:inkMkLst>
            <pc:docMk/>
            <pc:sldMk cId="1400428171" sldId="295"/>
            <ac:inkMk id="83" creationId="{0EAA9021-431C-C847-999D-EE1660B9E675}"/>
          </ac:inkMkLst>
        </pc:inkChg>
        <pc:inkChg chg="add">
          <ac:chgData name="Aggie Menezes" userId="74619c95fa3483c9" providerId="LiveId" clId="{46434A16-6657-C249-8D16-DE1750720466}" dt="2020-10-01T14:31:48.070" v="669"/>
          <ac:inkMkLst>
            <pc:docMk/>
            <pc:sldMk cId="1400428171" sldId="295"/>
            <ac:inkMk id="84" creationId="{956D2239-0996-2A46-A94C-A3F5D023497C}"/>
          </ac:inkMkLst>
        </pc:inkChg>
        <pc:inkChg chg="add">
          <ac:chgData name="Aggie Menezes" userId="74619c95fa3483c9" providerId="LiveId" clId="{46434A16-6657-C249-8D16-DE1750720466}" dt="2020-10-01T14:31:48.195" v="670"/>
          <ac:inkMkLst>
            <pc:docMk/>
            <pc:sldMk cId="1400428171" sldId="295"/>
            <ac:inkMk id="85" creationId="{3F08C250-D6DD-8F47-A8DF-222F0E3C683D}"/>
          </ac:inkMkLst>
        </pc:inkChg>
        <pc:inkChg chg="add topLvl">
          <ac:chgData name="Aggie Menezes" userId="74619c95fa3483c9" providerId="LiveId" clId="{46434A16-6657-C249-8D16-DE1750720466}" dt="2020-10-01T14:32:00.640" v="693"/>
          <ac:inkMkLst>
            <pc:docMk/>
            <pc:sldMk cId="1400428171" sldId="295"/>
            <ac:inkMk id="87" creationId="{A2260765-059F-0D4A-9663-C35BA95FDA6E}"/>
          </ac:inkMkLst>
        </pc:inkChg>
        <pc:inkChg chg="add">
          <ac:chgData name="Aggie Menezes" userId="74619c95fa3483c9" providerId="LiveId" clId="{46434A16-6657-C249-8D16-DE1750720466}" dt="2020-10-01T14:31:55.872" v="673"/>
          <ac:inkMkLst>
            <pc:docMk/>
            <pc:sldMk cId="1400428171" sldId="295"/>
            <ac:inkMk id="88" creationId="{7611527D-D011-DB44-BB49-39E53A6EEA2A}"/>
          </ac:inkMkLst>
        </pc:inkChg>
        <pc:inkChg chg="add">
          <ac:chgData name="Aggie Menezes" userId="74619c95fa3483c9" providerId="LiveId" clId="{46434A16-6657-C249-8D16-DE1750720466}" dt="2020-10-01T14:31:56.041" v="674"/>
          <ac:inkMkLst>
            <pc:docMk/>
            <pc:sldMk cId="1400428171" sldId="295"/>
            <ac:inkMk id="89" creationId="{2794E17F-CF41-3C40-814E-CAE196898625}"/>
          </ac:inkMkLst>
        </pc:inkChg>
        <pc:inkChg chg="add topLvl">
          <ac:chgData name="Aggie Menezes" userId="74619c95fa3483c9" providerId="LiveId" clId="{46434A16-6657-C249-8D16-DE1750720466}" dt="2020-10-01T14:32:00.640" v="693"/>
          <ac:inkMkLst>
            <pc:docMk/>
            <pc:sldMk cId="1400428171" sldId="295"/>
            <ac:inkMk id="90" creationId="{F06C5CE3-8F7A-5641-8D9D-64934C104866}"/>
          </ac:inkMkLst>
        </pc:inkChg>
        <pc:inkChg chg="add topLvl">
          <ac:chgData name="Aggie Menezes" userId="74619c95fa3483c9" providerId="LiveId" clId="{46434A16-6657-C249-8D16-DE1750720466}" dt="2020-10-01T14:32:00.640" v="693"/>
          <ac:inkMkLst>
            <pc:docMk/>
            <pc:sldMk cId="1400428171" sldId="295"/>
            <ac:inkMk id="91" creationId="{1E497F87-139F-5940-85A4-460E74A3D243}"/>
          </ac:inkMkLst>
        </pc:inkChg>
        <pc:inkChg chg="add topLvl">
          <ac:chgData name="Aggie Menezes" userId="74619c95fa3483c9" providerId="LiveId" clId="{46434A16-6657-C249-8D16-DE1750720466}" dt="2020-10-01T14:32:00.640" v="693"/>
          <ac:inkMkLst>
            <pc:docMk/>
            <pc:sldMk cId="1400428171" sldId="295"/>
            <ac:inkMk id="92" creationId="{B2C1E08D-1734-7D46-8106-432378B59EC2}"/>
          </ac:inkMkLst>
        </pc:inkChg>
        <pc:inkChg chg="add topLvl">
          <ac:chgData name="Aggie Menezes" userId="74619c95fa3483c9" providerId="LiveId" clId="{46434A16-6657-C249-8D16-DE1750720466}" dt="2020-10-01T14:32:00.640" v="693"/>
          <ac:inkMkLst>
            <pc:docMk/>
            <pc:sldMk cId="1400428171" sldId="295"/>
            <ac:inkMk id="93" creationId="{9DBAB986-57EF-D547-946E-D358B52F2262}"/>
          </ac:inkMkLst>
        </pc:inkChg>
        <pc:inkChg chg="add">
          <ac:chgData name="Aggie Menezes" userId="74619c95fa3483c9" providerId="LiveId" clId="{46434A16-6657-C249-8D16-DE1750720466}" dt="2020-10-01T14:31:57.013" v="679"/>
          <ac:inkMkLst>
            <pc:docMk/>
            <pc:sldMk cId="1400428171" sldId="295"/>
            <ac:inkMk id="94" creationId="{D78C6586-7B87-554F-A549-E07DD2FDCBC2}"/>
          </ac:inkMkLst>
        </pc:inkChg>
        <pc:inkChg chg="add">
          <ac:chgData name="Aggie Menezes" userId="74619c95fa3483c9" providerId="LiveId" clId="{46434A16-6657-C249-8D16-DE1750720466}" dt="2020-10-01T14:31:57.143" v="680"/>
          <ac:inkMkLst>
            <pc:docMk/>
            <pc:sldMk cId="1400428171" sldId="295"/>
            <ac:inkMk id="95" creationId="{2BB394DD-4AEA-BC42-9DFF-7A1B828B32E4}"/>
          </ac:inkMkLst>
        </pc:inkChg>
        <pc:inkChg chg="add">
          <ac:chgData name="Aggie Menezes" userId="74619c95fa3483c9" providerId="LiveId" clId="{46434A16-6657-C249-8D16-DE1750720466}" dt="2020-10-01T14:31:57.477" v="681"/>
          <ac:inkMkLst>
            <pc:docMk/>
            <pc:sldMk cId="1400428171" sldId="295"/>
            <ac:inkMk id="96" creationId="{E2D7C3DE-3572-D54A-B73F-DF848F0F1756}"/>
          </ac:inkMkLst>
        </pc:inkChg>
        <pc:inkChg chg="add">
          <ac:chgData name="Aggie Menezes" userId="74619c95fa3483c9" providerId="LiveId" clId="{46434A16-6657-C249-8D16-DE1750720466}" dt="2020-10-01T14:31:58.528" v="683"/>
          <ac:inkMkLst>
            <pc:docMk/>
            <pc:sldMk cId="1400428171" sldId="295"/>
            <ac:inkMk id="100" creationId="{5ACF6C34-6139-FC41-9120-6589F8FF685D}"/>
          </ac:inkMkLst>
        </pc:inkChg>
        <pc:inkChg chg="add">
          <ac:chgData name="Aggie Menezes" userId="74619c95fa3483c9" providerId="LiveId" clId="{46434A16-6657-C249-8D16-DE1750720466}" dt="2020-10-01T14:31:58.752" v="684"/>
          <ac:inkMkLst>
            <pc:docMk/>
            <pc:sldMk cId="1400428171" sldId="295"/>
            <ac:inkMk id="101" creationId="{02E27623-395E-EB4F-B921-ADF8C9F16AFD}"/>
          </ac:inkMkLst>
        </pc:inkChg>
        <pc:inkChg chg="add">
          <ac:chgData name="Aggie Menezes" userId="74619c95fa3483c9" providerId="LiveId" clId="{46434A16-6657-C249-8D16-DE1750720466}" dt="2020-10-01T14:31:58.884" v="685"/>
          <ac:inkMkLst>
            <pc:docMk/>
            <pc:sldMk cId="1400428171" sldId="295"/>
            <ac:inkMk id="102" creationId="{151DC7DE-452C-5A47-8EC1-9AF3C6ED96A3}"/>
          </ac:inkMkLst>
        </pc:inkChg>
        <pc:inkChg chg="add">
          <ac:chgData name="Aggie Menezes" userId="74619c95fa3483c9" providerId="LiveId" clId="{46434A16-6657-C249-8D16-DE1750720466}" dt="2020-10-01T14:31:59.151" v="686"/>
          <ac:inkMkLst>
            <pc:docMk/>
            <pc:sldMk cId="1400428171" sldId="295"/>
            <ac:inkMk id="103" creationId="{2781691D-8055-DB41-B8F1-BB5D10BF300E}"/>
          </ac:inkMkLst>
        </pc:inkChg>
        <pc:inkChg chg="add">
          <ac:chgData name="Aggie Menezes" userId="74619c95fa3483c9" providerId="LiveId" clId="{46434A16-6657-C249-8D16-DE1750720466}" dt="2020-10-01T14:31:59.316" v="687"/>
          <ac:inkMkLst>
            <pc:docMk/>
            <pc:sldMk cId="1400428171" sldId="295"/>
            <ac:inkMk id="104" creationId="{44EAFAEF-0044-DF4C-A19F-554BDFD8E21C}"/>
          </ac:inkMkLst>
        </pc:inkChg>
        <pc:inkChg chg="add">
          <ac:chgData name="Aggie Menezes" userId="74619c95fa3483c9" providerId="LiveId" clId="{46434A16-6657-C249-8D16-DE1750720466}" dt="2020-10-01T14:31:59.450" v="688"/>
          <ac:inkMkLst>
            <pc:docMk/>
            <pc:sldMk cId="1400428171" sldId="295"/>
            <ac:inkMk id="105" creationId="{9CFCCB39-0F6D-F44D-8DEE-49889F8750A8}"/>
          </ac:inkMkLst>
        </pc:inkChg>
        <pc:inkChg chg="add">
          <ac:chgData name="Aggie Menezes" userId="74619c95fa3483c9" providerId="LiveId" clId="{46434A16-6657-C249-8D16-DE1750720466}" dt="2020-10-01T14:31:59.614" v="689"/>
          <ac:inkMkLst>
            <pc:docMk/>
            <pc:sldMk cId="1400428171" sldId="295"/>
            <ac:inkMk id="106" creationId="{A5ED9769-47B2-9C4C-BBF7-CDC899C130B4}"/>
          </ac:inkMkLst>
        </pc:inkChg>
        <pc:inkChg chg="add">
          <ac:chgData name="Aggie Menezes" userId="74619c95fa3483c9" providerId="LiveId" clId="{46434A16-6657-C249-8D16-DE1750720466}" dt="2020-10-01T14:31:59.759" v="690"/>
          <ac:inkMkLst>
            <pc:docMk/>
            <pc:sldMk cId="1400428171" sldId="295"/>
            <ac:inkMk id="107" creationId="{CDEDF9D4-C4A5-B34F-A477-03EA400E271F}"/>
          </ac:inkMkLst>
        </pc:inkChg>
        <pc:inkChg chg="add">
          <ac:chgData name="Aggie Menezes" userId="74619c95fa3483c9" providerId="LiveId" clId="{46434A16-6657-C249-8D16-DE1750720466}" dt="2020-10-01T14:31:59.904" v="691"/>
          <ac:inkMkLst>
            <pc:docMk/>
            <pc:sldMk cId="1400428171" sldId="295"/>
            <ac:inkMk id="108" creationId="{7AD75088-8A28-2D4C-8C5D-327DC27BF9C0}"/>
          </ac:inkMkLst>
        </pc:inkChg>
        <pc:inkChg chg="add">
          <ac:chgData name="Aggie Menezes" userId="74619c95fa3483c9" providerId="LiveId" clId="{46434A16-6657-C249-8D16-DE1750720466}" dt="2020-10-01T14:32:00.095" v="692"/>
          <ac:inkMkLst>
            <pc:docMk/>
            <pc:sldMk cId="1400428171" sldId="295"/>
            <ac:inkMk id="109" creationId="{5CE53EDC-7DA6-CB49-A2E1-A3085C9BF389}"/>
          </ac:inkMkLst>
        </pc:inkChg>
        <pc:inkChg chg="add">
          <ac:chgData name="Aggie Menezes" userId="74619c95fa3483c9" providerId="LiveId" clId="{46434A16-6657-C249-8D16-DE1750720466}" dt="2020-10-01T14:32:08.816" v="694"/>
          <ac:inkMkLst>
            <pc:docMk/>
            <pc:sldMk cId="1400428171" sldId="295"/>
            <ac:inkMk id="112" creationId="{A6D64052-9AC6-D24A-AA30-A13B3DE67FE4}"/>
          </ac:inkMkLst>
        </pc:inkChg>
        <pc:inkChg chg="add topLvl">
          <ac:chgData name="Aggie Menezes" userId="74619c95fa3483c9" providerId="LiveId" clId="{46434A16-6657-C249-8D16-DE1750720466}" dt="2020-10-01T14:32:25.772" v="703"/>
          <ac:inkMkLst>
            <pc:docMk/>
            <pc:sldMk cId="1400428171" sldId="295"/>
            <ac:inkMk id="113" creationId="{C04ADD81-7083-654F-8039-AC3E999CA7A6}"/>
          </ac:inkMkLst>
        </pc:inkChg>
        <pc:inkChg chg="add topLvl">
          <ac:chgData name="Aggie Menezes" userId="74619c95fa3483c9" providerId="LiveId" clId="{46434A16-6657-C249-8D16-DE1750720466}" dt="2020-10-01T14:32:25.772" v="703"/>
          <ac:inkMkLst>
            <pc:docMk/>
            <pc:sldMk cId="1400428171" sldId="295"/>
            <ac:inkMk id="114" creationId="{7AAD5D47-704A-3040-A392-F15A28C17986}"/>
          </ac:inkMkLst>
        </pc:inkChg>
        <pc:inkChg chg="add topLvl">
          <ac:chgData name="Aggie Menezes" userId="74619c95fa3483c9" providerId="LiveId" clId="{46434A16-6657-C249-8D16-DE1750720466}" dt="2020-10-01T14:32:25.772" v="703"/>
          <ac:inkMkLst>
            <pc:docMk/>
            <pc:sldMk cId="1400428171" sldId="295"/>
            <ac:inkMk id="115" creationId="{F719DEF4-1716-A04F-B465-5D87F2BA33CC}"/>
          </ac:inkMkLst>
        </pc:inkChg>
        <pc:inkChg chg="add topLvl">
          <ac:chgData name="Aggie Menezes" userId="74619c95fa3483c9" providerId="LiveId" clId="{46434A16-6657-C249-8D16-DE1750720466}" dt="2020-10-01T14:32:25.772" v="703"/>
          <ac:inkMkLst>
            <pc:docMk/>
            <pc:sldMk cId="1400428171" sldId="295"/>
            <ac:inkMk id="116" creationId="{D5918C20-34EA-6444-971D-50A0835E3956}"/>
          </ac:inkMkLst>
        </pc:inkChg>
        <pc:inkChg chg="add topLvl">
          <ac:chgData name="Aggie Menezes" userId="74619c95fa3483c9" providerId="LiveId" clId="{46434A16-6657-C249-8D16-DE1750720466}" dt="2020-10-01T14:32:25.772" v="703"/>
          <ac:inkMkLst>
            <pc:docMk/>
            <pc:sldMk cId="1400428171" sldId="295"/>
            <ac:inkMk id="117" creationId="{7699C552-2841-7A4F-8076-6F424D9007F0}"/>
          </ac:inkMkLst>
        </pc:inkChg>
        <pc:inkChg chg="add">
          <ac:chgData name="Aggie Menezes" userId="74619c95fa3483c9" providerId="LiveId" clId="{46434A16-6657-C249-8D16-DE1750720466}" dt="2020-10-01T14:32:22.207" v="701"/>
          <ac:inkMkLst>
            <pc:docMk/>
            <pc:sldMk cId="1400428171" sldId="295"/>
            <ac:inkMk id="119" creationId="{B52072D9-C062-C04D-A8A5-B87B2C8A621E}"/>
          </ac:inkMkLst>
        </pc:inkChg>
        <pc:inkChg chg="add">
          <ac:chgData name="Aggie Menezes" userId="74619c95fa3483c9" providerId="LiveId" clId="{46434A16-6657-C249-8D16-DE1750720466}" dt="2020-10-01T14:32:25.246" v="702"/>
          <ac:inkMkLst>
            <pc:docMk/>
            <pc:sldMk cId="1400428171" sldId="295"/>
            <ac:inkMk id="120" creationId="{80DE5B69-DE72-5B43-A72A-79851FC511EA}"/>
          </ac:inkMkLst>
        </pc:inkChg>
        <pc:inkChg chg="add">
          <ac:chgData name="Aggie Menezes" userId="74619c95fa3483c9" providerId="LiveId" clId="{46434A16-6657-C249-8D16-DE1750720466}" dt="2020-10-01T14:32:32.704" v="704"/>
          <ac:inkMkLst>
            <pc:docMk/>
            <pc:sldMk cId="1400428171" sldId="295"/>
            <ac:inkMk id="122" creationId="{869E97BA-1739-3644-B8F1-695CE4CF29F4}"/>
          </ac:inkMkLst>
        </pc:inkChg>
        <pc:inkChg chg="add">
          <ac:chgData name="Aggie Menezes" userId="74619c95fa3483c9" providerId="LiveId" clId="{46434A16-6657-C249-8D16-DE1750720466}" dt="2020-10-01T14:32:44.241" v="705"/>
          <ac:inkMkLst>
            <pc:docMk/>
            <pc:sldMk cId="1400428171" sldId="295"/>
            <ac:inkMk id="123" creationId="{EE06FBD3-99F0-5D41-97BE-41F1069A5DF1}"/>
          </ac:inkMkLst>
        </pc:inkChg>
        <pc:inkChg chg="add">
          <ac:chgData name="Aggie Menezes" userId="74619c95fa3483c9" providerId="LiveId" clId="{46434A16-6657-C249-8D16-DE1750720466}" dt="2020-10-01T14:32:44.468" v="706"/>
          <ac:inkMkLst>
            <pc:docMk/>
            <pc:sldMk cId="1400428171" sldId="295"/>
            <ac:inkMk id="124" creationId="{8E44D2F7-6CBA-4544-86B5-C0DF834ABB00}"/>
          </ac:inkMkLst>
        </pc:inkChg>
        <pc:inkChg chg="add">
          <ac:chgData name="Aggie Menezes" userId="74619c95fa3483c9" providerId="LiveId" clId="{46434A16-6657-C249-8D16-DE1750720466}" dt="2020-10-01T14:32:44.660" v="707"/>
          <ac:inkMkLst>
            <pc:docMk/>
            <pc:sldMk cId="1400428171" sldId="295"/>
            <ac:inkMk id="125" creationId="{5C041AA0-B2C1-AE49-82CC-65BC98266FCF}"/>
          </ac:inkMkLst>
        </pc:inkChg>
        <pc:inkChg chg="add">
          <ac:chgData name="Aggie Menezes" userId="74619c95fa3483c9" providerId="LiveId" clId="{46434A16-6657-C249-8D16-DE1750720466}" dt="2020-10-01T14:32:44.786" v="708"/>
          <ac:inkMkLst>
            <pc:docMk/>
            <pc:sldMk cId="1400428171" sldId="295"/>
            <ac:inkMk id="126" creationId="{F532BC7A-6D15-844C-9600-497BD5671253}"/>
          </ac:inkMkLst>
        </pc:inkChg>
        <pc:inkChg chg="add">
          <ac:chgData name="Aggie Menezes" userId="74619c95fa3483c9" providerId="LiveId" clId="{46434A16-6657-C249-8D16-DE1750720466}" dt="2020-10-01T14:32:46.087" v="710"/>
          <ac:inkMkLst>
            <pc:docMk/>
            <pc:sldMk cId="1400428171" sldId="295"/>
            <ac:inkMk id="128" creationId="{79FD567F-1CBA-9445-808A-E92CE2F582CB}"/>
          </ac:inkMkLst>
        </pc:inkChg>
        <pc:inkChg chg="add">
          <ac:chgData name="Aggie Menezes" userId="74619c95fa3483c9" providerId="LiveId" clId="{46434A16-6657-C249-8D16-DE1750720466}" dt="2020-10-01T14:32:46.325" v="711"/>
          <ac:inkMkLst>
            <pc:docMk/>
            <pc:sldMk cId="1400428171" sldId="295"/>
            <ac:inkMk id="129" creationId="{44082FE7-0A7F-E845-9982-B5963C829422}"/>
          </ac:inkMkLst>
        </pc:inkChg>
        <pc:inkChg chg="add">
          <ac:chgData name="Aggie Menezes" userId="74619c95fa3483c9" providerId="LiveId" clId="{46434A16-6657-C249-8D16-DE1750720466}" dt="2020-10-01T14:32:46.568" v="712"/>
          <ac:inkMkLst>
            <pc:docMk/>
            <pc:sldMk cId="1400428171" sldId="295"/>
            <ac:inkMk id="130" creationId="{9596C76F-E505-7C4F-AE57-7129ED6CA86D}"/>
          </ac:inkMkLst>
        </pc:inkChg>
        <pc:inkChg chg="add">
          <ac:chgData name="Aggie Menezes" userId="74619c95fa3483c9" providerId="LiveId" clId="{46434A16-6657-C249-8D16-DE1750720466}" dt="2020-10-01T14:32:46.958" v="713"/>
          <ac:inkMkLst>
            <pc:docMk/>
            <pc:sldMk cId="1400428171" sldId="295"/>
            <ac:inkMk id="131" creationId="{BF9EF931-D355-B041-8CEA-D58FF97B8B72}"/>
          </ac:inkMkLst>
        </pc:inkChg>
        <pc:inkChg chg="add">
          <ac:chgData name="Aggie Menezes" userId="74619c95fa3483c9" providerId="LiveId" clId="{46434A16-6657-C249-8D16-DE1750720466}" dt="2020-10-01T14:53:55.473" v="779"/>
          <ac:inkMkLst>
            <pc:docMk/>
            <pc:sldMk cId="1400428171" sldId="295"/>
            <ac:inkMk id="133" creationId="{105A0A6B-7623-7043-A921-F678AF61F619}"/>
          </ac:inkMkLst>
        </pc:inkChg>
        <pc:inkChg chg="add">
          <ac:chgData name="Aggie Menezes" userId="74619c95fa3483c9" providerId="LiveId" clId="{46434A16-6657-C249-8D16-DE1750720466}" dt="2020-10-01T14:53:56.076" v="780"/>
          <ac:inkMkLst>
            <pc:docMk/>
            <pc:sldMk cId="1400428171" sldId="295"/>
            <ac:inkMk id="134" creationId="{339284BA-5142-7344-8508-2322596FA21C}"/>
          </ac:inkMkLst>
        </pc:inkChg>
        <pc:inkChg chg="add">
          <ac:chgData name="Aggie Menezes" userId="74619c95fa3483c9" providerId="LiveId" clId="{46434A16-6657-C249-8D16-DE1750720466}" dt="2020-10-01T14:53:56.701" v="781"/>
          <ac:inkMkLst>
            <pc:docMk/>
            <pc:sldMk cId="1400428171" sldId="295"/>
            <ac:inkMk id="135" creationId="{440AFDE3-2E28-DC46-9F3C-05177FE1DAE0}"/>
          </ac:inkMkLst>
        </pc:inkChg>
        <pc:inkChg chg="add">
          <ac:chgData name="Aggie Menezes" userId="74619c95fa3483c9" providerId="LiveId" clId="{46434A16-6657-C249-8D16-DE1750720466}" dt="2020-10-01T14:54:00.040" v="783"/>
          <ac:inkMkLst>
            <pc:docMk/>
            <pc:sldMk cId="1400428171" sldId="295"/>
            <ac:inkMk id="137" creationId="{86463B57-C9E3-CE4C-AA16-54AB76A57840}"/>
          </ac:inkMkLst>
        </pc:inkChg>
      </pc:sldChg>
      <pc:sldChg chg="addSp delSp">
        <pc:chgData name="Aggie Menezes" userId="74619c95fa3483c9" providerId="LiveId" clId="{46434A16-6657-C249-8D16-DE1750720466}" dt="2020-10-01T15:12:44.337" v="929"/>
        <pc:sldMkLst>
          <pc:docMk/>
          <pc:sldMk cId="486284706" sldId="297"/>
        </pc:sldMkLst>
        <pc:grpChg chg="add del">
          <ac:chgData name="Aggie Menezes" userId="74619c95fa3483c9" providerId="LiveId" clId="{46434A16-6657-C249-8D16-DE1750720466}" dt="2020-10-01T15:12:44.337" v="929"/>
          <ac:grpSpMkLst>
            <pc:docMk/>
            <pc:sldMk cId="486284706" sldId="297"/>
            <ac:grpSpMk id="18" creationId="{757D8670-D242-2847-83CD-F746BEAF083D}"/>
          </ac:grpSpMkLst>
        </pc:grpChg>
        <pc:grpChg chg="add del">
          <ac:chgData name="Aggie Menezes" userId="74619c95fa3483c9" providerId="LiveId" clId="{46434A16-6657-C249-8D16-DE1750720466}" dt="2020-10-01T15:12:26.476" v="901"/>
          <ac:grpSpMkLst>
            <pc:docMk/>
            <pc:sldMk cId="486284706" sldId="297"/>
            <ac:grpSpMk id="40" creationId="{D27A723C-F7DA-4B48-AB08-DE9E57A676B4}"/>
          </ac:grpSpMkLst>
        </pc:grpChg>
        <pc:grpChg chg="add del">
          <ac:chgData name="Aggie Menezes" userId="74619c95fa3483c9" providerId="LiveId" clId="{46434A16-6657-C249-8D16-DE1750720466}" dt="2020-10-01T15:12:40.052" v="920"/>
          <ac:grpSpMkLst>
            <pc:docMk/>
            <pc:sldMk cId="486284706" sldId="297"/>
            <ac:grpSpMk id="46" creationId="{108AB861-EF03-4047-9015-131965214C6D}"/>
          </ac:grpSpMkLst>
        </pc:grpChg>
        <pc:grpChg chg="add">
          <ac:chgData name="Aggie Menezes" userId="74619c95fa3483c9" providerId="LiveId" clId="{46434A16-6657-C249-8D16-DE1750720466}" dt="2020-10-01T15:12:12.411" v="896"/>
          <ac:grpSpMkLst>
            <pc:docMk/>
            <pc:sldMk cId="486284706" sldId="297"/>
            <ac:grpSpMk id="52" creationId="{07FBE0EE-EC26-FC40-AD92-0FA651688E2B}"/>
          </ac:grpSpMkLst>
        </pc:grpChg>
        <pc:grpChg chg="add">
          <ac:chgData name="Aggie Menezes" userId="74619c95fa3483c9" providerId="LiveId" clId="{46434A16-6657-C249-8D16-DE1750720466}" dt="2020-10-01T15:12:24.585" v="899"/>
          <ac:grpSpMkLst>
            <pc:docMk/>
            <pc:sldMk cId="486284706" sldId="297"/>
            <ac:grpSpMk id="55" creationId="{5B92644D-CB21-4942-B982-83DC495C5063}"/>
          </ac:grpSpMkLst>
        </pc:grpChg>
        <pc:grpChg chg="add del">
          <ac:chgData name="Aggie Menezes" userId="74619c95fa3483c9" providerId="LiveId" clId="{46434A16-6657-C249-8D16-DE1750720466}" dt="2020-10-01T15:12:36.241" v="911"/>
          <ac:grpSpMkLst>
            <pc:docMk/>
            <pc:sldMk cId="486284706" sldId="297"/>
            <ac:grpSpMk id="57" creationId="{AC9F18E1-5F03-F840-AFD1-39823407091C}"/>
          </ac:grpSpMkLst>
        </pc:grpChg>
        <pc:grpChg chg="add del">
          <ac:chgData name="Aggie Menezes" userId="74619c95fa3483c9" providerId="LiveId" clId="{46434A16-6657-C249-8D16-DE1750720466}" dt="2020-10-01T15:12:36.241" v="911"/>
          <ac:grpSpMkLst>
            <pc:docMk/>
            <pc:sldMk cId="486284706" sldId="297"/>
            <ac:grpSpMk id="66" creationId="{2E9C793C-FD34-9D43-B0CF-3AC992F8A59A}"/>
          </ac:grpSpMkLst>
        </pc:grpChg>
        <pc:grpChg chg="add">
          <ac:chgData name="Aggie Menezes" userId="74619c95fa3483c9" providerId="LiveId" clId="{46434A16-6657-C249-8D16-DE1750720466}" dt="2020-10-01T15:12:36.241" v="911"/>
          <ac:grpSpMkLst>
            <pc:docMk/>
            <pc:sldMk cId="486284706" sldId="297"/>
            <ac:grpSpMk id="68" creationId="{3C014CBE-49EA-9342-B322-7D3705BE191A}"/>
          </ac:grpSpMkLst>
        </pc:grpChg>
        <pc:grpChg chg="add del">
          <ac:chgData name="Aggie Menezes" userId="74619c95fa3483c9" providerId="LiveId" clId="{46434A16-6657-C249-8D16-DE1750720466}" dt="2020-10-01T15:12:42.091" v="925"/>
          <ac:grpSpMkLst>
            <pc:docMk/>
            <pc:sldMk cId="486284706" sldId="297"/>
            <ac:grpSpMk id="149" creationId="{0D2B4F44-7E86-BF48-A5C3-865061853CFF}"/>
          </ac:grpSpMkLst>
        </pc:grpChg>
        <pc:grpChg chg="add">
          <ac:chgData name="Aggie Menezes" userId="74619c95fa3483c9" providerId="LiveId" clId="{46434A16-6657-C249-8D16-DE1750720466}" dt="2020-10-01T15:12:42.091" v="925"/>
          <ac:grpSpMkLst>
            <pc:docMk/>
            <pc:sldMk cId="486284706" sldId="297"/>
            <ac:grpSpMk id="154" creationId="{564DA9F6-99D7-1B43-9A8B-46831EDD2020}"/>
          </ac:grpSpMkLst>
        </pc:grpChg>
        <pc:grpChg chg="add">
          <ac:chgData name="Aggie Menezes" userId="74619c95fa3483c9" providerId="LiveId" clId="{46434A16-6657-C249-8D16-DE1750720466}" dt="2020-10-01T15:12:44.337" v="929"/>
          <ac:grpSpMkLst>
            <pc:docMk/>
            <pc:sldMk cId="486284706" sldId="297"/>
            <ac:grpSpMk id="158" creationId="{1773F0BB-A599-354B-9388-ECFE854859AB}"/>
          </ac:grpSpMkLst>
        </pc:grpChg>
        <pc:inkChg chg="add topLvl">
          <ac:chgData name="Aggie Menezes" userId="74619c95fa3483c9" providerId="LiveId" clId="{46434A16-6657-C249-8D16-DE1750720466}" dt="2020-10-01T15:12:44.337" v="929"/>
          <ac:inkMkLst>
            <pc:docMk/>
            <pc:sldMk cId="486284706" sldId="297"/>
            <ac:inkMk id="12" creationId="{2DAA2B52-0B58-9F47-8BDA-97FAB391CEDC}"/>
          </ac:inkMkLst>
        </pc:inkChg>
        <pc:inkChg chg="add topLvl">
          <ac:chgData name="Aggie Menezes" userId="74619c95fa3483c9" providerId="LiveId" clId="{46434A16-6657-C249-8D16-DE1750720466}" dt="2020-10-01T15:12:44.337" v="929"/>
          <ac:inkMkLst>
            <pc:docMk/>
            <pc:sldMk cId="486284706" sldId="297"/>
            <ac:inkMk id="15" creationId="{934A410A-1CBB-EE45-8D1B-A6A2C5EA7BA8}"/>
          </ac:inkMkLst>
        </pc:inkChg>
        <pc:inkChg chg="add topLvl">
          <ac:chgData name="Aggie Menezes" userId="74619c95fa3483c9" providerId="LiveId" clId="{46434A16-6657-C249-8D16-DE1750720466}" dt="2020-10-01T15:12:44.337" v="929"/>
          <ac:inkMkLst>
            <pc:docMk/>
            <pc:sldMk cId="486284706" sldId="297"/>
            <ac:inkMk id="16" creationId="{3D4DD2ED-28D7-264D-8620-89C0B86763BB}"/>
          </ac:inkMkLst>
        </pc:inkChg>
        <pc:inkChg chg="add topLvl">
          <ac:chgData name="Aggie Menezes" userId="74619c95fa3483c9" providerId="LiveId" clId="{46434A16-6657-C249-8D16-DE1750720466}" dt="2020-10-01T15:12:36.241" v="911"/>
          <ac:inkMkLst>
            <pc:docMk/>
            <pc:sldMk cId="486284706" sldId="297"/>
            <ac:inkMk id="19" creationId="{6C5E99F0-873C-634E-8516-A87227E7CD53}"/>
          </ac:inkMkLst>
        </pc:inkChg>
        <pc:inkChg chg="add topLvl">
          <ac:chgData name="Aggie Menezes" userId="74619c95fa3483c9" providerId="LiveId" clId="{46434A16-6657-C249-8D16-DE1750720466}" dt="2020-10-01T15:12:36.241" v="911"/>
          <ac:inkMkLst>
            <pc:docMk/>
            <pc:sldMk cId="486284706" sldId="297"/>
            <ac:inkMk id="20" creationId="{C4955C2F-9329-474B-8900-A2533DE38318}"/>
          </ac:inkMkLst>
        </pc:inkChg>
        <pc:inkChg chg="add topLvl">
          <ac:chgData name="Aggie Menezes" userId="74619c95fa3483c9" providerId="LiveId" clId="{46434A16-6657-C249-8D16-DE1750720466}" dt="2020-10-01T15:12:36.241" v="911"/>
          <ac:inkMkLst>
            <pc:docMk/>
            <pc:sldMk cId="486284706" sldId="297"/>
            <ac:inkMk id="21" creationId="{1D45C1D9-8BAC-EB47-8650-F5D50ED5E804}"/>
          </ac:inkMkLst>
        </pc:inkChg>
        <pc:inkChg chg="add topLvl">
          <ac:chgData name="Aggie Menezes" userId="74619c95fa3483c9" providerId="LiveId" clId="{46434A16-6657-C249-8D16-DE1750720466}" dt="2020-10-01T15:12:36.241" v="911"/>
          <ac:inkMkLst>
            <pc:docMk/>
            <pc:sldMk cId="486284706" sldId="297"/>
            <ac:inkMk id="36" creationId="{EE868886-6FA7-C343-9E15-F4F1AB7D59B6}"/>
          </ac:inkMkLst>
        </pc:inkChg>
        <pc:inkChg chg="add topLvl">
          <ac:chgData name="Aggie Menezes" userId="74619c95fa3483c9" providerId="LiveId" clId="{46434A16-6657-C249-8D16-DE1750720466}" dt="2020-10-01T15:12:36.241" v="911"/>
          <ac:inkMkLst>
            <pc:docMk/>
            <pc:sldMk cId="486284706" sldId="297"/>
            <ac:inkMk id="37" creationId="{7AD369C0-A403-9D4C-B7CD-C6E79AC35E12}"/>
          </ac:inkMkLst>
        </pc:inkChg>
        <pc:inkChg chg="add topLvl">
          <ac:chgData name="Aggie Menezes" userId="74619c95fa3483c9" providerId="LiveId" clId="{46434A16-6657-C249-8D16-DE1750720466}" dt="2020-10-01T15:12:42.091" v="925"/>
          <ac:inkMkLst>
            <pc:docMk/>
            <pc:sldMk cId="486284706" sldId="297"/>
            <ac:inkMk id="41" creationId="{77310CFE-CAF2-9E43-850D-FED04D60A89E}"/>
          </ac:inkMkLst>
        </pc:inkChg>
        <pc:inkChg chg="add topLvl">
          <ac:chgData name="Aggie Menezes" userId="74619c95fa3483c9" providerId="LiveId" clId="{46434A16-6657-C249-8D16-DE1750720466}" dt="2020-10-01T15:12:42.091" v="925"/>
          <ac:inkMkLst>
            <pc:docMk/>
            <pc:sldMk cId="486284706" sldId="297"/>
            <ac:inkMk id="42" creationId="{4605A515-3AB6-C448-926C-0022EF2341B4}"/>
          </ac:inkMkLst>
        </pc:inkChg>
        <pc:inkChg chg="add topLvl">
          <ac:chgData name="Aggie Menezes" userId="74619c95fa3483c9" providerId="LiveId" clId="{46434A16-6657-C249-8D16-DE1750720466}" dt="2020-10-01T15:12:42.091" v="925"/>
          <ac:inkMkLst>
            <pc:docMk/>
            <pc:sldMk cId="486284706" sldId="297"/>
            <ac:inkMk id="43" creationId="{EEBF07C0-68FA-444B-B4A2-8207EE11D0AF}"/>
          </ac:inkMkLst>
        </pc:inkChg>
        <pc:inkChg chg="add topLvl">
          <ac:chgData name="Aggie Menezes" userId="74619c95fa3483c9" providerId="LiveId" clId="{46434A16-6657-C249-8D16-DE1750720466}" dt="2020-10-01T15:12:42.091" v="925"/>
          <ac:inkMkLst>
            <pc:docMk/>
            <pc:sldMk cId="486284706" sldId="297"/>
            <ac:inkMk id="45" creationId="{F49C4CA8-D09B-2041-9233-3264298457E1}"/>
          </ac:inkMkLst>
        </pc:inkChg>
        <pc:inkChg chg="add">
          <ac:chgData name="Aggie Menezes" userId="74619c95fa3483c9" providerId="LiveId" clId="{46434A16-6657-C249-8D16-DE1750720466}" dt="2020-10-01T15:12:10.271" v="891"/>
          <ac:inkMkLst>
            <pc:docMk/>
            <pc:sldMk cId="486284706" sldId="297"/>
            <ac:inkMk id="47" creationId="{50DF1261-BBFB-0445-8CE3-720FF9345683}"/>
          </ac:inkMkLst>
        </pc:inkChg>
        <pc:inkChg chg="add">
          <ac:chgData name="Aggie Menezes" userId="74619c95fa3483c9" providerId="LiveId" clId="{46434A16-6657-C249-8D16-DE1750720466}" dt="2020-10-01T15:12:10.815" v="892"/>
          <ac:inkMkLst>
            <pc:docMk/>
            <pc:sldMk cId="486284706" sldId="297"/>
            <ac:inkMk id="48" creationId="{316B4B63-5250-D549-9E91-6010AEEC1FA4}"/>
          </ac:inkMkLst>
        </pc:inkChg>
        <pc:inkChg chg="add">
          <ac:chgData name="Aggie Menezes" userId="74619c95fa3483c9" providerId="LiveId" clId="{46434A16-6657-C249-8D16-DE1750720466}" dt="2020-10-01T15:12:11.125" v="893"/>
          <ac:inkMkLst>
            <pc:docMk/>
            <pc:sldMk cId="486284706" sldId="297"/>
            <ac:inkMk id="49" creationId="{98F6026A-EEFE-3844-8D24-99F0138D729E}"/>
          </ac:inkMkLst>
        </pc:inkChg>
        <pc:inkChg chg="add">
          <ac:chgData name="Aggie Menezes" userId="74619c95fa3483c9" providerId="LiveId" clId="{46434A16-6657-C249-8D16-DE1750720466}" dt="2020-10-01T15:12:11.499" v="894"/>
          <ac:inkMkLst>
            <pc:docMk/>
            <pc:sldMk cId="486284706" sldId="297"/>
            <ac:inkMk id="50" creationId="{F1CC6BDF-3922-2140-A0E7-7B70CD2FAA19}"/>
          </ac:inkMkLst>
        </pc:inkChg>
        <pc:inkChg chg="add">
          <ac:chgData name="Aggie Menezes" userId="74619c95fa3483c9" providerId="LiveId" clId="{46434A16-6657-C249-8D16-DE1750720466}" dt="2020-10-01T15:12:11.598" v="895"/>
          <ac:inkMkLst>
            <pc:docMk/>
            <pc:sldMk cId="486284706" sldId="297"/>
            <ac:inkMk id="51" creationId="{F6002662-A9E6-264E-A74F-261665E956C6}"/>
          </ac:inkMkLst>
        </pc:inkChg>
        <pc:inkChg chg="add">
          <ac:chgData name="Aggie Menezes" userId="74619c95fa3483c9" providerId="LiveId" clId="{46434A16-6657-C249-8D16-DE1750720466}" dt="2020-10-01T15:12:23.512" v="897"/>
          <ac:inkMkLst>
            <pc:docMk/>
            <pc:sldMk cId="486284706" sldId="297"/>
            <ac:inkMk id="53" creationId="{04526A66-0330-F642-B2FA-36D87BF9D0EA}"/>
          </ac:inkMkLst>
        </pc:inkChg>
        <pc:inkChg chg="add">
          <ac:chgData name="Aggie Menezes" userId="74619c95fa3483c9" providerId="LiveId" clId="{46434A16-6657-C249-8D16-DE1750720466}" dt="2020-10-01T15:12:23.868" v="898"/>
          <ac:inkMkLst>
            <pc:docMk/>
            <pc:sldMk cId="486284706" sldId="297"/>
            <ac:inkMk id="54" creationId="{63E9E387-9B93-5D45-B8C8-651A947B2A67}"/>
          </ac:inkMkLst>
        </pc:inkChg>
        <pc:inkChg chg="add topLvl">
          <ac:chgData name="Aggie Menezes" userId="74619c95fa3483c9" providerId="LiveId" clId="{46434A16-6657-C249-8D16-DE1750720466}" dt="2020-10-01T15:12:36.241" v="911"/>
          <ac:inkMkLst>
            <pc:docMk/>
            <pc:sldMk cId="486284706" sldId="297"/>
            <ac:inkMk id="56" creationId="{29EB101F-C061-4E4F-9C2E-01F43476AAAA}"/>
          </ac:inkMkLst>
        </pc:inkChg>
        <pc:inkChg chg="add topLvl">
          <ac:chgData name="Aggie Menezes" userId="74619c95fa3483c9" providerId="LiveId" clId="{46434A16-6657-C249-8D16-DE1750720466}" dt="2020-10-01T15:12:36.241" v="911"/>
          <ac:inkMkLst>
            <pc:docMk/>
            <pc:sldMk cId="486284706" sldId="297"/>
            <ac:inkMk id="58" creationId="{6957C110-58FA-8046-87DC-084C6BD4531E}"/>
          </ac:inkMkLst>
        </pc:inkChg>
        <pc:inkChg chg="add topLvl">
          <ac:chgData name="Aggie Menezes" userId="74619c95fa3483c9" providerId="LiveId" clId="{46434A16-6657-C249-8D16-DE1750720466}" dt="2020-10-01T15:12:36.241" v="911"/>
          <ac:inkMkLst>
            <pc:docMk/>
            <pc:sldMk cId="486284706" sldId="297"/>
            <ac:inkMk id="59" creationId="{33CE87AF-6200-FD49-9906-D1631A621CFE}"/>
          </ac:inkMkLst>
        </pc:inkChg>
        <pc:inkChg chg="add topLvl">
          <ac:chgData name="Aggie Menezes" userId="74619c95fa3483c9" providerId="LiveId" clId="{46434A16-6657-C249-8D16-DE1750720466}" dt="2020-10-01T15:12:36.241" v="911"/>
          <ac:inkMkLst>
            <pc:docMk/>
            <pc:sldMk cId="486284706" sldId="297"/>
            <ac:inkMk id="60" creationId="{904592C6-2381-794A-89A2-ABDE67952647}"/>
          </ac:inkMkLst>
        </pc:inkChg>
        <pc:inkChg chg="add topLvl">
          <ac:chgData name="Aggie Menezes" userId="74619c95fa3483c9" providerId="LiveId" clId="{46434A16-6657-C249-8D16-DE1750720466}" dt="2020-10-01T15:12:36.241" v="911"/>
          <ac:inkMkLst>
            <pc:docMk/>
            <pc:sldMk cId="486284706" sldId="297"/>
            <ac:inkMk id="61" creationId="{4C12EE99-2ED2-3946-AF1E-501CA936DDFB}"/>
          </ac:inkMkLst>
        </pc:inkChg>
        <pc:inkChg chg="add topLvl">
          <ac:chgData name="Aggie Menezes" userId="74619c95fa3483c9" providerId="LiveId" clId="{46434A16-6657-C249-8D16-DE1750720466}" dt="2020-10-01T15:12:36.241" v="911"/>
          <ac:inkMkLst>
            <pc:docMk/>
            <pc:sldMk cId="486284706" sldId="297"/>
            <ac:inkMk id="62" creationId="{B0D4ADE9-D06C-9A4F-9766-760C1235DBD9}"/>
          </ac:inkMkLst>
        </pc:inkChg>
        <pc:inkChg chg="add topLvl">
          <ac:chgData name="Aggie Menezes" userId="74619c95fa3483c9" providerId="LiveId" clId="{46434A16-6657-C249-8D16-DE1750720466}" dt="2020-10-01T15:12:36.241" v="911"/>
          <ac:inkMkLst>
            <pc:docMk/>
            <pc:sldMk cId="486284706" sldId="297"/>
            <ac:inkMk id="64" creationId="{FC6AF7AE-E4FB-9F4E-9826-097B495A2393}"/>
          </ac:inkMkLst>
        </pc:inkChg>
        <pc:inkChg chg="add topLvl">
          <ac:chgData name="Aggie Menezes" userId="74619c95fa3483c9" providerId="LiveId" clId="{46434A16-6657-C249-8D16-DE1750720466}" dt="2020-10-01T15:12:36.241" v="911"/>
          <ac:inkMkLst>
            <pc:docMk/>
            <pc:sldMk cId="486284706" sldId="297"/>
            <ac:inkMk id="65" creationId="{3610B2B7-C993-B64E-B367-D36733252E69}"/>
          </ac:inkMkLst>
        </pc:inkChg>
        <pc:inkChg chg="add">
          <ac:chgData name="Aggie Menezes" userId="74619c95fa3483c9" providerId="LiveId" clId="{46434A16-6657-C249-8D16-DE1750720466}" dt="2020-10-01T15:12:35.721" v="910"/>
          <ac:inkMkLst>
            <pc:docMk/>
            <pc:sldMk cId="486284706" sldId="297"/>
            <ac:inkMk id="67" creationId="{C9D8603C-8410-DC4C-B5A1-04FFD5FB55EA}"/>
          </ac:inkMkLst>
        </pc:inkChg>
        <pc:inkChg chg="add topLvl">
          <ac:chgData name="Aggie Menezes" userId="74619c95fa3483c9" providerId="LiveId" clId="{46434A16-6657-C249-8D16-DE1750720466}" dt="2020-10-01T15:12:42.091" v="925"/>
          <ac:inkMkLst>
            <pc:docMk/>
            <pc:sldMk cId="486284706" sldId="297"/>
            <ac:inkMk id="69" creationId="{1A042E0A-D5DC-5242-8A22-1196C3A84F53}"/>
          </ac:inkMkLst>
        </pc:inkChg>
        <pc:inkChg chg="add topLvl">
          <ac:chgData name="Aggie Menezes" userId="74619c95fa3483c9" providerId="LiveId" clId="{46434A16-6657-C249-8D16-DE1750720466}" dt="2020-10-01T15:12:42.091" v="925"/>
          <ac:inkMkLst>
            <pc:docMk/>
            <pc:sldMk cId="486284706" sldId="297"/>
            <ac:inkMk id="89" creationId="{6028C4EB-EAEF-FC41-829E-5DFF2D9C61D8}"/>
          </ac:inkMkLst>
        </pc:inkChg>
        <pc:inkChg chg="add topLvl">
          <ac:chgData name="Aggie Menezes" userId="74619c95fa3483c9" providerId="LiveId" clId="{46434A16-6657-C249-8D16-DE1750720466}" dt="2020-10-01T15:12:42.091" v="925"/>
          <ac:inkMkLst>
            <pc:docMk/>
            <pc:sldMk cId="486284706" sldId="297"/>
            <ac:inkMk id="143" creationId="{2F548255-D0C7-3343-88B2-5C853949F80F}"/>
          </ac:inkMkLst>
        </pc:inkChg>
        <pc:inkChg chg="add topLvl">
          <ac:chgData name="Aggie Menezes" userId="74619c95fa3483c9" providerId="LiveId" clId="{46434A16-6657-C249-8D16-DE1750720466}" dt="2020-10-01T15:12:42.091" v="925"/>
          <ac:inkMkLst>
            <pc:docMk/>
            <pc:sldMk cId="486284706" sldId="297"/>
            <ac:inkMk id="144" creationId="{9E1E6CBC-BC6A-1544-AD84-353D8053B8A3}"/>
          </ac:inkMkLst>
        </pc:inkChg>
        <pc:inkChg chg="add topLvl">
          <ac:chgData name="Aggie Menezes" userId="74619c95fa3483c9" providerId="LiveId" clId="{46434A16-6657-C249-8D16-DE1750720466}" dt="2020-10-01T15:12:42.091" v="925"/>
          <ac:inkMkLst>
            <pc:docMk/>
            <pc:sldMk cId="486284706" sldId="297"/>
            <ac:inkMk id="145" creationId="{44DF7D2F-9A23-F245-B6E4-9C3A06A282FF}"/>
          </ac:inkMkLst>
        </pc:inkChg>
        <pc:inkChg chg="add topLvl">
          <ac:chgData name="Aggie Menezes" userId="74619c95fa3483c9" providerId="LiveId" clId="{46434A16-6657-C249-8D16-DE1750720466}" dt="2020-10-01T15:12:42.091" v="925"/>
          <ac:inkMkLst>
            <pc:docMk/>
            <pc:sldMk cId="486284706" sldId="297"/>
            <ac:inkMk id="146" creationId="{0DD281F9-FCF2-1248-8AE0-62292D794C58}"/>
          </ac:inkMkLst>
        </pc:inkChg>
        <pc:inkChg chg="add topLvl">
          <ac:chgData name="Aggie Menezes" userId="74619c95fa3483c9" providerId="LiveId" clId="{46434A16-6657-C249-8D16-DE1750720466}" dt="2020-10-01T15:12:42.091" v="925"/>
          <ac:inkMkLst>
            <pc:docMk/>
            <pc:sldMk cId="486284706" sldId="297"/>
            <ac:inkMk id="147" creationId="{FDD988AB-ACA1-0D4E-A55E-FCAB95CD2891}"/>
          </ac:inkMkLst>
        </pc:inkChg>
        <pc:inkChg chg="add topLvl">
          <ac:chgData name="Aggie Menezes" userId="74619c95fa3483c9" providerId="LiveId" clId="{46434A16-6657-C249-8D16-DE1750720466}" dt="2020-10-01T15:12:42.091" v="925"/>
          <ac:inkMkLst>
            <pc:docMk/>
            <pc:sldMk cId="486284706" sldId="297"/>
            <ac:inkMk id="148" creationId="{FE1B9CC6-C734-9B4C-AE7E-F593AF0B6961}"/>
          </ac:inkMkLst>
        </pc:inkChg>
        <pc:inkChg chg="add">
          <ac:chgData name="Aggie Menezes" userId="74619c95fa3483c9" providerId="LiveId" clId="{46434A16-6657-C249-8D16-DE1750720466}" dt="2020-10-01T15:12:40.914" v="921"/>
          <ac:inkMkLst>
            <pc:docMk/>
            <pc:sldMk cId="486284706" sldId="297"/>
            <ac:inkMk id="150" creationId="{CB481115-DAB6-054D-9093-56DCA3AD936F}"/>
          </ac:inkMkLst>
        </pc:inkChg>
        <pc:inkChg chg="add">
          <ac:chgData name="Aggie Menezes" userId="74619c95fa3483c9" providerId="LiveId" clId="{46434A16-6657-C249-8D16-DE1750720466}" dt="2020-10-01T15:12:41.073" v="922"/>
          <ac:inkMkLst>
            <pc:docMk/>
            <pc:sldMk cId="486284706" sldId="297"/>
            <ac:inkMk id="151" creationId="{214CA332-F996-A541-9898-2B8679AC26BC}"/>
          </ac:inkMkLst>
        </pc:inkChg>
        <pc:inkChg chg="add">
          <ac:chgData name="Aggie Menezes" userId="74619c95fa3483c9" providerId="LiveId" clId="{46434A16-6657-C249-8D16-DE1750720466}" dt="2020-10-01T15:12:41.178" v="923"/>
          <ac:inkMkLst>
            <pc:docMk/>
            <pc:sldMk cId="486284706" sldId="297"/>
            <ac:inkMk id="152" creationId="{0EB9ED18-E68C-A747-9213-D0AE01186FB2}"/>
          </ac:inkMkLst>
        </pc:inkChg>
        <pc:inkChg chg="add">
          <ac:chgData name="Aggie Menezes" userId="74619c95fa3483c9" providerId="LiveId" clId="{46434A16-6657-C249-8D16-DE1750720466}" dt="2020-10-01T15:12:41.434" v="924"/>
          <ac:inkMkLst>
            <pc:docMk/>
            <pc:sldMk cId="486284706" sldId="297"/>
            <ac:inkMk id="153" creationId="{D435A987-FE98-0749-9621-D6E48E870520}"/>
          </ac:inkMkLst>
        </pc:inkChg>
        <pc:inkChg chg="add">
          <ac:chgData name="Aggie Menezes" userId="74619c95fa3483c9" providerId="LiveId" clId="{46434A16-6657-C249-8D16-DE1750720466}" dt="2020-10-01T15:12:43.252" v="926"/>
          <ac:inkMkLst>
            <pc:docMk/>
            <pc:sldMk cId="486284706" sldId="297"/>
            <ac:inkMk id="155" creationId="{459E5EB1-4656-3E49-B40D-0B3CFCA2272F}"/>
          </ac:inkMkLst>
        </pc:inkChg>
        <pc:inkChg chg="add">
          <ac:chgData name="Aggie Menezes" userId="74619c95fa3483c9" providerId="LiveId" clId="{46434A16-6657-C249-8D16-DE1750720466}" dt="2020-10-01T15:12:43.474" v="927"/>
          <ac:inkMkLst>
            <pc:docMk/>
            <pc:sldMk cId="486284706" sldId="297"/>
            <ac:inkMk id="156" creationId="{A017F819-97B0-4743-9C4B-DCE2E925E7F1}"/>
          </ac:inkMkLst>
        </pc:inkChg>
        <pc:inkChg chg="add">
          <ac:chgData name="Aggie Menezes" userId="74619c95fa3483c9" providerId="LiveId" clId="{46434A16-6657-C249-8D16-DE1750720466}" dt="2020-10-01T15:12:43.620" v="928"/>
          <ac:inkMkLst>
            <pc:docMk/>
            <pc:sldMk cId="486284706" sldId="297"/>
            <ac:inkMk id="157" creationId="{C4F691B7-2523-0E48-A0B8-5D6485DB38B2}"/>
          </ac:inkMkLst>
        </pc:inkChg>
      </pc:sldChg>
      <pc:sldChg chg="addSp delSp">
        <pc:chgData name="Aggie Menezes" userId="74619c95fa3483c9" providerId="LiveId" clId="{46434A16-6657-C249-8D16-DE1750720466}" dt="2020-10-01T15:37:53.531" v="1211"/>
        <pc:sldMkLst>
          <pc:docMk/>
          <pc:sldMk cId="2456304509" sldId="298"/>
        </pc:sldMkLst>
        <pc:grpChg chg="add del">
          <ac:chgData name="Aggie Menezes" userId="74619c95fa3483c9" providerId="LiveId" clId="{46434A16-6657-C249-8D16-DE1750720466}" dt="2020-10-01T15:20:29.533" v="939"/>
          <ac:grpSpMkLst>
            <pc:docMk/>
            <pc:sldMk cId="2456304509" sldId="298"/>
            <ac:grpSpMk id="9" creationId="{12E22146-4632-064C-9D01-F38C58401B1B}"/>
          </ac:grpSpMkLst>
        </pc:grpChg>
        <pc:grpChg chg="add del">
          <ac:chgData name="Aggie Menezes" userId="74619c95fa3483c9" providerId="LiveId" clId="{46434A16-6657-C249-8D16-DE1750720466}" dt="2020-10-01T15:20:36.854" v="950"/>
          <ac:grpSpMkLst>
            <pc:docMk/>
            <pc:sldMk cId="2456304509" sldId="298"/>
            <ac:grpSpMk id="20" creationId="{3C873401-4EB9-434F-A219-682D69321208}"/>
          </ac:grpSpMkLst>
        </pc:grpChg>
        <pc:grpChg chg="add del">
          <ac:chgData name="Aggie Menezes" userId="74619c95fa3483c9" providerId="LiveId" clId="{46434A16-6657-C249-8D16-DE1750720466}" dt="2020-10-01T15:23:00.873" v="1002"/>
          <ac:grpSpMkLst>
            <pc:docMk/>
            <pc:sldMk cId="2456304509" sldId="298"/>
            <ac:grpSpMk id="31" creationId="{7650CB83-11CF-C04E-A86F-F38539625EFB}"/>
          </ac:grpSpMkLst>
        </pc:grpChg>
        <pc:grpChg chg="add del">
          <ac:chgData name="Aggie Menezes" userId="74619c95fa3483c9" providerId="LiveId" clId="{46434A16-6657-C249-8D16-DE1750720466}" dt="2020-10-01T15:22:23.174" v="960"/>
          <ac:grpSpMkLst>
            <pc:docMk/>
            <pc:sldMk cId="2456304509" sldId="298"/>
            <ac:grpSpMk id="43" creationId="{7657E6A5-5EB4-8841-8313-A0E05973C9BE}"/>
          </ac:grpSpMkLst>
        </pc:grpChg>
        <pc:grpChg chg="add del">
          <ac:chgData name="Aggie Menezes" userId="74619c95fa3483c9" providerId="LiveId" clId="{46434A16-6657-C249-8D16-DE1750720466}" dt="2020-10-01T15:22:29.440" v="963"/>
          <ac:grpSpMkLst>
            <pc:docMk/>
            <pc:sldMk cId="2456304509" sldId="298"/>
            <ac:grpSpMk id="49" creationId="{4170B19E-1744-6244-9A9D-A582C652D07B}"/>
          </ac:grpSpMkLst>
        </pc:grpChg>
        <pc:grpChg chg="add del">
          <ac:chgData name="Aggie Menezes" userId="74619c95fa3483c9" providerId="LiveId" clId="{46434A16-6657-C249-8D16-DE1750720466}" dt="2020-10-01T15:22:38.280" v="975"/>
          <ac:grpSpMkLst>
            <pc:docMk/>
            <pc:sldMk cId="2456304509" sldId="298"/>
            <ac:grpSpMk id="52" creationId="{A681E790-FC2C-1846-AC1A-AE884B7E50D3}"/>
          </ac:grpSpMkLst>
        </pc:grpChg>
        <pc:grpChg chg="add del">
          <ac:chgData name="Aggie Menezes" userId="74619c95fa3483c9" providerId="LiveId" clId="{46434A16-6657-C249-8D16-DE1750720466}" dt="2020-10-01T15:24:48.466" v="1066"/>
          <ac:grpSpMkLst>
            <pc:docMk/>
            <pc:sldMk cId="2456304509" sldId="298"/>
            <ac:grpSpMk id="65" creationId="{5AE99123-D8E9-6443-983B-0795FB5BD68E}"/>
          </ac:grpSpMkLst>
        </pc:grpChg>
        <pc:grpChg chg="add del">
          <ac:chgData name="Aggie Menezes" userId="74619c95fa3483c9" providerId="LiveId" clId="{46434A16-6657-C249-8D16-DE1750720466}" dt="2020-10-01T15:24:48.466" v="1066"/>
          <ac:grpSpMkLst>
            <pc:docMk/>
            <pc:sldMk cId="2456304509" sldId="298"/>
            <ac:grpSpMk id="86" creationId="{0E885F26-09DF-9943-B2A4-210A302322C4}"/>
          </ac:grpSpMkLst>
        </pc:grpChg>
        <pc:grpChg chg="add">
          <ac:chgData name="Aggie Menezes" userId="74619c95fa3483c9" providerId="LiveId" clId="{46434A16-6657-C249-8D16-DE1750720466}" dt="2020-10-01T15:23:00.873" v="1002"/>
          <ac:grpSpMkLst>
            <pc:docMk/>
            <pc:sldMk cId="2456304509" sldId="298"/>
            <ac:grpSpMk id="89" creationId="{599DEBBF-07A7-7549-97D6-E232465D8BF9}"/>
          </ac:grpSpMkLst>
        </pc:grpChg>
        <pc:grpChg chg="add del">
          <ac:chgData name="Aggie Menezes" userId="74619c95fa3483c9" providerId="LiveId" clId="{46434A16-6657-C249-8D16-DE1750720466}" dt="2020-10-01T15:24:48.466" v="1066"/>
          <ac:grpSpMkLst>
            <pc:docMk/>
            <pc:sldMk cId="2456304509" sldId="298"/>
            <ac:grpSpMk id="105" creationId="{0AD9FE63-E425-CE45-A942-5C77B7812720}"/>
          </ac:grpSpMkLst>
        </pc:grpChg>
        <pc:grpChg chg="add del">
          <ac:chgData name="Aggie Menezes" userId="74619c95fa3483c9" providerId="LiveId" clId="{46434A16-6657-C249-8D16-DE1750720466}" dt="2020-10-01T15:23:33.401" v="1039"/>
          <ac:grpSpMkLst>
            <pc:docMk/>
            <pc:sldMk cId="2456304509" sldId="298"/>
            <ac:grpSpMk id="116" creationId="{F1C0E38A-EAE0-3A49-AB18-3FBBD11A0C44}"/>
          </ac:grpSpMkLst>
        </pc:grpChg>
        <pc:grpChg chg="add del">
          <ac:chgData name="Aggie Menezes" userId="74619c95fa3483c9" providerId="LiveId" clId="{46434A16-6657-C249-8D16-DE1750720466}" dt="2020-10-01T15:23:36.329" v="1042"/>
          <ac:grpSpMkLst>
            <pc:docMk/>
            <pc:sldMk cId="2456304509" sldId="298"/>
            <ac:grpSpMk id="131" creationId="{5F91920E-02BB-8F49-856B-4DEED4C2A454}"/>
          </ac:grpSpMkLst>
        </pc:grpChg>
        <pc:grpChg chg="add">
          <ac:chgData name="Aggie Menezes" userId="74619c95fa3483c9" providerId="LiveId" clId="{46434A16-6657-C249-8D16-DE1750720466}" dt="2020-10-01T15:23:36.329" v="1042"/>
          <ac:grpSpMkLst>
            <pc:docMk/>
            <pc:sldMk cId="2456304509" sldId="298"/>
            <ac:grpSpMk id="134" creationId="{64589E7E-6C98-7945-8AA7-90B9731958E8}"/>
          </ac:grpSpMkLst>
        </pc:grpChg>
        <pc:grpChg chg="add del">
          <ac:chgData name="Aggie Menezes" userId="74619c95fa3483c9" providerId="LiveId" clId="{46434A16-6657-C249-8D16-DE1750720466}" dt="2020-10-01T15:24:40.958" v="1063"/>
          <ac:grpSpMkLst>
            <pc:docMk/>
            <pc:sldMk cId="2456304509" sldId="298"/>
            <ac:grpSpMk id="148" creationId="{F1B7F6C4-1860-3541-9DF0-9202C83274A8}"/>
          </ac:grpSpMkLst>
        </pc:grpChg>
        <pc:grpChg chg="add">
          <ac:chgData name="Aggie Menezes" userId="74619c95fa3483c9" providerId="LiveId" clId="{46434A16-6657-C249-8D16-DE1750720466}" dt="2020-10-01T15:24:40.958" v="1063"/>
          <ac:grpSpMkLst>
            <pc:docMk/>
            <pc:sldMk cId="2456304509" sldId="298"/>
            <ac:grpSpMk id="155" creationId="{930AF374-3091-4C4F-989A-DFC198F3E93E}"/>
          </ac:grpSpMkLst>
        </pc:grpChg>
        <pc:grpChg chg="add">
          <ac:chgData name="Aggie Menezes" userId="74619c95fa3483c9" providerId="LiveId" clId="{46434A16-6657-C249-8D16-DE1750720466}" dt="2020-10-01T15:24:48.466" v="1066"/>
          <ac:grpSpMkLst>
            <pc:docMk/>
            <pc:sldMk cId="2456304509" sldId="298"/>
            <ac:grpSpMk id="158" creationId="{E8A6F13B-D995-5C44-8497-86D15C5ADDE9}"/>
          </ac:grpSpMkLst>
        </pc:grpChg>
        <pc:grpChg chg="add">
          <ac:chgData name="Aggie Menezes" userId="74619c95fa3483c9" providerId="LiveId" clId="{46434A16-6657-C249-8D16-DE1750720466}" dt="2020-10-01T15:25:02.309" v="1077"/>
          <ac:grpSpMkLst>
            <pc:docMk/>
            <pc:sldMk cId="2456304509" sldId="298"/>
            <ac:grpSpMk id="169" creationId="{8A336382-E543-514A-95C2-4DED32082BC7}"/>
          </ac:grpSpMkLst>
        </pc:grpChg>
        <pc:grpChg chg="add">
          <ac:chgData name="Aggie Menezes" userId="74619c95fa3483c9" providerId="LiveId" clId="{46434A16-6657-C249-8D16-DE1750720466}" dt="2020-10-01T15:25:32.613" v="1086"/>
          <ac:grpSpMkLst>
            <pc:docMk/>
            <pc:sldMk cId="2456304509" sldId="298"/>
            <ac:grpSpMk id="178" creationId="{C400D441-833C-9C43-9FD3-B36045A15A2C}"/>
          </ac:grpSpMkLst>
        </pc:grpChg>
        <pc:grpChg chg="add">
          <ac:chgData name="Aggie Menezes" userId="74619c95fa3483c9" providerId="LiveId" clId="{46434A16-6657-C249-8D16-DE1750720466}" dt="2020-10-01T15:25:32.613" v="1086"/>
          <ac:grpSpMkLst>
            <pc:docMk/>
            <pc:sldMk cId="2456304509" sldId="298"/>
            <ac:grpSpMk id="179" creationId="{3C08D8AA-1A3E-3442-B2D3-35BA8D60F0DE}"/>
          </ac:grpSpMkLst>
        </pc:grpChg>
        <pc:grpChg chg="add">
          <ac:chgData name="Aggie Menezes" userId="74619c95fa3483c9" providerId="LiveId" clId="{46434A16-6657-C249-8D16-DE1750720466}" dt="2020-10-01T15:25:32.613" v="1086"/>
          <ac:grpSpMkLst>
            <pc:docMk/>
            <pc:sldMk cId="2456304509" sldId="298"/>
            <ac:grpSpMk id="180" creationId="{1E024B43-9F64-8640-AAA6-AF3A04BFF6C7}"/>
          </ac:grpSpMkLst>
        </pc:grpChg>
        <pc:grpChg chg="add del">
          <ac:chgData name="Aggie Menezes" userId="74619c95fa3483c9" providerId="LiveId" clId="{46434A16-6657-C249-8D16-DE1750720466}" dt="2020-10-01T15:25:56.203" v="1102"/>
          <ac:grpSpMkLst>
            <pc:docMk/>
            <pc:sldMk cId="2456304509" sldId="298"/>
            <ac:grpSpMk id="193" creationId="{DD4F2580-28E7-6646-83E1-C292E1793E48}"/>
          </ac:grpSpMkLst>
        </pc:grpChg>
        <pc:grpChg chg="add del">
          <ac:chgData name="Aggie Menezes" userId="74619c95fa3483c9" providerId="LiveId" clId="{46434A16-6657-C249-8D16-DE1750720466}" dt="2020-10-01T15:26:05.007" v="1105"/>
          <ac:grpSpMkLst>
            <pc:docMk/>
            <pc:sldMk cId="2456304509" sldId="298"/>
            <ac:grpSpMk id="194" creationId="{87CE24C2-2494-C549-9794-8BC65AEBB803}"/>
          </ac:grpSpMkLst>
        </pc:grpChg>
        <pc:grpChg chg="add del">
          <ac:chgData name="Aggie Menezes" userId="74619c95fa3483c9" providerId="LiveId" clId="{46434A16-6657-C249-8D16-DE1750720466}" dt="2020-10-01T15:26:05.007" v="1105"/>
          <ac:grpSpMkLst>
            <pc:docMk/>
            <pc:sldMk cId="2456304509" sldId="298"/>
            <ac:grpSpMk id="197" creationId="{FD361DEF-D940-8746-94C1-24C458A66BF0}"/>
          </ac:grpSpMkLst>
        </pc:grpChg>
        <pc:grpChg chg="add del">
          <ac:chgData name="Aggie Menezes" userId="74619c95fa3483c9" providerId="LiveId" clId="{46434A16-6657-C249-8D16-DE1750720466}" dt="2020-10-01T15:26:17.376" v="1114"/>
          <ac:grpSpMkLst>
            <pc:docMk/>
            <pc:sldMk cId="2456304509" sldId="298"/>
            <ac:grpSpMk id="200" creationId="{1FE898B1-1A41-2B4D-B8BB-CED91013325A}"/>
          </ac:grpSpMkLst>
        </pc:grpChg>
        <pc:grpChg chg="add del">
          <ac:chgData name="Aggie Menezes" userId="74619c95fa3483c9" providerId="LiveId" clId="{46434A16-6657-C249-8D16-DE1750720466}" dt="2020-10-01T15:26:22.882" v="1116"/>
          <ac:grpSpMkLst>
            <pc:docMk/>
            <pc:sldMk cId="2456304509" sldId="298"/>
            <ac:grpSpMk id="209" creationId="{FC988C84-78BF-D84C-8682-954875DC3CEA}"/>
          </ac:grpSpMkLst>
        </pc:grpChg>
        <pc:grpChg chg="add del">
          <ac:chgData name="Aggie Menezes" userId="74619c95fa3483c9" providerId="LiveId" clId="{46434A16-6657-C249-8D16-DE1750720466}" dt="2020-10-01T15:26:24.725" v="1118"/>
          <ac:grpSpMkLst>
            <pc:docMk/>
            <pc:sldMk cId="2456304509" sldId="298"/>
            <ac:grpSpMk id="211" creationId="{615253CB-31C0-E84E-8752-12402C25279E}"/>
          </ac:grpSpMkLst>
        </pc:grpChg>
        <pc:grpChg chg="add del">
          <ac:chgData name="Aggie Menezes" userId="74619c95fa3483c9" providerId="LiveId" clId="{46434A16-6657-C249-8D16-DE1750720466}" dt="2020-10-01T15:27:19.277" v="1143"/>
          <ac:grpSpMkLst>
            <pc:docMk/>
            <pc:sldMk cId="2456304509" sldId="298"/>
            <ac:grpSpMk id="213" creationId="{5A7520A4-9E78-2443-BF22-016EB4543E52}"/>
          </ac:grpSpMkLst>
        </pc:grpChg>
        <pc:grpChg chg="add del">
          <ac:chgData name="Aggie Menezes" userId="74619c95fa3483c9" providerId="LiveId" clId="{46434A16-6657-C249-8D16-DE1750720466}" dt="2020-10-01T15:27:04.014" v="1137"/>
          <ac:grpSpMkLst>
            <pc:docMk/>
            <pc:sldMk cId="2456304509" sldId="298"/>
            <ac:grpSpMk id="219" creationId="{3E611016-7AEF-1A43-8AD1-737D3924A174}"/>
          </ac:grpSpMkLst>
        </pc:grpChg>
        <pc:grpChg chg="add del">
          <ac:chgData name="Aggie Menezes" userId="74619c95fa3483c9" providerId="LiveId" clId="{46434A16-6657-C249-8D16-DE1750720466}" dt="2020-10-01T15:27:10.403" v="1141"/>
          <ac:grpSpMkLst>
            <pc:docMk/>
            <pc:sldMk cId="2456304509" sldId="298"/>
            <ac:grpSpMk id="232" creationId="{BF2254F6-484F-DB4F-AFC1-83FE43FA4E68}"/>
          </ac:grpSpMkLst>
        </pc:grpChg>
        <pc:grpChg chg="add del">
          <ac:chgData name="Aggie Menezes" userId="74619c95fa3483c9" providerId="LiveId" clId="{46434A16-6657-C249-8D16-DE1750720466}" dt="2020-10-01T15:27:19.277" v="1143"/>
          <ac:grpSpMkLst>
            <pc:docMk/>
            <pc:sldMk cId="2456304509" sldId="298"/>
            <ac:grpSpMk id="236" creationId="{35E07176-9351-8E48-AB7A-79C31E5416B2}"/>
          </ac:grpSpMkLst>
        </pc:grpChg>
        <pc:grpChg chg="add del">
          <ac:chgData name="Aggie Menezes" userId="74619c95fa3483c9" providerId="LiveId" clId="{46434A16-6657-C249-8D16-DE1750720466}" dt="2020-10-01T15:27:24.965" v="1145"/>
          <ac:grpSpMkLst>
            <pc:docMk/>
            <pc:sldMk cId="2456304509" sldId="298"/>
            <ac:grpSpMk id="238" creationId="{BC56F583-0DD8-1340-B63E-C58F02D64396}"/>
          </ac:grpSpMkLst>
        </pc:grpChg>
        <pc:grpChg chg="add del">
          <ac:chgData name="Aggie Menezes" userId="74619c95fa3483c9" providerId="LiveId" clId="{46434A16-6657-C249-8D16-DE1750720466}" dt="2020-10-01T15:27:27.409" v="1148"/>
          <ac:grpSpMkLst>
            <pc:docMk/>
            <pc:sldMk cId="2456304509" sldId="298"/>
            <ac:grpSpMk id="240" creationId="{6D6A8B5F-A0D5-3840-AA72-0499569B2482}"/>
          </ac:grpSpMkLst>
        </pc:grpChg>
        <pc:grpChg chg="add">
          <ac:chgData name="Aggie Menezes" userId="74619c95fa3483c9" providerId="LiveId" clId="{46434A16-6657-C249-8D16-DE1750720466}" dt="2020-10-01T15:27:27.409" v="1148"/>
          <ac:grpSpMkLst>
            <pc:docMk/>
            <pc:sldMk cId="2456304509" sldId="298"/>
            <ac:grpSpMk id="243" creationId="{65F20DD4-F6EB-9F49-9E97-EAED984C0968}"/>
          </ac:grpSpMkLst>
        </pc:grpChg>
        <pc:grpChg chg="add">
          <ac:chgData name="Aggie Menezes" userId="74619c95fa3483c9" providerId="LiveId" clId="{46434A16-6657-C249-8D16-DE1750720466}" dt="2020-10-01T15:28:39.613" v="1160"/>
          <ac:grpSpMkLst>
            <pc:docMk/>
            <pc:sldMk cId="2456304509" sldId="298"/>
            <ac:grpSpMk id="255" creationId="{615D3C42-7AB6-AF40-B93E-69F7575A9A98}"/>
          </ac:grpSpMkLst>
        </pc:grpChg>
        <pc:grpChg chg="add del">
          <ac:chgData name="Aggie Menezes" userId="74619c95fa3483c9" providerId="LiveId" clId="{46434A16-6657-C249-8D16-DE1750720466}" dt="2020-10-01T15:30:08.660" v="1166"/>
          <ac:grpSpMkLst>
            <pc:docMk/>
            <pc:sldMk cId="2456304509" sldId="298"/>
            <ac:grpSpMk id="258" creationId="{A52C5753-CF17-D24E-82FB-179CAC3182C4}"/>
          </ac:grpSpMkLst>
        </pc:grpChg>
        <pc:grpChg chg="add del">
          <ac:chgData name="Aggie Menezes" userId="74619c95fa3483c9" providerId="LiveId" clId="{46434A16-6657-C249-8D16-DE1750720466}" dt="2020-10-01T15:30:13.804" v="1175"/>
          <ac:grpSpMkLst>
            <pc:docMk/>
            <pc:sldMk cId="2456304509" sldId="298"/>
            <ac:grpSpMk id="261" creationId="{91CCB7E7-A5A7-BB46-8477-3DA356C8EF79}"/>
          </ac:grpSpMkLst>
        </pc:grpChg>
        <pc:grpChg chg="add del">
          <ac:chgData name="Aggie Menezes" userId="74619c95fa3483c9" providerId="LiveId" clId="{46434A16-6657-C249-8D16-DE1750720466}" dt="2020-10-01T15:30:29.682" v="1182"/>
          <ac:grpSpMkLst>
            <pc:docMk/>
            <pc:sldMk cId="2456304509" sldId="298"/>
            <ac:grpSpMk id="270" creationId="{90E8E979-1619-9F44-924D-F4B151BCAE03}"/>
          </ac:grpSpMkLst>
        </pc:grpChg>
        <pc:grpChg chg="add del">
          <ac:chgData name="Aggie Menezes" userId="74619c95fa3483c9" providerId="LiveId" clId="{46434A16-6657-C249-8D16-DE1750720466}" dt="2020-10-01T15:30:29.682" v="1182"/>
          <ac:grpSpMkLst>
            <pc:docMk/>
            <pc:sldMk cId="2456304509" sldId="298"/>
            <ac:grpSpMk id="273" creationId="{0962D8E9-33C3-B442-B9EB-CFFB7E53D9B0}"/>
          </ac:grpSpMkLst>
        </pc:grpChg>
        <pc:grpChg chg="add">
          <ac:chgData name="Aggie Menezes" userId="74619c95fa3483c9" providerId="LiveId" clId="{46434A16-6657-C249-8D16-DE1750720466}" dt="2020-10-01T15:30:29.682" v="1182"/>
          <ac:grpSpMkLst>
            <pc:docMk/>
            <pc:sldMk cId="2456304509" sldId="298"/>
            <ac:grpSpMk id="277" creationId="{6F623171-9304-C44A-92F8-C97A3DAEF7AF}"/>
          </ac:grpSpMkLst>
        </pc:grpChg>
        <pc:grpChg chg="add del">
          <ac:chgData name="Aggie Menezes" userId="74619c95fa3483c9" providerId="LiveId" clId="{46434A16-6657-C249-8D16-DE1750720466}" dt="2020-10-01T15:30:40.732" v="1191"/>
          <ac:grpSpMkLst>
            <pc:docMk/>
            <pc:sldMk cId="2456304509" sldId="298"/>
            <ac:grpSpMk id="280" creationId="{20EC5130-9920-954C-BE3A-1E5241D68065}"/>
          </ac:grpSpMkLst>
        </pc:grpChg>
        <pc:grpChg chg="add del">
          <ac:chgData name="Aggie Menezes" userId="74619c95fa3483c9" providerId="LiveId" clId="{46434A16-6657-C249-8D16-DE1750720466}" dt="2020-10-01T15:30:45.495" v="1194"/>
          <ac:grpSpMkLst>
            <pc:docMk/>
            <pc:sldMk cId="2456304509" sldId="298"/>
            <ac:grpSpMk id="286" creationId="{6AD87B31-6497-EF49-8E0D-7C3452B150E2}"/>
          </ac:grpSpMkLst>
        </pc:grpChg>
        <pc:grpChg chg="add">
          <ac:chgData name="Aggie Menezes" userId="74619c95fa3483c9" providerId="LiveId" clId="{46434A16-6657-C249-8D16-DE1750720466}" dt="2020-10-01T15:30:45.495" v="1194"/>
          <ac:grpSpMkLst>
            <pc:docMk/>
            <pc:sldMk cId="2456304509" sldId="298"/>
            <ac:grpSpMk id="289" creationId="{12E64EB9-B70B-7441-993A-0CEBB8C84AEF}"/>
          </ac:grpSpMkLst>
        </pc:grpChg>
        <pc:grpChg chg="add del">
          <ac:chgData name="Aggie Menezes" userId="74619c95fa3483c9" providerId="LiveId" clId="{46434A16-6657-C249-8D16-DE1750720466}" dt="2020-10-01T15:37:53.531" v="1211"/>
          <ac:grpSpMkLst>
            <pc:docMk/>
            <pc:sldMk cId="2456304509" sldId="298"/>
            <ac:grpSpMk id="294" creationId="{EEA95842-6AF6-2C4C-B842-7E141E33C4B6}"/>
          </ac:grpSpMkLst>
        </pc:grpChg>
        <pc:grpChg chg="add">
          <ac:chgData name="Aggie Menezes" userId="74619c95fa3483c9" providerId="LiveId" clId="{46434A16-6657-C249-8D16-DE1750720466}" dt="2020-10-01T15:37:06.341" v="1207"/>
          <ac:grpSpMkLst>
            <pc:docMk/>
            <pc:sldMk cId="2456304509" sldId="298"/>
            <ac:grpSpMk id="302" creationId="{C3EF4586-3648-B048-BF20-4D0C489C15DF}"/>
          </ac:grpSpMkLst>
        </pc:grpChg>
        <pc:grpChg chg="add">
          <ac:chgData name="Aggie Menezes" userId="74619c95fa3483c9" providerId="LiveId" clId="{46434A16-6657-C249-8D16-DE1750720466}" dt="2020-10-01T15:37:53.531" v="1211"/>
          <ac:grpSpMkLst>
            <pc:docMk/>
            <pc:sldMk cId="2456304509" sldId="298"/>
            <ac:grpSpMk id="306" creationId="{62EE8EA5-A493-004E-8A04-8F74B1E4EF18}"/>
          </ac:grpSpMkLst>
        </pc:grpChg>
        <pc:inkChg chg="add del topLvl">
          <ac:chgData name="Aggie Menezes" userId="74619c95fa3483c9" providerId="LiveId" clId="{46434A16-6657-C249-8D16-DE1750720466}" dt="2020-10-01T15:22:56.004" v="997"/>
          <ac:inkMkLst>
            <pc:docMk/>
            <pc:sldMk cId="2456304509" sldId="298"/>
            <ac:inkMk id="5" creationId="{A0C69A19-F08B-2A46-8C13-603499522CD0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8" creationId="{F0F92352-3A9D-C646-B56F-82276B5DC14A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10" creationId="{BD306BFF-8C97-1E4C-99D1-474BCB4AEAE9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12" creationId="{063EF45D-6E4D-374C-88AD-5675539C2BAA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14" creationId="{AC7A6950-6AC0-F348-A21D-E34EB00DDB3F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15" creationId="{88758F2A-0AA1-8546-9036-FE6BB26D4BF0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18" creationId="{DA4C0FC6-5F98-6F40-8A4D-B814EAE7747B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19" creationId="{A61F9938-5BA8-A643-896A-EFBC3C10BD64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21" creationId="{CCB3D378-B506-6E45-AD35-01B7AEB249EC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22" creationId="{D85F41EC-700B-AE4E-BBA8-96E4B4C59FB3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23" creationId="{7FC49FC0-B3C8-CE40-8559-BFC73D41B69E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24" creationId="{1BCEC433-5733-BB43-B354-9E575B293A0B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25" creationId="{708ECA72-93CB-B044-BEB9-2E64430B2284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26" creationId="{4FEB0BAB-653A-B74F-BD74-9D64CA4B8162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27" creationId="{33D3B761-72CC-CB4A-978B-3E6752E5611D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28" creationId="{198226ED-5C6A-2446-AA50-36CBB451C5F5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29" creationId="{9DDF9967-24D3-084B-A23D-FD62B80F1E73}"/>
          </ac:inkMkLst>
        </pc:inkChg>
        <pc:inkChg chg="add topLvl">
          <ac:chgData name="Aggie Menezes" userId="74619c95fa3483c9" providerId="LiveId" clId="{46434A16-6657-C249-8D16-DE1750720466}" dt="2020-10-01T15:23:00.873" v="1002"/>
          <ac:inkMkLst>
            <pc:docMk/>
            <pc:sldMk cId="2456304509" sldId="298"/>
            <ac:inkMk id="30" creationId="{3078D75F-657A-9B45-A674-B1367EDB3B96}"/>
          </ac:inkMkLst>
        </pc:inkChg>
        <pc:inkChg chg="add">
          <ac:chgData name="Aggie Menezes" userId="74619c95fa3483c9" providerId="LiveId" clId="{46434A16-6657-C249-8D16-DE1750720466}" dt="2020-10-01T15:20:43.331" v="951"/>
          <ac:inkMkLst>
            <pc:docMk/>
            <pc:sldMk cId="2456304509" sldId="298"/>
            <ac:inkMk id="32" creationId="{9342EF29-3E56-C44F-AA47-65C4560F01EB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41" creationId="{48683841-38BF-A84F-9E12-FCFF85B7DB2F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42" creationId="{21F10E65-E3DF-4544-9FF4-04F19FE58C11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44" creationId="{0E5AAE30-439F-DD4E-91B0-791E7EBF9DBF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45" creationId="{D37E7C17-F172-6341-869E-A9FC22379E73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46" creationId="{4C536152-4C0E-C248-9826-AE42615BEB52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47" creationId="{0CDC0295-D5CE-8543-8CE7-755F24716EB4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48" creationId="{6C3E6C07-8154-0F4F-89FD-AC841809A8FE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50" creationId="{61C41C2B-4EE3-E048-B81F-A94740580653}"/>
          </ac:inkMkLst>
        </pc:inkChg>
        <pc:inkChg chg="add topLvl">
          <ac:chgData name="Aggie Menezes" userId="74619c95fa3483c9" providerId="LiveId" clId="{46434A16-6657-C249-8D16-DE1750720466}" dt="2020-10-01T15:22:38.280" v="975"/>
          <ac:inkMkLst>
            <pc:docMk/>
            <pc:sldMk cId="2456304509" sldId="298"/>
            <ac:inkMk id="51" creationId="{8B759BFD-1C1B-4E4A-9CC5-7E82CF221957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53" creationId="{9FC6F277-D7A4-F441-9412-296C4452E9FF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54" creationId="{D5F49E54-E8CB-3344-9434-4894A9486FFD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55" creationId="{3C0EAB3F-DF8E-FB49-8D8A-90F1C0B15BC1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56" creationId="{ECE1F48D-F9DE-184A-9A11-F7C25ACC418B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57" creationId="{0F628F1B-A2C3-AC40-AAC5-CCBA086ECABB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58" creationId="{FC5F147A-62B4-C640-9511-0CCFD2DAB6CF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59" creationId="{4A6701D2-BFC6-2347-AEED-977115DAEF09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60" creationId="{B55C819C-7318-7648-8BFA-F964E0924D74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61" creationId="{E4503CE3-BC60-2F41-A455-559347D663FF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62" creationId="{8E8D1C26-C746-4443-A4F4-6F9A5E6296C1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64" creationId="{5B44C202-81AE-EF45-8A9F-3CEBD57513AD}"/>
          </ac:inkMkLst>
        </pc:inkChg>
        <pc:inkChg chg="add">
          <ac:chgData name="Aggie Menezes" userId="74619c95fa3483c9" providerId="LiveId" clId="{46434A16-6657-C249-8D16-DE1750720466}" dt="2020-10-01T15:22:40.548" v="976"/>
          <ac:inkMkLst>
            <pc:docMk/>
            <pc:sldMk cId="2456304509" sldId="298"/>
            <ac:inkMk id="66" creationId="{7B1DA440-45C9-DC46-A4D6-42C9146335F0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67" creationId="{39404B75-BFE2-4641-941F-AEC12460EDB0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68" creationId="{42EDBD4D-2535-4644-9BEC-B6E3845A6C65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69" creationId="{DBEE2584-905F-104D-AB59-69E56875C13C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75" creationId="{5C175181-F092-E145-9375-0FF331AC12B8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76" creationId="{39854469-09DA-FF41-8B01-C5EED3624312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77" creationId="{A31AF0C3-1395-7440-891A-340AC5403C3D}"/>
          </ac:inkMkLst>
        </pc:inkChg>
        <pc:inkChg chg="add del">
          <ac:chgData name="Aggie Menezes" userId="74619c95fa3483c9" providerId="LiveId" clId="{46434A16-6657-C249-8D16-DE1750720466}" dt="2020-10-01T15:22:56.013" v="999"/>
          <ac:inkMkLst>
            <pc:docMk/>
            <pc:sldMk cId="2456304509" sldId="298"/>
            <ac:inkMk id="78" creationId="{8AA09022-0B42-BC4F-8FDF-41D6E41F61C2}"/>
          </ac:inkMkLst>
        </pc:inkChg>
        <pc:inkChg chg="add del">
          <ac:chgData name="Aggie Menezes" userId="74619c95fa3483c9" providerId="LiveId" clId="{46434A16-6657-C249-8D16-DE1750720466}" dt="2020-10-01T15:22:55.987" v="994"/>
          <ac:inkMkLst>
            <pc:docMk/>
            <pc:sldMk cId="2456304509" sldId="298"/>
            <ac:inkMk id="79" creationId="{9D93AF91-A2F4-824E-884B-4B049C5FF366}"/>
          </ac:inkMkLst>
        </pc:inkChg>
        <pc:inkChg chg="add del">
          <ac:chgData name="Aggie Menezes" userId="74619c95fa3483c9" providerId="LiveId" clId="{46434A16-6657-C249-8D16-DE1750720466}" dt="2020-10-01T15:22:55.993" v="995"/>
          <ac:inkMkLst>
            <pc:docMk/>
            <pc:sldMk cId="2456304509" sldId="298"/>
            <ac:inkMk id="80" creationId="{7F55170D-28FE-184E-A8D9-D25881888278}"/>
          </ac:inkMkLst>
        </pc:inkChg>
        <pc:inkChg chg="add del">
          <ac:chgData name="Aggie Menezes" userId="74619c95fa3483c9" providerId="LiveId" clId="{46434A16-6657-C249-8D16-DE1750720466}" dt="2020-10-01T15:22:56.017" v="1000"/>
          <ac:inkMkLst>
            <pc:docMk/>
            <pc:sldMk cId="2456304509" sldId="298"/>
            <ac:inkMk id="81" creationId="{7C972B6D-CF90-5048-81F4-1902AB466B7A}"/>
          </ac:inkMkLst>
        </pc:inkChg>
        <pc:inkChg chg="add del">
          <ac:chgData name="Aggie Menezes" userId="74619c95fa3483c9" providerId="LiveId" clId="{46434A16-6657-C249-8D16-DE1750720466}" dt="2020-10-01T15:22:55.998" v="996"/>
          <ac:inkMkLst>
            <pc:docMk/>
            <pc:sldMk cId="2456304509" sldId="298"/>
            <ac:inkMk id="82" creationId="{ED38E6FD-EDB3-3548-9F08-8DFEA116C377}"/>
          </ac:inkMkLst>
        </pc:inkChg>
        <pc:inkChg chg="add del">
          <ac:chgData name="Aggie Menezes" userId="74619c95fa3483c9" providerId="LiveId" clId="{46434A16-6657-C249-8D16-DE1750720466}" dt="2020-10-01T15:22:55.976" v="992"/>
          <ac:inkMkLst>
            <pc:docMk/>
            <pc:sldMk cId="2456304509" sldId="298"/>
            <ac:inkMk id="83" creationId="{2EFE6EEF-9889-D545-9FA5-329C7BEE6162}"/>
          </ac:inkMkLst>
        </pc:inkChg>
        <pc:inkChg chg="add del">
          <ac:chgData name="Aggie Menezes" userId="74619c95fa3483c9" providerId="LiveId" clId="{46434A16-6657-C249-8D16-DE1750720466}" dt="2020-10-01T15:22:56.009" v="998"/>
          <ac:inkMkLst>
            <pc:docMk/>
            <pc:sldMk cId="2456304509" sldId="298"/>
            <ac:inkMk id="84" creationId="{B555731D-A01B-8E46-9730-A04F2A064B3B}"/>
          </ac:inkMkLst>
        </pc:inkChg>
        <pc:inkChg chg="add del">
          <ac:chgData name="Aggie Menezes" userId="74619c95fa3483c9" providerId="LiveId" clId="{46434A16-6657-C249-8D16-DE1750720466}" dt="2020-10-01T15:22:55.981" v="993"/>
          <ac:inkMkLst>
            <pc:docMk/>
            <pc:sldMk cId="2456304509" sldId="298"/>
            <ac:inkMk id="85" creationId="{B8C92561-9314-494B-90A8-DE22662CFC4B}"/>
          </ac:inkMkLst>
        </pc:inkChg>
        <pc:inkChg chg="add">
          <ac:chgData name="Aggie Menezes" userId="74619c95fa3483c9" providerId="LiveId" clId="{46434A16-6657-C249-8D16-DE1750720466}" dt="2020-10-01T15:23:00.338" v="1001"/>
          <ac:inkMkLst>
            <pc:docMk/>
            <pc:sldMk cId="2456304509" sldId="298"/>
            <ac:inkMk id="87" creationId="{5634829F-6CD5-9B44-A0F2-3044229D38A1}"/>
          </ac:inkMkLst>
        </pc:inkChg>
        <pc:inkChg chg="add">
          <ac:chgData name="Aggie Menezes" userId="74619c95fa3483c9" providerId="LiveId" clId="{46434A16-6657-C249-8D16-DE1750720466}" dt="2020-10-01T15:23:03.670" v="1003"/>
          <ac:inkMkLst>
            <pc:docMk/>
            <pc:sldMk cId="2456304509" sldId="298"/>
            <ac:inkMk id="90" creationId="{0011CA72-1799-6046-B711-2736A03B98D1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91" creationId="{D2379CB4-EA2E-2C44-8676-2E9070917067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97" creationId="{C23B6299-51A0-1040-BAFD-5F4FD810C0A9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98" creationId="{C8D8F5A4-FE3E-BD49-8114-C2701A998D99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99" creationId="{FCA77F05-ADF5-C542-9521-18CDA16DCD1A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100" creationId="{6289D9D6-97CE-1C4C-9D63-D753A7C6F486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101" creationId="{C9D61CE5-B485-EA4B-A9B5-50A19CEB537B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102" creationId="{52D55A9A-A78E-F342-8CC5-3E6E1E531234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103" creationId="{38EA4578-2E1C-CB48-BAC4-7C1EF59F77DA}"/>
          </ac:inkMkLst>
        </pc:inkChg>
        <pc:inkChg chg="add topLvl">
          <ac:chgData name="Aggie Menezes" userId="74619c95fa3483c9" providerId="LiveId" clId="{46434A16-6657-C249-8D16-DE1750720466}" dt="2020-10-01T15:24:48.466" v="1066"/>
          <ac:inkMkLst>
            <pc:docMk/>
            <pc:sldMk cId="2456304509" sldId="298"/>
            <ac:inkMk id="104" creationId="{D2668E93-F523-324C-BE73-1A31BFD7C444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06" creationId="{E718BB81-1C8E-CE4F-9AC6-0697BA8E266B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07" creationId="{E9F2CC68-167B-774A-8762-14DA86289616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08" creationId="{C28B13CD-315A-6443-A76D-B2B0F3F72829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09" creationId="{9715D6FE-C1F0-224E-A11D-1D6C59B09C88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10" creationId="{9EE5B9D5-E62F-314A-8041-FE7BBA96FFF3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11" creationId="{04CF5CD6-7725-FE47-9D33-07C9936EC0D6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12" creationId="{F692693D-7B9E-9948-AE23-C91B294678A3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13" creationId="{2FC4917D-5FE1-C24F-9D93-F36A9ADC3BBE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14" creationId="{1158D99A-FD41-9847-B693-657CE1BF62AF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15" creationId="{3F6DDDD4-E917-BE48-9455-1A8DA4120820}"/>
          </ac:inkMkLst>
        </pc:inkChg>
        <pc:inkChg chg="add">
          <ac:chgData name="Aggie Menezes" userId="74619c95fa3483c9" providerId="LiveId" clId="{46434A16-6657-C249-8D16-DE1750720466}" dt="2020-10-01T15:23:23.468" v="1025"/>
          <ac:inkMkLst>
            <pc:docMk/>
            <pc:sldMk cId="2456304509" sldId="298"/>
            <ac:inkMk id="117" creationId="{DBD5882C-1FBF-BA4C-BD8A-22685441E7BC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18" creationId="{DE6A7B45-CDB2-EE4D-9372-08EF3B7104AA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19" creationId="{154A57AE-2CB7-1E48-A338-F74160CCCA4A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20" creationId="{7689D91F-9F36-174A-8A7D-614AEBD8A346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21" creationId="{B7C927C5-A79E-C048-8831-9FE15594AD6F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22" creationId="{CB142C0A-ED74-4A4C-A289-20189652AC4C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23" creationId="{DCFDC885-0B6F-1B44-A7B0-3DA75706DDD8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24" creationId="{9F3186A5-0FFA-564C-A27F-41F1547D0BBB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25" creationId="{F69A305A-E96A-A047-A66C-3AE20311F099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26" creationId="{ADEF39F1-CBC1-6E4E-8D28-38783C164280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27" creationId="{F1C87A45-FD5D-E64E-9490-F26C127CB93F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28" creationId="{9A2FBB14-2C24-BE45-A381-7CB5013EE31A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29" creationId="{B491342C-2CC5-B245-AE9F-E7E38870EDF1}"/>
          </ac:inkMkLst>
        </pc:inkChg>
        <pc:inkChg chg="add topLvl">
          <ac:chgData name="Aggie Menezes" userId="74619c95fa3483c9" providerId="LiveId" clId="{46434A16-6657-C249-8D16-DE1750720466}" dt="2020-10-01T15:23:36.329" v="1042"/>
          <ac:inkMkLst>
            <pc:docMk/>
            <pc:sldMk cId="2456304509" sldId="298"/>
            <ac:inkMk id="130" creationId="{1B1A7A8C-EE3A-A84F-AEC6-5A22F2C0F968}"/>
          </ac:inkMkLst>
        </pc:inkChg>
        <pc:inkChg chg="add">
          <ac:chgData name="Aggie Menezes" userId="74619c95fa3483c9" providerId="LiveId" clId="{46434A16-6657-C249-8D16-DE1750720466}" dt="2020-10-01T15:23:35.025" v="1040"/>
          <ac:inkMkLst>
            <pc:docMk/>
            <pc:sldMk cId="2456304509" sldId="298"/>
            <ac:inkMk id="132" creationId="{8B5DD035-6F8F-CC48-8704-38969DCEDCC6}"/>
          </ac:inkMkLst>
        </pc:inkChg>
        <pc:inkChg chg="add">
          <ac:chgData name="Aggie Menezes" userId="74619c95fa3483c9" providerId="LiveId" clId="{46434A16-6657-C249-8D16-DE1750720466}" dt="2020-10-01T15:23:35.508" v="1041"/>
          <ac:inkMkLst>
            <pc:docMk/>
            <pc:sldMk cId="2456304509" sldId="298"/>
            <ac:inkMk id="133" creationId="{5F879462-0E73-F448-AD95-7C799572E9C6}"/>
          </ac:inkMkLst>
        </pc:inkChg>
        <pc:inkChg chg="add topLvl">
          <ac:chgData name="Aggie Menezes" userId="74619c95fa3483c9" providerId="LiveId" clId="{46434A16-6657-C249-8D16-DE1750720466}" dt="2020-10-01T15:24:40.958" v="1063"/>
          <ac:inkMkLst>
            <pc:docMk/>
            <pc:sldMk cId="2456304509" sldId="298"/>
            <ac:inkMk id="135" creationId="{404593A4-F002-054A-8046-2F684932230E}"/>
          </ac:inkMkLst>
        </pc:inkChg>
        <pc:inkChg chg="add topLvl">
          <ac:chgData name="Aggie Menezes" userId="74619c95fa3483c9" providerId="LiveId" clId="{46434A16-6657-C249-8D16-DE1750720466}" dt="2020-10-01T15:24:40.958" v="1063"/>
          <ac:inkMkLst>
            <pc:docMk/>
            <pc:sldMk cId="2456304509" sldId="298"/>
            <ac:inkMk id="136" creationId="{8004AD38-A2C7-7143-ABBC-6EC27A686B92}"/>
          </ac:inkMkLst>
        </pc:inkChg>
        <pc:inkChg chg="add topLvl">
          <ac:chgData name="Aggie Menezes" userId="74619c95fa3483c9" providerId="LiveId" clId="{46434A16-6657-C249-8D16-DE1750720466}" dt="2020-10-01T15:24:40.958" v="1063"/>
          <ac:inkMkLst>
            <pc:docMk/>
            <pc:sldMk cId="2456304509" sldId="298"/>
            <ac:inkMk id="137" creationId="{5C312E51-DEDF-F943-B321-069448A23F9C}"/>
          </ac:inkMkLst>
        </pc:inkChg>
        <pc:inkChg chg="add topLvl">
          <ac:chgData name="Aggie Menezes" userId="74619c95fa3483c9" providerId="LiveId" clId="{46434A16-6657-C249-8D16-DE1750720466}" dt="2020-10-01T15:24:40.958" v="1063"/>
          <ac:inkMkLst>
            <pc:docMk/>
            <pc:sldMk cId="2456304509" sldId="298"/>
            <ac:inkMk id="138" creationId="{E8191D79-025D-7B4B-94C4-0E7E5953C9AD}"/>
          </ac:inkMkLst>
        </pc:inkChg>
        <pc:inkChg chg="add topLvl">
          <ac:chgData name="Aggie Menezes" userId="74619c95fa3483c9" providerId="LiveId" clId="{46434A16-6657-C249-8D16-DE1750720466}" dt="2020-10-01T15:24:40.958" v="1063"/>
          <ac:inkMkLst>
            <pc:docMk/>
            <pc:sldMk cId="2456304509" sldId="298"/>
            <ac:inkMk id="139" creationId="{BC9A7FFA-5FDF-1640-9543-72526242E91F}"/>
          </ac:inkMkLst>
        </pc:inkChg>
        <pc:inkChg chg="add topLvl">
          <ac:chgData name="Aggie Menezes" userId="74619c95fa3483c9" providerId="LiveId" clId="{46434A16-6657-C249-8D16-DE1750720466}" dt="2020-10-01T15:24:40.958" v="1063"/>
          <ac:inkMkLst>
            <pc:docMk/>
            <pc:sldMk cId="2456304509" sldId="298"/>
            <ac:inkMk id="140" creationId="{15D9548A-8CCA-CB41-8343-428EC7069D90}"/>
          </ac:inkMkLst>
        </pc:inkChg>
        <pc:inkChg chg="add topLvl">
          <ac:chgData name="Aggie Menezes" userId="74619c95fa3483c9" providerId="LiveId" clId="{46434A16-6657-C249-8D16-DE1750720466}" dt="2020-10-01T15:24:40.958" v="1063"/>
          <ac:inkMkLst>
            <pc:docMk/>
            <pc:sldMk cId="2456304509" sldId="298"/>
            <ac:inkMk id="141" creationId="{875CCE49-448D-2945-8772-F6C7A61C426F}"/>
          </ac:inkMkLst>
        </pc:inkChg>
        <pc:inkChg chg="add topLvl">
          <ac:chgData name="Aggie Menezes" userId="74619c95fa3483c9" providerId="LiveId" clId="{46434A16-6657-C249-8D16-DE1750720466}" dt="2020-10-01T15:24:40.958" v="1063"/>
          <ac:inkMkLst>
            <pc:docMk/>
            <pc:sldMk cId="2456304509" sldId="298"/>
            <ac:inkMk id="142" creationId="{DBF46B76-0CD3-F442-9A9C-6993B6B54001}"/>
          </ac:inkMkLst>
        </pc:inkChg>
        <pc:inkChg chg="add topLvl">
          <ac:chgData name="Aggie Menezes" userId="74619c95fa3483c9" providerId="LiveId" clId="{46434A16-6657-C249-8D16-DE1750720466}" dt="2020-10-01T15:24:40.958" v="1063"/>
          <ac:inkMkLst>
            <pc:docMk/>
            <pc:sldMk cId="2456304509" sldId="298"/>
            <ac:inkMk id="143" creationId="{0E85A42A-C6F1-BF4E-BC86-0F4E2EF4AA26}"/>
          </ac:inkMkLst>
        </pc:inkChg>
        <pc:inkChg chg="add topLvl">
          <ac:chgData name="Aggie Menezes" userId="74619c95fa3483c9" providerId="LiveId" clId="{46434A16-6657-C249-8D16-DE1750720466}" dt="2020-10-01T15:24:40.958" v="1063"/>
          <ac:inkMkLst>
            <pc:docMk/>
            <pc:sldMk cId="2456304509" sldId="298"/>
            <ac:inkMk id="144" creationId="{6F304E5B-742C-EF49-8B64-EC96CDAACEDE}"/>
          </ac:inkMkLst>
        </pc:inkChg>
        <pc:inkChg chg="add topLvl">
          <ac:chgData name="Aggie Menezes" userId="74619c95fa3483c9" providerId="LiveId" clId="{46434A16-6657-C249-8D16-DE1750720466}" dt="2020-10-01T15:24:40.958" v="1063"/>
          <ac:inkMkLst>
            <pc:docMk/>
            <pc:sldMk cId="2456304509" sldId="298"/>
            <ac:inkMk id="145" creationId="{72616A1D-7138-2742-BDB6-D79CEFC066A3}"/>
          </ac:inkMkLst>
        </pc:inkChg>
        <pc:inkChg chg="add topLvl">
          <ac:chgData name="Aggie Menezes" userId="74619c95fa3483c9" providerId="LiveId" clId="{46434A16-6657-C249-8D16-DE1750720466}" dt="2020-10-01T15:24:40.958" v="1063"/>
          <ac:inkMkLst>
            <pc:docMk/>
            <pc:sldMk cId="2456304509" sldId="298"/>
            <ac:inkMk id="146" creationId="{D3BD9425-3DC4-F54E-8768-7A3CD108BF0E}"/>
          </ac:inkMkLst>
        </pc:inkChg>
        <pc:inkChg chg="add topLvl">
          <ac:chgData name="Aggie Menezes" userId="74619c95fa3483c9" providerId="LiveId" clId="{46434A16-6657-C249-8D16-DE1750720466}" dt="2020-10-01T15:24:40.958" v="1063"/>
          <ac:inkMkLst>
            <pc:docMk/>
            <pc:sldMk cId="2456304509" sldId="298"/>
            <ac:inkMk id="147" creationId="{D21D7761-5E2A-7243-94BD-220E19240347}"/>
          </ac:inkMkLst>
        </pc:inkChg>
        <pc:inkChg chg="add">
          <ac:chgData name="Aggie Menezes" userId="74619c95fa3483c9" providerId="LiveId" clId="{46434A16-6657-C249-8D16-DE1750720466}" dt="2020-10-01T15:24:37.598" v="1057"/>
          <ac:inkMkLst>
            <pc:docMk/>
            <pc:sldMk cId="2456304509" sldId="298"/>
            <ac:inkMk id="149" creationId="{459149FD-9ECA-2D4F-A166-A5314DA8E194}"/>
          </ac:inkMkLst>
        </pc:inkChg>
        <pc:inkChg chg="add">
          <ac:chgData name="Aggie Menezes" userId="74619c95fa3483c9" providerId="LiveId" clId="{46434A16-6657-C249-8D16-DE1750720466}" dt="2020-10-01T15:24:37.995" v="1058"/>
          <ac:inkMkLst>
            <pc:docMk/>
            <pc:sldMk cId="2456304509" sldId="298"/>
            <ac:inkMk id="150" creationId="{DEF88D5B-FDC2-1441-BC08-FA0AA070DD09}"/>
          </ac:inkMkLst>
        </pc:inkChg>
        <pc:inkChg chg="add">
          <ac:chgData name="Aggie Menezes" userId="74619c95fa3483c9" providerId="LiveId" clId="{46434A16-6657-C249-8D16-DE1750720466}" dt="2020-10-01T15:24:38.396" v="1059"/>
          <ac:inkMkLst>
            <pc:docMk/>
            <pc:sldMk cId="2456304509" sldId="298"/>
            <ac:inkMk id="151" creationId="{A7FA63AD-70F1-744E-BD83-8907548E77FE}"/>
          </ac:inkMkLst>
        </pc:inkChg>
        <pc:inkChg chg="add">
          <ac:chgData name="Aggie Menezes" userId="74619c95fa3483c9" providerId="LiveId" clId="{46434A16-6657-C249-8D16-DE1750720466}" dt="2020-10-01T15:24:39.061" v="1060"/>
          <ac:inkMkLst>
            <pc:docMk/>
            <pc:sldMk cId="2456304509" sldId="298"/>
            <ac:inkMk id="152" creationId="{A82B5E8A-E2D1-1947-80FA-EC61792F4CC3}"/>
          </ac:inkMkLst>
        </pc:inkChg>
        <pc:inkChg chg="add">
          <ac:chgData name="Aggie Menezes" userId="74619c95fa3483c9" providerId="LiveId" clId="{46434A16-6657-C249-8D16-DE1750720466}" dt="2020-10-01T15:24:39.428" v="1061"/>
          <ac:inkMkLst>
            <pc:docMk/>
            <pc:sldMk cId="2456304509" sldId="298"/>
            <ac:inkMk id="153" creationId="{E4AFB2A9-B1C9-F64D-B5A4-FE052F1D59AC}"/>
          </ac:inkMkLst>
        </pc:inkChg>
        <pc:inkChg chg="add">
          <ac:chgData name="Aggie Menezes" userId="74619c95fa3483c9" providerId="LiveId" clId="{46434A16-6657-C249-8D16-DE1750720466}" dt="2020-10-01T15:24:40.262" v="1062"/>
          <ac:inkMkLst>
            <pc:docMk/>
            <pc:sldMk cId="2456304509" sldId="298"/>
            <ac:inkMk id="154" creationId="{013C2DD2-2578-1242-957E-97C21998D0FC}"/>
          </ac:inkMkLst>
        </pc:inkChg>
        <pc:inkChg chg="add">
          <ac:chgData name="Aggie Menezes" userId="74619c95fa3483c9" providerId="LiveId" clId="{46434A16-6657-C249-8D16-DE1750720466}" dt="2020-10-01T15:24:45.668" v="1064"/>
          <ac:inkMkLst>
            <pc:docMk/>
            <pc:sldMk cId="2456304509" sldId="298"/>
            <ac:inkMk id="156" creationId="{07CAA69D-51ED-3044-A7B1-E037C193427C}"/>
          </ac:inkMkLst>
        </pc:inkChg>
        <pc:inkChg chg="add">
          <ac:chgData name="Aggie Menezes" userId="74619c95fa3483c9" providerId="LiveId" clId="{46434A16-6657-C249-8D16-DE1750720466}" dt="2020-10-01T15:24:47.737" v="1065"/>
          <ac:inkMkLst>
            <pc:docMk/>
            <pc:sldMk cId="2456304509" sldId="298"/>
            <ac:inkMk id="157" creationId="{77A41E64-39D5-5640-8E95-77A9023CAD56}"/>
          </ac:inkMkLst>
        </pc:inkChg>
        <pc:inkChg chg="add">
          <ac:chgData name="Aggie Menezes" userId="74619c95fa3483c9" providerId="LiveId" clId="{46434A16-6657-C249-8D16-DE1750720466}" dt="2020-10-01T15:24:56.875" v="1067"/>
          <ac:inkMkLst>
            <pc:docMk/>
            <pc:sldMk cId="2456304509" sldId="298"/>
            <ac:inkMk id="159" creationId="{EBFFDE47-7589-DB49-9CD1-FF0267D2C98F}"/>
          </ac:inkMkLst>
        </pc:inkChg>
        <pc:inkChg chg="add">
          <ac:chgData name="Aggie Menezes" userId="74619c95fa3483c9" providerId="LiveId" clId="{46434A16-6657-C249-8D16-DE1750720466}" dt="2020-10-01T15:24:57.366" v="1068"/>
          <ac:inkMkLst>
            <pc:docMk/>
            <pc:sldMk cId="2456304509" sldId="298"/>
            <ac:inkMk id="160" creationId="{4B390B9E-A5B9-304B-8F94-F3D8F7EA081C}"/>
          </ac:inkMkLst>
        </pc:inkChg>
        <pc:inkChg chg="add">
          <ac:chgData name="Aggie Menezes" userId="74619c95fa3483c9" providerId="LiveId" clId="{46434A16-6657-C249-8D16-DE1750720466}" dt="2020-10-01T15:24:57.823" v="1069"/>
          <ac:inkMkLst>
            <pc:docMk/>
            <pc:sldMk cId="2456304509" sldId="298"/>
            <ac:inkMk id="161" creationId="{170B83AE-D817-A340-92D8-D6CD3686BFE5}"/>
          </ac:inkMkLst>
        </pc:inkChg>
        <pc:inkChg chg="add">
          <ac:chgData name="Aggie Menezes" userId="74619c95fa3483c9" providerId="LiveId" clId="{46434A16-6657-C249-8D16-DE1750720466}" dt="2020-10-01T15:24:58.374" v="1070"/>
          <ac:inkMkLst>
            <pc:docMk/>
            <pc:sldMk cId="2456304509" sldId="298"/>
            <ac:inkMk id="162" creationId="{8552654B-B134-714B-ACC9-379BE17D7A72}"/>
          </ac:inkMkLst>
        </pc:inkChg>
        <pc:inkChg chg="add">
          <ac:chgData name="Aggie Menezes" userId="74619c95fa3483c9" providerId="LiveId" clId="{46434A16-6657-C249-8D16-DE1750720466}" dt="2020-10-01T15:24:59.317" v="1071"/>
          <ac:inkMkLst>
            <pc:docMk/>
            <pc:sldMk cId="2456304509" sldId="298"/>
            <ac:inkMk id="163" creationId="{47C94386-7266-7046-8807-7129F6E38721}"/>
          </ac:inkMkLst>
        </pc:inkChg>
        <pc:inkChg chg="add">
          <ac:chgData name="Aggie Menezes" userId="74619c95fa3483c9" providerId="LiveId" clId="{46434A16-6657-C249-8D16-DE1750720466}" dt="2020-10-01T15:25:00.007" v="1072"/>
          <ac:inkMkLst>
            <pc:docMk/>
            <pc:sldMk cId="2456304509" sldId="298"/>
            <ac:inkMk id="164" creationId="{EF367B33-BA36-524E-B58C-1527C953170E}"/>
          </ac:inkMkLst>
        </pc:inkChg>
        <pc:inkChg chg="add">
          <ac:chgData name="Aggie Menezes" userId="74619c95fa3483c9" providerId="LiveId" clId="{46434A16-6657-C249-8D16-DE1750720466}" dt="2020-10-01T15:25:00.551" v="1073"/>
          <ac:inkMkLst>
            <pc:docMk/>
            <pc:sldMk cId="2456304509" sldId="298"/>
            <ac:inkMk id="165" creationId="{7B07C349-86E7-4B44-9002-C9FFFE7CFC94}"/>
          </ac:inkMkLst>
        </pc:inkChg>
        <pc:inkChg chg="add">
          <ac:chgData name="Aggie Menezes" userId="74619c95fa3483c9" providerId="LiveId" clId="{46434A16-6657-C249-8D16-DE1750720466}" dt="2020-10-01T15:25:00.784" v="1074"/>
          <ac:inkMkLst>
            <pc:docMk/>
            <pc:sldMk cId="2456304509" sldId="298"/>
            <ac:inkMk id="166" creationId="{D3AF655B-9575-BD47-9D22-E51900CF4571}"/>
          </ac:inkMkLst>
        </pc:inkChg>
        <pc:inkChg chg="add">
          <ac:chgData name="Aggie Menezes" userId="74619c95fa3483c9" providerId="LiveId" clId="{46434A16-6657-C249-8D16-DE1750720466}" dt="2020-10-01T15:25:00.937" v="1075"/>
          <ac:inkMkLst>
            <pc:docMk/>
            <pc:sldMk cId="2456304509" sldId="298"/>
            <ac:inkMk id="167" creationId="{D7FD32DE-B523-0A43-8A68-B64E59D449E9}"/>
          </ac:inkMkLst>
        </pc:inkChg>
        <pc:inkChg chg="add">
          <ac:chgData name="Aggie Menezes" userId="74619c95fa3483c9" providerId="LiveId" clId="{46434A16-6657-C249-8D16-DE1750720466}" dt="2020-10-01T15:25:01.497" v="1076"/>
          <ac:inkMkLst>
            <pc:docMk/>
            <pc:sldMk cId="2456304509" sldId="298"/>
            <ac:inkMk id="168" creationId="{2AEF4A25-A09B-9048-BF9F-3A498D9C9A8D}"/>
          </ac:inkMkLst>
        </pc:inkChg>
        <pc:inkChg chg="add">
          <ac:chgData name="Aggie Menezes" userId="74619c95fa3483c9" providerId="LiveId" clId="{46434A16-6657-C249-8D16-DE1750720466}" dt="2020-10-01T15:25:27.695" v="1078"/>
          <ac:inkMkLst>
            <pc:docMk/>
            <pc:sldMk cId="2456304509" sldId="298"/>
            <ac:inkMk id="170" creationId="{80078881-0B17-CE49-9E46-FAC3A7061674}"/>
          </ac:inkMkLst>
        </pc:inkChg>
        <pc:inkChg chg="add">
          <ac:chgData name="Aggie Menezes" userId="74619c95fa3483c9" providerId="LiveId" clId="{46434A16-6657-C249-8D16-DE1750720466}" dt="2020-10-01T15:25:29.563" v="1079"/>
          <ac:inkMkLst>
            <pc:docMk/>
            <pc:sldMk cId="2456304509" sldId="298"/>
            <ac:inkMk id="171" creationId="{84FED704-4FB9-DA40-B261-C90DB67AE993}"/>
          </ac:inkMkLst>
        </pc:inkChg>
        <pc:inkChg chg="add">
          <ac:chgData name="Aggie Menezes" userId="74619c95fa3483c9" providerId="LiveId" clId="{46434A16-6657-C249-8D16-DE1750720466}" dt="2020-10-01T15:25:29.728" v="1080"/>
          <ac:inkMkLst>
            <pc:docMk/>
            <pc:sldMk cId="2456304509" sldId="298"/>
            <ac:inkMk id="172" creationId="{81327905-7425-B248-8084-41488379D471}"/>
          </ac:inkMkLst>
        </pc:inkChg>
        <pc:inkChg chg="add">
          <ac:chgData name="Aggie Menezes" userId="74619c95fa3483c9" providerId="LiveId" clId="{46434A16-6657-C249-8D16-DE1750720466}" dt="2020-10-01T15:25:30.034" v="1081"/>
          <ac:inkMkLst>
            <pc:docMk/>
            <pc:sldMk cId="2456304509" sldId="298"/>
            <ac:inkMk id="173" creationId="{CCFB2908-28E7-5146-A026-C79705D424D8}"/>
          </ac:inkMkLst>
        </pc:inkChg>
        <pc:inkChg chg="add">
          <ac:chgData name="Aggie Menezes" userId="74619c95fa3483c9" providerId="LiveId" clId="{46434A16-6657-C249-8D16-DE1750720466}" dt="2020-10-01T15:25:30.650" v="1082"/>
          <ac:inkMkLst>
            <pc:docMk/>
            <pc:sldMk cId="2456304509" sldId="298"/>
            <ac:inkMk id="174" creationId="{37012C74-173E-634A-B6D2-4A8B54DEDB7E}"/>
          </ac:inkMkLst>
        </pc:inkChg>
        <pc:inkChg chg="add">
          <ac:chgData name="Aggie Menezes" userId="74619c95fa3483c9" providerId="LiveId" clId="{46434A16-6657-C249-8D16-DE1750720466}" dt="2020-10-01T15:25:30.811" v="1083"/>
          <ac:inkMkLst>
            <pc:docMk/>
            <pc:sldMk cId="2456304509" sldId="298"/>
            <ac:inkMk id="175" creationId="{2498BEAE-BFE1-1B49-B162-647655072E6B}"/>
          </ac:inkMkLst>
        </pc:inkChg>
        <pc:inkChg chg="add">
          <ac:chgData name="Aggie Menezes" userId="74619c95fa3483c9" providerId="LiveId" clId="{46434A16-6657-C249-8D16-DE1750720466}" dt="2020-10-01T15:25:31.111" v="1084"/>
          <ac:inkMkLst>
            <pc:docMk/>
            <pc:sldMk cId="2456304509" sldId="298"/>
            <ac:inkMk id="176" creationId="{AFCA9803-CA8A-4B41-8E9C-906703E9FE37}"/>
          </ac:inkMkLst>
        </pc:inkChg>
        <pc:inkChg chg="add">
          <ac:chgData name="Aggie Menezes" userId="74619c95fa3483c9" providerId="LiveId" clId="{46434A16-6657-C249-8D16-DE1750720466}" dt="2020-10-01T15:25:31.720" v="1085"/>
          <ac:inkMkLst>
            <pc:docMk/>
            <pc:sldMk cId="2456304509" sldId="298"/>
            <ac:inkMk id="177" creationId="{ABEEAC41-CE35-AD47-9BDA-DC0FB00FAF2B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81" creationId="{BBC1A8DF-A77E-1545-AC4B-120A5D14441F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82" creationId="{04042A7E-077B-5848-B99D-0FBFB6FB55B2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83" creationId="{B9382586-5A9F-4A47-9157-0863AE155691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84" creationId="{A076D50D-9758-5440-8709-1ADB8B0D5CDA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85" creationId="{8022A61A-872D-4849-A1C1-A16FF79B5BA5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86" creationId="{5E7E2816-FA84-374D-99B0-97020BEFFDC7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87" creationId="{29F47CAC-11E7-174B-80FC-F48883A497B8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88" creationId="{A6946405-E8A2-B149-AC11-B2D8C34A1FD9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89" creationId="{96A81855-6EA8-EC4E-997C-C671D07018D4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90" creationId="{042CEB07-2608-7840-9355-15C8908916C0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91" creationId="{B945D133-6D7D-AA46-B84C-B1F303584BCC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92" creationId="{3CA73264-69A2-AA4A-B794-9FD781AE2176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95" creationId="{1B61BE20-DC3A-8443-B1BB-F18561B3D192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96" creationId="{70BC3262-E9DC-B048-B153-D83469FF562E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98" creationId="{F330D4AD-B46E-A64E-B559-0DE70BD37531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199" creationId="{C9B7355D-37D1-9A46-87DB-2F7C4BA54725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01" creationId="{402D360C-FBB1-7249-9F62-2B74EFB483DC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02" creationId="{8C7CE63A-D92A-584F-82AC-6C7911E29040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03" creationId="{F198B2B4-C5AE-1B4B-8462-0867D3BF4431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04" creationId="{84B22E7A-251F-0C42-BEDC-FB8D34454E07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05" creationId="{2E4C2310-A39F-2B4A-B48E-097468621C08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06" creationId="{7AA1C9F5-7BD2-8146-B349-045136577DA9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07" creationId="{91A9B91C-8E12-AB49-9ED5-4C1AF46B7CE8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08" creationId="{12F28388-1351-FA4A-91AE-82A507BA4D8D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10" creationId="{38F9316B-5310-F648-8C92-F809621C19DC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12" creationId="{4C658B2D-7332-324B-AA8B-3233FEF65213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14" creationId="{B6AD3BD6-1244-9C47-860D-5684BC69EAFF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15" creationId="{6ED01B8E-FAD0-D242-995E-FA3D3CF0DC85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16" creationId="{D10B8FE3-27B3-6D41-8045-681E0C81F204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17" creationId="{44B1C712-742D-6A43-A087-5403D961328B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18" creationId="{3A00B7DA-1796-B74C-A0F3-DA6346706A2D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20" creationId="{7CEDE2B5-E821-CC4A-995B-EBCD3BCF72EA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21" creationId="{65169982-91C8-9040-A4F2-E7370B848796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22" creationId="{65D8D804-C9C8-4042-86C9-33CC884E7BCF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23" creationId="{9004C2B3-7542-AA42-B2ED-07FB5254DFB2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24" creationId="{A4F821C5-4041-2B46-8ECE-D927D0687E7B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25" creationId="{52C38290-0109-8B45-821C-AC77ADDDE352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26" creationId="{FD414998-860F-ED4A-9316-A0EE28A4915D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27" creationId="{DC4593F2-F16C-354A-A816-5845FACD8ACD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28" creationId="{BB416447-E300-CB4A-9297-17053376FFAE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29" creationId="{EFF1A84B-9C36-9545-AFF3-C8EAF7014098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30" creationId="{75211FA5-D233-9146-9F3A-D7C7D48CD60E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31" creationId="{49A7AFD4-21CC-E046-92FD-9878994001E3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33" creationId="{BD890DC9-6D64-9B4A-8843-8AD598AC2DD7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34" creationId="{CA3CAC66-166D-A446-A63D-C647DAB56943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35" creationId="{5D1B5438-E0C0-614C-8C9C-770624476C1C}"/>
          </ac:inkMkLst>
        </pc:inkChg>
        <pc:inkChg chg="add topLvl">
          <ac:chgData name="Aggie Menezes" userId="74619c95fa3483c9" providerId="LiveId" clId="{46434A16-6657-C249-8D16-DE1750720466}" dt="2020-10-01T15:27:24.965" v="1145"/>
          <ac:inkMkLst>
            <pc:docMk/>
            <pc:sldMk cId="2456304509" sldId="298"/>
            <ac:inkMk id="237" creationId="{6A28FCCB-E424-534E-98B2-54E923D4021C}"/>
          </ac:inkMkLst>
        </pc:inkChg>
        <pc:inkChg chg="add topLvl">
          <ac:chgData name="Aggie Menezes" userId="74619c95fa3483c9" providerId="LiveId" clId="{46434A16-6657-C249-8D16-DE1750720466}" dt="2020-10-01T15:27:27.409" v="1148"/>
          <ac:inkMkLst>
            <pc:docMk/>
            <pc:sldMk cId="2456304509" sldId="298"/>
            <ac:inkMk id="239" creationId="{5F348207-1D87-484F-87A8-18983B1F976F}"/>
          </ac:inkMkLst>
        </pc:inkChg>
        <pc:inkChg chg="add">
          <ac:chgData name="Aggie Menezes" userId="74619c95fa3483c9" providerId="LiveId" clId="{46434A16-6657-C249-8D16-DE1750720466}" dt="2020-10-01T15:27:26.228" v="1146"/>
          <ac:inkMkLst>
            <pc:docMk/>
            <pc:sldMk cId="2456304509" sldId="298"/>
            <ac:inkMk id="241" creationId="{686EBF08-AADC-1445-9A6D-721603190E7C}"/>
          </ac:inkMkLst>
        </pc:inkChg>
        <pc:inkChg chg="add">
          <ac:chgData name="Aggie Menezes" userId="74619c95fa3483c9" providerId="LiveId" clId="{46434A16-6657-C249-8D16-DE1750720466}" dt="2020-10-01T15:27:26.614" v="1147"/>
          <ac:inkMkLst>
            <pc:docMk/>
            <pc:sldMk cId="2456304509" sldId="298"/>
            <ac:inkMk id="242" creationId="{A1DBC56B-4403-054A-804E-E3CBC44DAA3F}"/>
          </ac:inkMkLst>
        </pc:inkChg>
        <pc:inkChg chg="add">
          <ac:chgData name="Aggie Menezes" userId="74619c95fa3483c9" providerId="LiveId" clId="{46434A16-6657-C249-8D16-DE1750720466}" dt="2020-10-01T15:28:34.278" v="1149"/>
          <ac:inkMkLst>
            <pc:docMk/>
            <pc:sldMk cId="2456304509" sldId="298"/>
            <ac:inkMk id="244" creationId="{C4B0DCB5-0FFB-404F-87C0-BED7F4ED2B04}"/>
          </ac:inkMkLst>
        </pc:inkChg>
        <pc:inkChg chg="add">
          <ac:chgData name="Aggie Menezes" userId="74619c95fa3483c9" providerId="LiveId" clId="{46434A16-6657-C249-8D16-DE1750720466}" dt="2020-10-01T15:28:35.222" v="1150"/>
          <ac:inkMkLst>
            <pc:docMk/>
            <pc:sldMk cId="2456304509" sldId="298"/>
            <ac:inkMk id="245" creationId="{6CE127AF-25EB-6147-ABF1-E329AA7FC564}"/>
          </ac:inkMkLst>
        </pc:inkChg>
        <pc:inkChg chg="add">
          <ac:chgData name="Aggie Menezes" userId="74619c95fa3483c9" providerId="LiveId" clId="{46434A16-6657-C249-8D16-DE1750720466}" dt="2020-10-01T15:28:35.811" v="1151"/>
          <ac:inkMkLst>
            <pc:docMk/>
            <pc:sldMk cId="2456304509" sldId="298"/>
            <ac:inkMk id="246" creationId="{BB2B17FF-2183-4F47-9FFD-C6DA6BDD2743}"/>
          </ac:inkMkLst>
        </pc:inkChg>
        <pc:inkChg chg="add">
          <ac:chgData name="Aggie Menezes" userId="74619c95fa3483c9" providerId="LiveId" clId="{46434A16-6657-C249-8D16-DE1750720466}" dt="2020-10-01T15:28:36.372" v="1152"/>
          <ac:inkMkLst>
            <pc:docMk/>
            <pc:sldMk cId="2456304509" sldId="298"/>
            <ac:inkMk id="247" creationId="{E12CBD81-06BC-F645-BEAE-F9B1BE1E0F2D}"/>
          </ac:inkMkLst>
        </pc:inkChg>
        <pc:inkChg chg="add">
          <ac:chgData name="Aggie Menezes" userId="74619c95fa3483c9" providerId="LiveId" clId="{46434A16-6657-C249-8D16-DE1750720466}" dt="2020-10-01T15:28:36.699" v="1153"/>
          <ac:inkMkLst>
            <pc:docMk/>
            <pc:sldMk cId="2456304509" sldId="298"/>
            <ac:inkMk id="248" creationId="{A3523203-108F-C14B-AB38-6D3D92042A9B}"/>
          </ac:inkMkLst>
        </pc:inkChg>
        <pc:inkChg chg="add">
          <ac:chgData name="Aggie Menezes" userId="74619c95fa3483c9" providerId="LiveId" clId="{46434A16-6657-C249-8D16-DE1750720466}" dt="2020-10-01T15:28:37.109" v="1154"/>
          <ac:inkMkLst>
            <pc:docMk/>
            <pc:sldMk cId="2456304509" sldId="298"/>
            <ac:inkMk id="249" creationId="{BA50A95A-591A-A54A-BC97-87F5BDE0BA14}"/>
          </ac:inkMkLst>
        </pc:inkChg>
        <pc:inkChg chg="add">
          <ac:chgData name="Aggie Menezes" userId="74619c95fa3483c9" providerId="LiveId" clId="{46434A16-6657-C249-8D16-DE1750720466}" dt="2020-10-01T15:28:37.336" v="1155"/>
          <ac:inkMkLst>
            <pc:docMk/>
            <pc:sldMk cId="2456304509" sldId="298"/>
            <ac:inkMk id="250" creationId="{6BAA13E1-B968-1249-8B8B-4ECC8838D74A}"/>
          </ac:inkMkLst>
        </pc:inkChg>
        <pc:inkChg chg="add">
          <ac:chgData name="Aggie Menezes" userId="74619c95fa3483c9" providerId="LiveId" clId="{46434A16-6657-C249-8D16-DE1750720466}" dt="2020-10-01T15:28:37.538" v="1156"/>
          <ac:inkMkLst>
            <pc:docMk/>
            <pc:sldMk cId="2456304509" sldId="298"/>
            <ac:inkMk id="251" creationId="{A611F46D-2436-FC44-9E7E-60008A7A0439}"/>
          </ac:inkMkLst>
        </pc:inkChg>
        <pc:inkChg chg="add">
          <ac:chgData name="Aggie Menezes" userId="74619c95fa3483c9" providerId="LiveId" clId="{46434A16-6657-C249-8D16-DE1750720466}" dt="2020-10-01T15:28:37.753" v="1157"/>
          <ac:inkMkLst>
            <pc:docMk/>
            <pc:sldMk cId="2456304509" sldId="298"/>
            <ac:inkMk id="252" creationId="{597F5B70-8044-C446-AA9B-85C62F45B80D}"/>
          </ac:inkMkLst>
        </pc:inkChg>
        <pc:inkChg chg="add">
          <ac:chgData name="Aggie Menezes" userId="74619c95fa3483c9" providerId="LiveId" clId="{46434A16-6657-C249-8D16-DE1750720466}" dt="2020-10-01T15:28:38.139" v="1158"/>
          <ac:inkMkLst>
            <pc:docMk/>
            <pc:sldMk cId="2456304509" sldId="298"/>
            <ac:inkMk id="253" creationId="{85F02D3F-8607-DF4B-9A7D-49144727BF6B}"/>
          </ac:inkMkLst>
        </pc:inkChg>
        <pc:inkChg chg="add">
          <ac:chgData name="Aggie Menezes" userId="74619c95fa3483c9" providerId="LiveId" clId="{46434A16-6657-C249-8D16-DE1750720466}" dt="2020-10-01T15:28:38.631" v="1159"/>
          <ac:inkMkLst>
            <pc:docMk/>
            <pc:sldMk cId="2456304509" sldId="298"/>
            <ac:inkMk id="254" creationId="{686DD457-CDAB-CD4F-B19F-B55AA8E6121A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56" creationId="{C105B436-99CE-D349-8966-B469EC2DAB95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57" creationId="{F09F7C9E-46A0-9E4B-945C-1659A90D2284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59" creationId="{BA0A5C32-E9AB-8843-A680-5E6933B1F806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60" creationId="{CAD199A4-476E-6741-8D75-6B208184FF96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62" creationId="{3D53025C-DF58-5641-8E25-660941F7E7A3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63" creationId="{69545972-9AD9-AF4D-8EC9-9529945DE0D5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64" creationId="{25D21E9D-D88A-4F4E-8EB3-EB76344A4782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65" creationId="{E7CD30EE-460D-7140-929E-97BE1BB82F0A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66" creationId="{3DEAE97C-CCDE-834A-BABB-6DDD082DA7D6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67" creationId="{6E452865-B8E1-DC40-AC37-A438D1554908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68" creationId="{9C979185-A85D-8340-9ACC-FF41F2622207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69" creationId="{20EF77D8-349D-9D43-8464-6D1E8A6A593D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71" creationId="{F90C2802-6616-CA41-B267-B622D631DDD3}"/>
          </ac:inkMkLst>
        </pc:inkChg>
        <pc:inkChg chg="add topLvl">
          <ac:chgData name="Aggie Menezes" userId="74619c95fa3483c9" providerId="LiveId" clId="{46434A16-6657-C249-8D16-DE1750720466}" dt="2020-10-01T15:30:29.682" v="1182"/>
          <ac:inkMkLst>
            <pc:docMk/>
            <pc:sldMk cId="2456304509" sldId="298"/>
            <ac:inkMk id="272" creationId="{6214C571-FF47-D349-827B-4B759FA9A700}"/>
          </ac:inkMkLst>
        </pc:inkChg>
        <pc:inkChg chg="add">
          <ac:chgData name="Aggie Menezes" userId="74619c95fa3483c9" providerId="LiveId" clId="{46434A16-6657-C249-8D16-DE1750720466}" dt="2020-10-01T15:30:27.895" v="1179"/>
          <ac:inkMkLst>
            <pc:docMk/>
            <pc:sldMk cId="2456304509" sldId="298"/>
            <ac:inkMk id="274" creationId="{A04EAD42-42A2-044B-B366-4978B3422E72}"/>
          </ac:inkMkLst>
        </pc:inkChg>
        <pc:inkChg chg="add">
          <ac:chgData name="Aggie Menezes" userId="74619c95fa3483c9" providerId="LiveId" clId="{46434A16-6657-C249-8D16-DE1750720466}" dt="2020-10-01T15:30:28.303" v="1180"/>
          <ac:inkMkLst>
            <pc:docMk/>
            <pc:sldMk cId="2456304509" sldId="298"/>
            <ac:inkMk id="275" creationId="{F029712C-E1CD-E24E-84AB-243E777F3610}"/>
          </ac:inkMkLst>
        </pc:inkChg>
        <pc:inkChg chg="add">
          <ac:chgData name="Aggie Menezes" userId="74619c95fa3483c9" providerId="LiveId" clId="{46434A16-6657-C249-8D16-DE1750720466}" dt="2020-10-01T15:30:28.851" v="1181"/>
          <ac:inkMkLst>
            <pc:docMk/>
            <pc:sldMk cId="2456304509" sldId="298"/>
            <ac:inkMk id="276" creationId="{D6F2DDF3-12D2-4C41-A6E5-855B035B8A1A}"/>
          </ac:inkMkLst>
        </pc:inkChg>
        <pc:inkChg chg="add topLvl">
          <ac:chgData name="Aggie Menezes" userId="74619c95fa3483c9" providerId="LiveId" clId="{46434A16-6657-C249-8D16-DE1750720466}" dt="2020-10-01T15:30:45.495" v="1194"/>
          <ac:inkMkLst>
            <pc:docMk/>
            <pc:sldMk cId="2456304509" sldId="298"/>
            <ac:inkMk id="278" creationId="{7B9DB744-DA7C-1340-8B96-E1EF2715B79C}"/>
          </ac:inkMkLst>
        </pc:inkChg>
        <pc:inkChg chg="add topLvl">
          <ac:chgData name="Aggie Menezes" userId="74619c95fa3483c9" providerId="LiveId" clId="{46434A16-6657-C249-8D16-DE1750720466}" dt="2020-10-01T15:30:45.495" v="1194"/>
          <ac:inkMkLst>
            <pc:docMk/>
            <pc:sldMk cId="2456304509" sldId="298"/>
            <ac:inkMk id="279" creationId="{3A0126ED-7509-3E48-B585-372B09516D20}"/>
          </ac:inkMkLst>
        </pc:inkChg>
        <pc:inkChg chg="add topLvl">
          <ac:chgData name="Aggie Menezes" userId="74619c95fa3483c9" providerId="LiveId" clId="{46434A16-6657-C249-8D16-DE1750720466}" dt="2020-10-01T15:30:45.495" v="1194"/>
          <ac:inkMkLst>
            <pc:docMk/>
            <pc:sldMk cId="2456304509" sldId="298"/>
            <ac:inkMk id="281" creationId="{52E7F528-EBB0-C446-9AC1-5339942A9468}"/>
          </ac:inkMkLst>
        </pc:inkChg>
        <pc:inkChg chg="add topLvl">
          <ac:chgData name="Aggie Menezes" userId="74619c95fa3483c9" providerId="LiveId" clId="{46434A16-6657-C249-8D16-DE1750720466}" dt="2020-10-01T15:30:45.495" v="1194"/>
          <ac:inkMkLst>
            <pc:docMk/>
            <pc:sldMk cId="2456304509" sldId="298"/>
            <ac:inkMk id="282" creationId="{E2A21D4C-B2DD-7C44-81A6-3F1F1991E6BE}"/>
          </ac:inkMkLst>
        </pc:inkChg>
        <pc:inkChg chg="add topLvl">
          <ac:chgData name="Aggie Menezes" userId="74619c95fa3483c9" providerId="LiveId" clId="{46434A16-6657-C249-8D16-DE1750720466}" dt="2020-10-01T15:30:45.495" v="1194"/>
          <ac:inkMkLst>
            <pc:docMk/>
            <pc:sldMk cId="2456304509" sldId="298"/>
            <ac:inkMk id="283" creationId="{AA1BDF10-7606-BD42-A93E-3892A156ECF5}"/>
          </ac:inkMkLst>
        </pc:inkChg>
        <pc:inkChg chg="add topLvl">
          <ac:chgData name="Aggie Menezes" userId="74619c95fa3483c9" providerId="LiveId" clId="{46434A16-6657-C249-8D16-DE1750720466}" dt="2020-10-01T15:30:45.495" v="1194"/>
          <ac:inkMkLst>
            <pc:docMk/>
            <pc:sldMk cId="2456304509" sldId="298"/>
            <ac:inkMk id="284" creationId="{BFEB34AA-88C7-DD4E-9386-26543D10D86C}"/>
          </ac:inkMkLst>
        </pc:inkChg>
        <pc:inkChg chg="add topLvl">
          <ac:chgData name="Aggie Menezes" userId="74619c95fa3483c9" providerId="LiveId" clId="{46434A16-6657-C249-8D16-DE1750720466}" dt="2020-10-01T15:30:45.495" v="1194"/>
          <ac:inkMkLst>
            <pc:docMk/>
            <pc:sldMk cId="2456304509" sldId="298"/>
            <ac:inkMk id="285" creationId="{62A36525-B597-7641-AB66-084B1161C601}"/>
          </ac:inkMkLst>
        </pc:inkChg>
        <pc:inkChg chg="add">
          <ac:chgData name="Aggie Menezes" userId="74619c95fa3483c9" providerId="LiveId" clId="{46434A16-6657-C249-8D16-DE1750720466}" dt="2020-10-01T15:30:43.853" v="1192"/>
          <ac:inkMkLst>
            <pc:docMk/>
            <pc:sldMk cId="2456304509" sldId="298"/>
            <ac:inkMk id="287" creationId="{35B5F86A-6EFB-7849-AA27-46457339F38F}"/>
          </ac:inkMkLst>
        </pc:inkChg>
        <pc:inkChg chg="add">
          <ac:chgData name="Aggie Menezes" userId="74619c95fa3483c9" providerId="LiveId" clId="{46434A16-6657-C249-8D16-DE1750720466}" dt="2020-10-01T15:30:44.539" v="1193"/>
          <ac:inkMkLst>
            <pc:docMk/>
            <pc:sldMk cId="2456304509" sldId="298"/>
            <ac:inkMk id="288" creationId="{A93798A6-9115-5C42-B6AC-4C58E704611F}"/>
          </ac:inkMkLst>
        </pc:inkChg>
        <pc:inkChg chg="add topLvl">
          <ac:chgData name="Aggie Menezes" userId="74619c95fa3483c9" providerId="LiveId" clId="{46434A16-6657-C249-8D16-DE1750720466}" dt="2020-10-01T15:37:53.531" v="1211"/>
          <ac:inkMkLst>
            <pc:docMk/>
            <pc:sldMk cId="2456304509" sldId="298"/>
            <ac:inkMk id="290" creationId="{9A6C2C68-9621-244F-A7BB-7E6B0B4DB2D1}"/>
          </ac:inkMkLst>
        </pc:inkChg>
        <pc:inkChg chg="add topLvl">
          <ac:chgData name="Aggie Menezes" userId="74619c95fa3483c9" providerId="LiveId" clId="{46434A16-6657-C249-8D16-DE1750720466}" dt="2020-10-01T15:37:53.531" v="1211"/>
          <ac:inkMkLst>
            <pc:docMk/>
            <pc:sldMk cId="2456304509" sldId="298"/>
            <ac:inkMk id="291" creationId="{B1F2465B-73EA-8144-A55D-2E5A0D7EF25A}"/>
          </ac:inkMkLst>
        </pc:inkChg>
        <pc:inkChg chg="add topLvl">
          <ac:chgData name="Aggie Menezes" userId="74619c95fa3483c9" providerId="LiveId" clId="{46434A16-6657-C249-8D16-DE1750720466}" dt="2020-10-01T15:37:53.531" v="1211"/>
          <ac:inkMkLst>
            <pc:docMk/>
            <pc:sldMk cId="2456304509" sldId="298"/>
            <ac:inkMk id="292" creationId="{9B420DB6-BFC6-E24A-9CB3-DCD136F6DA9B}"/>
          </ac:inkMkLst>
        </pc:inkChg>
        <pc:inkChg chg="add topLvl">
          <ac:chgData name="Aggie Menezes" userId="74619c95fa3483c9" providerId="LiveId" clId="{46434A16-6657-C249-8D16-DE1750720466}" dt="2020-10-01T15:37:53.531" v="1211"/>
          <ac:inkMkLst>
            <pc:docMk/>
            <pc:sldMk cId="2456304509" sldId="298"/>
            <ac:inkMk id="293" creationId="{0A17BBD9-60DD-8944-9206-34D24C3A681C}"/>
          </ac:inkMkLst>
        </pc:inkChg>
        <pc:inkChg chg="add">
          <ac:chgData name="Aggie Menezes" userId="74619c95fa3483c9" providerId="LiveId" clId="{46434A16-6657-C249-8D16-DE1750720466}" dt="2020-10-01T15:37:02.287" v="1200"/>
          <ac:inkMkLst>
            <pc:docMk/>
            <pc:sldMk cId="2456304509" sldId="298"/>
            <ac:inkMk id="295" creationId="{90C083DA-431D-9B42-A2DC-89E2C05A6B03}"/>
          </ac:inkMkLst>
        </pc:inkChg>
        <pc:inkChg chg="add">
          <ac:chgData name="Aggie Menezes" userId="74619c95fa3483c9" providerId="LiveId" clId="{46434A16-6657-C249-8D16-DE1750720466}" dt="2020-10-01T15:37:02.835" v="1201"/>
          <ac:inkMkLst>
            <pc:docMk/>
            <pc:sldMk cId="2456304509" sldId="298"/>
            <ac:inkMk id="296" creationId="{29755FCF-5AAF-3D4B-B236-19ED8402694A}"/>
          </ac:inkMkLst>
        </pc:inkChg>
        <pc:inkChg chg="add">
          <ac:chgData name="Aggie Menezes" userId="74619c95fa3483c9" providerId="LiveId" clId="{46434A16-6657-C249-8D16-DE1750720466}" dt="2020-10-01T15:37:03.537" v="1202"/>
          <ac:inkMkLst>
            <pc:docMk/>
            <pc:sldMk cId="2456304509" sldId="298"/>
            <ac:inkMk id="297" creationId="{0511E67F-BE33-E046-B33F-90D37D260269}"/>
          </ac:inkMkLst>
        </pc:inkChg>
        <pc:inkChg chg="add">
          <ac:chgData name="Aggie Menezes" userId="74619c95fa3483c9" providerId="LiveId" clId="{46434A16-6657-C249-8D16-DE1750720466}" dt="2020-10-01T15:37:04.288" v="1203"/>
          <ac:inkMkLst>
            <pc:docMk/>
            <pc:sldMk cId="2456304509" sldId="298"/>
            <ac:inkMk id="298" creationId="{7CE649D0-B9E2-9E44-AC83-0987272AC02E}"/>
          </ac:inkMkLst>
        </pc:inkChg>
        <pc:inkChg chg="add">
          <ac:chgData name="Aggie Menezes" userId="74619c95fa3483c9" providerId="LiveId" clId="{46434A16-6657-C249-8D16-DE1750720466}" dt="2020-10-01T15:37:04.827" v="1204"/>
          <ac:inkMkLst>
            <pc:docMk/>
            <pc:sldMk cId="2456304509" sldId="298"/>
            <ac:inkMk id="299" creationId="{1F28FC0D-B546-DE40-BA47-1FD60CF313A0}"/>
          </ac:inkMkLst>
        </pc:inkChg>
        <pc:inkChg chg="add">
          <ac:chgData name="Aggie Menezes" userId="74619c95fa3483c9" providerId="LiveId" clId="{46434A16-6657-C249-8D16-DE1750720466}" dt="2020-10-01T15:37:05.311" v="1205"/>
          <ac:inkMkLst>
            <pc:docMk/>
            <pc:sldMk cId="2456304509" sldId="298"/>
            <ac:inkMk id="300" creationId="{BFCFE25D-A681-BD4C-B136-05A6E9EEB32E}"/>
          </ac:inkMkLst>
        </pc:inkChg>
        <pc:inkChg chg="add">
          <ac:chgData name="Aggie Menezes" userId="74619c95fa3483c9" providerId="LiveId" clId="{46434A16-6657-C249-8D16-DE1750720466}" dt="2020-10-01T15:37:05.577" v="1206"/>
          <ac:inkMkLst>
            <pc:docMk/>
            <pc:sldMk cId="2456304509" sldId="298"/>
            <ac:inkMk id="301" creationId="{18E0160C-3A9D-1A4D-B310-9420AE5CF6CF}"/>
          </ac:inkMkLst>
        </pc:inkChg>
        <pc:inkChg chg="add">
          <ac:chgData name="Aggie Menezes" userId="74619c95fa3483c9" providerId="LiveId" clId="{46434A16-6657-C249-8D16-DE1750720466}" dt="2020-10-01T15:37:28.104" v="1208"/>
          <ac:inkMkLst>
            <pc:docMk/>
            <pc:sldMk cId="2456304509" sldId="298"/>
            <ac:inkMk id="303" creationId="{F5FAF6F0-4B47-F24D-A783-E9DB75600D31}"/>
          </ac:inkMkLst>
        </pc:inkChg>
        <pc:inkChg chg="add">
          <ac:chgData name="Aggie Menezes" userId="74619c95fa3483c9" providerId="LiveId" clId="{46434A16-6657-C249-8D16-DE1750720466}" dt="2020-10-01T15:37:52.456" v="1209"/>
          <ac:inkMkLst>
            <pc:docMk/>
            <pc:sldMk cId="2456304509" sldId="298"/>
            <ac:inkMk id="304" creationId="{FCC203E3-F96B-3040-81BE-CD6974369181}"/>
          </ac:inkMkLst>
        </pc:inkChg>
        <pc:inkChg chg="add">
          <ac:chgData name="Aggie Menezes" userId="74619c95fa3483c9" providerId="LiveId" clId="{46434A16-6657-C249-8D16-DE1750720466}" dt="2020-10-01T15:37:52.723" v="1210"/>
          <ac:inkMkLst>
            <pc:docMk/>
            <pc:sldMk cId="2456304509" sldId="298"/>
            <ac:inkMk id="305" creationId="{CFCAD64A-0E24-954E-82E9-32661BEAA085}"/>
          </ac:inkMkLst>
        </pc:inkChg>
      </pc:sldChg>
      <pc:sldChg chg="addSp delSp">
        <pc:chgData name="Aggie Menezes" userId="74619c95fa3483c9" providerId="LiveId" clId="{46434A16-6657-C249-8D16-DE1750720466}" dt="2020-10-01T15:52:29.709" v="1259"/>
        <pc:sldMkLst>
          <pc:docMk/>
          <pc:sldMk cId="824117372" sldId="301"/>
        </pc:sldMkLst>
        <pc:grpChg chg="add del">
          <ac:chgData name="Aggie Menezes" userId="74619c95fa3483c9" providerId="LiveId" clId="{46434A16-6657-C249-8D16-DE1750720466}" dt="2020-10-01T15:50:24.821" v="1248"/>
          <ac:grpSpMkLst>
            <pc:docMk/>
            <pc:sldMk cId="824117372" sldId="301"/>
            <ac:grpSpMk id="24" creationId="{0FDF1936-F683-834D-973C-6024DBB14B8A}"/>
          </ac:grpSpMkLst>
        </pc:grpChg>
        <pc:grpChg chg="add">
          <ac:chgData name="Aggie Menezes" userId="74619c95fa3483c9" providerId="LiveId" clId="{46434A16-6657-C249-8D16-DE1750720466}" dt="2020-10-01T15:50:14.086" v="1226"/>
          <ac:grpSpMkLst>
            <pc:docMk/>
            <pc:sldMk cId="824117372" sldId="301"/>
            <ac:grpSpMk id="59" creationId="{580907AF-31C2-BD4B-846E-06594B128D90}"/>
          </ac:grpSpMkLst>
        </pc:grpChg>
        <pc:grpChg chg="add">
          <ac:chgData name="Aggie Menezes" userId="74619c95fa3483c9" providerId="LiveId" clId="{46434A16-6657-C249-8D16-DE1750720466}" dt="2020-10-01T15:50:14.086" v="1226"/>
          <ac:grpSpMkLst>
            <pc:docMk/>
            <pc:sldMk cId="824117372" sldId="301"/>
            <ac:grpSpMk id="60" creationId="{6FC78B3B-77DE-F04F-BCD2-39945FE55775}"/>
          </ac:grpSpMkLst>
        </pc:grpChg>
        <pc:grpChg chg="add">
          <ac:chgData name="Aggie Menezes" userId="74619c95fa3483c9" providerId="LiveId" clId="{46434A16-6657-C249-8D16-DE1750720466}" dt="2020-10-01T15:50:24.821" v="1248"/>
          <ac:grpSpMkLst>
            <pc:docMk/>
            <pc:sldMk cId="824117372" sldId="301"/>
            <ac:grpSpMk id="82" creationId="{6079EE50-D233-C242-B4DC-4E0907F34208}"/>
          </ac:grpSpMkLst>
        </pc:grpChg>
        <pc:grpChg chg="add del">
          <ac:chgData name="Aggie Menezes" userId="74619c95fa3483c9" providerId="LiveId" clId="{46434A16-6657-C249-8D16-DE1750720466}" dt="2020-10-01T15:52:29.709" v="1259"/>
          <ac:grpSpMkLst>
            <pc:docMk/>
            <pc:sldMk cId="824117372" sldId="301"/>
            <ac:grpSpMk id="91" creationId="{82E8D4B9-1207-5846-8703-2648B932144F}"/>
          </ac:grpSpMkLst>
        </pc:grpChg>
        <pc:grpChg chg="add">
          <ac:chgData name="Aggie Menezes" userId="74619c95fa3483c9" providerId="LiveId" clId="{46434A16-6657-C249-8D16-DE1750720466}" dt="2020-10-01T15:52:29.709" v="1259"/>
          <ac:grpSpMkLst>
            <pc:docMk/>
            <pc:sldMk cId="824117372" sldId="301"/>
            <ac:grpSpMk id="93" creationId="{A0CCC358-7343-A64B-808E-F1C4DAC6E5B3}"/>
          </ac:grpSpMkLst>
        </pc:grpChg>
        <pc:inkChg chg="add topLvl">
          <ac:chgData name="Aggie Menezes" userId="74619c95fa3483c9" providerId="LiveId" clId="{46434A16-6657-C249-8D16-DE1750720466}" dt="2020-10-01T15:50:24.821" v="1248"/>
          <ac:inkMkLst>
            <pc:docMk/>
            <pc:sldMk cId="824117372" sldId="301"/>
            <ac:inkMk id="10" creationId="{F4D15EE5-708B-8C48-97EE-459E2280AD67}"/>
          </ac:inkMkLst>
        </pc:inkChg>
        <pc:inkChg chg="add topLvl">
          <ac:chgData name="Aggie Menezes" userId="74619c95fa3483c9" providerId="LiveId" clId="{46434A16-6657-C249-8D16-DE1750720466}" dt="2020-10-01T15:50:24.821" v="1248"/>
          <ac:inkMkLst>
            <pc:docMk/>
            <pc:sldMk cId="824117372" sldId="301"/>
            <ac:inkMk id="12" creationId="{41EB632E-71FE-AB4E-9FBE-0FFA16B8B425}"/>
          </ac:inkMkLst>
        </pc:inkChg>
        <pc:inkChg chg="add topLvl">
          <ac:chgData name="Aggie Menezes" userId="74619c95fa3483c9" providerId="LiveId" clId="{46434A16-6657-C249-8D16-DE1750720466}" dt="2020-10-01T15:50:24.821" v="1248"/>
          <ac:inkMkLst>
            <pc:docMk/>
            <pc:sldMk cId="824117372" sldId="301"/>
            <ac:inkMk id="14" creationId="{34C1BBA9-225D-C947-9FF8-B7A5062FA1DD}"/>
          </ac:inkMkLst>
        </pc:inkChg>
        <pc:inkChg chg="add topLvl">
          <ac:chgData name="Aggie Menezes" userId="74619c95fa3483c9" providerId="LiveId" clId="{46434A16-6657-C249-8D16-DE1750720466}" dt="2020-10-01T15:50:24.821" v="1248"/>
          <ac:inkMkLst>
            <pc:docMk/>
            <pc:sldMk cId="824117372" sldId="301"/>
            <ac:inkMk id="15" creationId="{03C50C36-F616-9E42-98B4-87BD7CD1582E}"/>
          </ac:inkMkLst>
        </pc:inkChg>
        <pc:inkChg chg="add topLvl">
          <ac:chgData name="Aggie Menezes" userId="74619c95fa3483c9" providerId="LiveId" clId="{46434A16-6657-C249-8D16-DE1750720466}" dt="2020-10-01T15:50:24.821" v="1248"/>
          <ac:inkMkLst>
            <pc:docMk/>
            <pc:sldMk cId="824117372" sldId="301"/>
            <ac:inkMk id="20" creationId="{EAE5396F-60FF-D54D-9204-79E2BF4C3E0C}"/>
          </ac:inkMkLst>
        </pc:inkChg>
        <pc:inkChg chg="add topLvl">
          <ac:chgData name="Aggie Menezes" userId="74619c95fa3483c9" providerId="LiveId" clId="{46434A16-6657-C249-8D16-DE1750720466}" dt="2020-10-01T15:50:24.821" v="1248"/>
          <ac:inkMkLst>
            <pc:docMk/>
            <pc:sldMk cId="824117372" sldId="301"/>
            <ac:inkMk id="21" creationId="{CAD4AE08-D2AC-6D49-B926-A3C93AA8DD7C}"/>
          </ac:inkMkLst>
        </pc:inkChg>
        <pc:inkChg chg="add topLvl">
          <ac:chgData name="Aggie Menezes" userId="74619c95fa3483c9" providerId="LiveId" clId="{46434A16-6657-C249-8D16-DE1750720466}" dt="2020-10-01T15:50:24.821" v="1248"/>
          <ac:inkMkLst>
            <pc:docMk/>
            <pc:sldMk cId="824117372" sldId="301"/>
            <ac:inkMk id="22" creationId="{B24F3CF0-4F18-164D-A3A5-35AE8CA920CF}"/>
          </ac:inkMkLst>
        </pc:inkChg>
        <pc:inkChg chg="add topLvl">
          <ac:chgData name="Aggie Menezes" userId="74619c95fa3483c9" providerId="LiveId" clId="{46434A16-6657-C249-8D16-DE1750720466}" dt="2020-10-01T15:50:24.821" v="1248"/>
          <ac:inkMkLst>
            <pc:docMk/>
            <pc:sldMk cId="824117372" sldId="301"/>
            <ac:inkMk id="23" creationId="{CC14FFA2-5AA0-9045-9C64-B9B7662DB63B}"/>
          </ac:inkMkLst>
        </pc:inkChg>
        <pc:inkChg chg="add">
          <ac:chgData name="Aggie Menezes" userId="74619c95fa3483c9" providerId="LiveId" clId="{46434A16-6657-C249-8D16-DE1750720466}" dt="2020-10-01T15:50:11.955" v="1221"/>
          <ac:inkMkLst>
            <pc:docMk/>
            <pc:sldMk cId="824117372" sldId="301"/>
            <ac:inkMk id="30" creationId="{0D9CAA13-006C-594C-B43C-2328C2D8F76C}"/>
          </ac:inkMkLst>
        </pc:inkChg>
        <pc:inkChg chg="add">
          <ac:chgData name="Aggie Menezes" userId="74619c95fa3483c9" providerId="LiveId" clId="{46434A16-6657-C249-8D16-DE1750720466}" dt="2020-10-01T15:50:12.320" v="1222"/>
          <ac:inkMkLst>
            <pc:docMk/>
            <pc:sldMk cId="824117372" sldId="301"/>
            <ac:inkMk id="35" creationId="{313A1320-AAC3-8D49-AB01-3998E9A21E02}"/>
          </ac:inkMkLst>
        </pc:inkChg>
        <pc:inkChg chg="add">
          <ac:chgData name="Aggie Menezes" userId="74619c95fa3483c9" providerId="LiveId" clId="{46434A16-6657-C249-8D16-DE1750720466}" dt="2020-10-01T15:50:12.525" v="1223"/>
          <ac:inkMkLst>
            <pc:docMk/>
            <pc:sldMk cId="824117372" sldId="301"/>
            <ac:inkMk id="36" creationId="{4199AD5F-2153-D640-B37A-FDAA91F198CA}"/>
          </ac:inkMkLst>
        </pc:inkChg>
        <pc:inkChg chg="add">
          <ac:chgData name="Aggie Menezes" userId="74619c95fa3483c9" providerId="LiveId" clId="{46434A16-6657-C249-8D16-DE1750720466}" dt="2020-10-01T15:50:13.009" v="1224"/>
          <ac:inkMkLst>
            <pc:docMk/>
            <pc:sldMk cId="824117372" sldId="301"/>
            <ac:inkMk id="37" creationId="{2D54E87A-A96E-BF4F-8E99-9C7FD51BD010}"/>
          </ac:inkMkLst>
        </pc:inkChg>
        <pc:inkChg chg="add">
          <ac:chgData name="Aggie Menezes" userId="74619c95fa3483c9" providerId="LiveId" clId="{46434A16-6657-C249-8D16-DE1750720466}" dt="2020-10-01T15:50:13.250" v="1225"/>
          <ac:inkMkLst>
            <pc:docMk/>
            <pc:sldMk cId="824117372" sldId="301"/>
            <ac:inkMk id="58" creationId="{3872DF58-B722-904F-B5AD-1E121704D9F2}"/>
          </ac:inkMkLst>
        </pc:inkChg>
        <pc:inkChg chg="add">
          <ac:chgData name="Aggie Menezes" userId="74619c95fa3483c9" providerId="LiveId" clId="{46434A16-6657-C249-8D16-DE1750720466}" dt="2020-10-01T15:50:15.820" v="1227"/>
          <ac:inkMkLst>
            <pc:docMk/>
            <pc:sldMk cId="824117372" sldId="301"/>
            <ac:inkMk id="61" creationId="{17EABDFB-5221-CE43-91DA-F24C63AF68FC}"/>
          </ac:inkMkLst>
        </pc:inkChg>
        <pc:inkChg chg="add">
          <ac:chgData name="Aggie Menezes" userId="74619c95fa3483c9" providerId="LiveId" clId="{46434A16-6657-C249-8D16-DE1750720466}" dt="2020-10-01T15:50:16.063" v="1228"/>
          <ac:inkMkLst>
            <pc:docMk/>
            <pc:sldMk cId="824117372" sldId="301"/>
            <ac:inkMk id="62" creationId="{893A689B-0768-6345-8A22-378BCC022B94}"/>
          </ac:inkMkLst>
        </pc:inkChg>
        <pc:inkChg chg="add">
          <ac:chgData name="Aggie Menezes" userId="74619c95fa3483c9" providerId="LiveId" clId="{46434A16-6657-C249-8D16-DE1750720466}" dt="2020-10-01T15:50:16.367" v="1229"/>
          <ac:inkMkLst>
            <pc:docMk/>
            <pc:sldMk cId="824117372" sldId="301"/>
            <ac:inkMk id="63" creationId="{63689333-6445-864F-BC56-F276055D13AB}"/>
          </ac:inkMkLst>
        </pc:inkChg>
        <pc:inkChg chg="add">
          <ac:chgData name="Aggie Menezes" userId="74619c95fa3483c9" providerId="LiveId" clId="{46434A16-6657-C249-8D16-DE1750720466}" dt="2020-10-01T15:50:16.537" v="1230"/>
          <ac:inkMkLst>
            <pc:docMk/>
            <pc:sldMk cId="824117372" sldId="301"/>
            <ac:inkMk id="64" creationId="{1F92BF9C-9FC3-A34C-9D6B-03544EFD806F}"/>
          </ac:inkMkLst>
        </pc:inkChg>
        <pc:inkChg chg="add">
          <ac:chgData name="Aggie Menezes" userId="74619c95fa3483c9" providerId="LiveId" clId="{46434A16-6657-C249-8D16-DE1750720466}" dt="2020-10-01T15:50:16.676" v="1231"/>
          <ac:inkMkLst>
            <pc:docMk/>
            <pc:sldMk cId="824117372" sldId="301"/>
            <ac:inkMk id="65" creationId="{CCA72832-7E1B-C343-B11F-926567DC33B4}"/>
          </ac:inkMkLst>
        </pc:inkChg>
        <pc:inkChg chg="add">
          <ac:chgData name="Aggie Menezes" userId="74619c95fa3483c9" providerId="LiveId" clId="{46434A16-6657-C249-8D16-DE1750720466}" dt="2020-10-01T15:50:16.951" v="1232"/>
          <ac:inkMkLst>
            <pc:docMk/>
            <pc:sldMk cId="824117372" sldId="301"/>
            <ac:inkMk id="66" creationId="{DDB4C401-2C13-9843-AAD2-2BDA916768E3}"/>
          </ac:inkMkLst>
        </pc:inkChg>
        <pc:inkChg chg="add">
          <ac:chgData name="Aggie Menezes" userId="74619c95fa3483c9" providerId="LiveId" clId="{46434A16-6657-C249-8D16-DE1750720466}" dt="2020-10-01T15:50:17.758" v="1233"/>
          <ac:inkMkLst>
            <pc:docMk/>
            <pc:sldMk cId="824117372" sldId="301"/>
            <ac:inkMk id="67" creationId="{FFFD6459-8601-1242-BEE0-B840E1C61DAB}"/>
          </ac:inkMkLst>
        </pc:inkChg>
        <pc:inkChg chg="add">
          <ac:chgData name="Aggie Menezes" userId="74619c95fa3483c9" providerId="LiveId" clId="{46434A16-6657-C249-8D16-DE1750720466}" dt="2020-10-01T15:50:18.679" v="1234"/>
          <ac:inkMkLst>
            <pc:docMk/>
            <pc:sldMk cId="824117372" sldId="301"/>
            <ac:inkMk id="68" creationId="{FE205F50-2E94-A541-B285-4AFE28E0B505}"/>
          </ac:inkMkLst>
        </pc:inkChg>
        <pc:inkChg chg="add">
          <ac:chgData name="Aggie Menezes" userId="74619c95fa3483c9" providerId="LiveId" clId="{46434A16-6657-C249-8D16-DE1750720466}" dt="2020-10-01T15:50:18.954" v="1235"/>
          <ac:inkMkLst>
            <pc:docMk/>
            <pc:sldMk cId="824117372" sldId="301"/>
            <ac:inkMk id="69" creationId="{D56C87F4-EAA7-1F48-BE00-4AECFACA686B}"/>
          </ac:inkMkLst>
        </pc:inkChg>
        <pc:inkChg chg="add">
          <ac:chgData name="Aggie Menezes" userId="74619c95fa3483c9" providerId="LiveId" clId="{46434A16-6657-C249-8D16-DE1750720466}" dt="2020-10-01T15:50:19.150" v="1236"/>
          <ac:inkMkLst>
            <pc:docMk/>
            <pc:sldMk cId="824117372" sldId="301"/>
            <ac:inkMk id="70" creationId="{64321390-5AED-A047-A894-2A82F907165D}"/>
          </ac:inkMkLst>
        </pc:inkChg>
        <pc:inkChg chg="add">
          <ac:chgData name="Aggie Menezes" userId="74619c95fa3483c9" providerId="LiveId" clId="{46434A16-6657-C249-8D16-DE1750720466}" dt="2020-10-01T15:50:19.310" v="1237"/>
          <ac:inkMkLst>
            <pc:docMk/>
            <pc:sldMk cId="824117372" sldId="301"/>
            <ac:inkMk id="71" creationId="{48CCC3B3-D3D7-1945-89DA-CD39FCF41568}"/>
          </ac:inkMkLst>
        </pc:inkChg>
        <pc:inkChg chg="add">
          <ac:chgData name="Aggie Menezes" userId="74619c95fa3483c9" providerId="LiveId" clId="{46434A16-6657-C249-8D16-DE1750720466}" dt="2020-10-01T15:50:19.972" v="1238"/>
          <ac:inkMkLst>
            <pc:docMk/>
            <pc:sldMk cId="824117372" sldId="301"/>
            <ac:inkMk id="72" creationId="{FCBE85AE-85CA-1E4F-8479-1C2D10367003}"/>
          </ac:inkMkLst>
        </pc:inkChg>
        <pc:inkChg chg="add">
          <ac:chgData name="Aggie Menezes" userId="74619c95fa3483c9" providerId="LiveId" clId="{46434A16-6657-C249-8D16-DE1750720466}" dt="2020-10-01T15:50:20.033" v="1239"/>
          <ac:inkMkLst>
            <pc:docMk/>
            <pc:sldMk cId="824117372" sldId="301"/>
            <ac:inkMk id="73" creationId="{817FF7CB-FE20-B24A-ACF6-04C8CBDA9E73}"/>
          </ac:inkMkLst>
        </pc:inkChg>
        <pc:inkChg chg="add">
          <ac:chgData name="Aggie Menezes" userId="74619c95fa3483c9" providerId="LiveId" clId="{46434A16-6657-C249-8D16-DE1750720466}" dt="2020-10-01T15:50:20.227" v="1240"/>
          <ac:inkMkLst>
            <pc:docMk/>
            <pc:sldMk cId="824117372" sldId="301"/>
            <ac:inkMk id="74" creationId="{85A08639-FB58-904A-93C3-878F49ED6CB5}"/>
          </ac:inkMkLst>
        </pc:inkChg>
        <pc:inkChg chg="add">
          <ac:chgData name="Aggie Menezes" userId="74619c95fa3483c9" providerId="LiveId" clId="{46434A16-6657-C249-8D16-DE1750720466}" dt="2020-10-01T15:50:20.935" v="1241"/>
          <ac:inkMkLst>
            <pc:docMk/>
            <pc:sldMk cId="824117372" sldId="301"/>
            <ac:inkMk id="75" creationId="{6F72CE35-01DF-1544-9A42-9E712B736D48}"/>
          </ac:inkMkLst>
        </pc:inkChg>
        <pc:inkChg chg="add">
          <ac:chgData name="Aggie Menezes" userId="74619c95fa3483c9" providerId="LiveId" clId="{46434A16-6657-C249-8D16-DE1750720466}" dt="2020-10-01T15:50:21.579" v="1242"/>
          <ac:inkMkLst>
            <pc:docMk/>
            <pc:sldMk cId="824117372" sldId="301"/>
            <ac:inkMk id="76" creationId="{1F40CD0B-BA86-B040-99AA-FFE65C94749B}"/>
          </ac:inkMkLst>
        </pc:inkChg>
        <pc:inkChg chg="add">
          <ac:chgData name="Aggie Menezes" userId="74619c95fa3483c9" providerId="LiveId" clId="{46434A16-6657-C249-8D16-DE1750720466}" dt="2020-10-01T15:50:21.859" v="1243"/>
          <ac:inkMkLst>
            <pc:docMk/>
            <pc:sldMk cId="824117372" sldId="301"/>
            <ac:inkMk id="77" creationId="{B868BF49-7FB8-2944-8F63-39A7625729C9}"/>
          </ac:inkMkLst>
        </pc:inkChg>
        <pc:inkChg chg="add">
          <ac:chgData name="Aggie Menezes" userId="74619c95fa3483c9" providerId="LiveId" clId="{46434A16-6657-C249-8D16-DE1750720466}" dt="2020-10-01T15:50:22.492" v="1244"/>
          <ac:inkMkLst>
            <pc:docMk/>
            <pc:sldMk cId="824117372" sldId="301"/>
            <ac:inkMk id="78" creationId="{6388B346-9888-614C-BA80-1D153B600AD8}"/>
          </ac:inkMkLst>
        </pc:inkChg>
        <pc:inkChg chg="add">
          <ac:chgData name="Aggie Menezes" userId="74619c95fa3483c9" providerId="LiveId" clId="{46434A16-6657-C249-8D16-DE1750720466}" dt="2020-10-01T15:50:22.701" v="1245"/>
          <ac:inkMkLst>
            <pc:docMk/>
            <pc:sldMk cId="824117372" sldId="301"/>
            <ac:inkMk id="79" creationId="{E63AD478-C20D-7242-ABA6-2B3612B21EDE}"/>
          </ac:inkMkLst>
        </pc:inkChg>
        <pc:inkChg chg="add">
          <ac:chgData name="Aggie Menezes" userId="74619c95fa3483c9" providerId="LiveId" clId="{46434A16-6657-C249-8D16-DE1750720466}" dt="2020-10-01T15:50:23.309" v="1246"/>
          <ac:inkMkLst>
            <pc:docMk/>
            <pc:sldMk cId="824117372" sldId="301"/>
            <ac:inkMk id="80" creationId="{C0FD4FCC-7059-9C40-B87D-3445BDF351EF}"/>
          </ac:inkMkLst>
        </pc:inkChg>
        <pc:inkChg chg="add">
          <ac:chgData name="Aggie Menezes" userId="74619c95fa3483c9" providerId="LiveId" clId="{46434A16-6657-C249-8D16-DE1750720466}" dt="2020-10-01T15:50:23.872" v="1247"/>
          <ac:inkMkLst>
            <pc:docMk/>
            <pc:sldMk cId="824117372" sldId="301"/>
            <ac:inkMk id="81" creationId="{BBA082E9-A931-DB41-A2FF-3D47E153C685}"/>
          </ac:inkMkLst>
        </pc:inkChg>
        <pc:inkChg chg="add topLvl">
          <ac:chgData name="Aggie Menezes" userId="74619c95fa3483c9" providerId="LiveId" clId="{46434A16-6657-C249-8D16-DE1750720466}" dt="2020-10-01T15:52:29.709" v="1259"/>
          <ac:inkMkLst>
            <pc:docMk/>
            <pc:sldMk cId="824117372" sldId="301"/>
            <ac:inkMk id="83" creationId="{9280D530-2205-A546-9708-0430438CA3E9}"/>
          </ac:inkMkLst>
        </pc:inkChg>
        <pc:inkChg chg="add topLvl">
          <ac:chgData name="Aggie Menezes" userId="74619c95fa3483c9" providerId="LiveId" clId="{46434A16-6657-C249-8D16-DE1750720466}" dt="2020-10-01T15:52:29.709" v="1259"/>
          <ac:inkMkLst>
            <pc:docMk/>
            <pc:sldMk cId="824117372" sldId="301"/>
            <ac:inkMk id="84" creationId="{910627D4-F721-EA41-B930-6CA7E1505667}"/>
          </ac:inkMkLst>
        </pc:inkChg>
        <pc:inkChg chg="add topLvl">
          <ac:chgData name="Aggie Menezes" userId="74619c95fa3483c9" providerId="LiveId" clId="{46434A16-6657-C249-8D16-DE1750720466}" dt="2020-10-01T15:52:29.709" v="1259"/>
          <ac:inkMkLst>
            <pc:docMk/>
            <pc:sldMk cId="824117372" sldId="301"/>
            <ac:inkMk id="85" creationId="{9BC60E23-BAC1-CF46-9B25-DD50E10CD229}"/>
          </ac:inkMkLst>
        </pc:inkChg>
        <pc:inkChg chg="add topLvl">
          <ac:chgData name="Aggie Menezes" userId="74619c95fa3483c9" providerId="LiveId" clId="{46434A16-6657-C249-8D16-DE1750720466}" dt="2020-10-01T15:52:29.709" v="1259"/>
          <ac:inkMkLst>
            <pc:docMk/>
            <pc:sldMk cId="824117372" sldId="301"/>
            <ac:inkMk id="86" creationId="{3F3107A9-ED40-8243-B05A-BE468714BDD2}"/>
          </ac:inkMkLst>
        </pc:inkChg>
        <pc:inkChg chg="add topLvl">
          <ac:chgData name="Aggie Menezes" userId="74619c95fa3483c9" providerId="LiveId" clId="{46434A16-6657-C249-8D16-DE1750720466}" dt="2020-10-01T15:52:29.709" v="1259"/>
          <ac:inkMkLst>
            <pc:docMk/>
            <pc:sldMk cId="824117372" sldId="301"/>
            <ac:inkMk id="87" creationId="{0294DB41-36B5-B648-B98E-FD1573CD3281}"/>
          </ac:inkMkLst>
        </pc:inkChg>
        <pc:inkChg chg="add topLvl">
          <ac:chgData name="Aggie Menezes" userId="74619c95fa3483c9" providerId="LiveId" clId="{46434A16-6657-C249-8D16-DE1750720466}" dt="2020-10-01T15:52:29.709" v="1259"/>
          <ac:inkMkLst>
            <pc:docMk/>
            <pc:sldMk cId="824117372" sldId="301"/>
            <ac:inkMk id="88" creationId="{FD34D23A-B6B6-7046-92AD-A587C2A6F638}"/>
          </ac:inkMkLst>
        </pc:inkChg>
        <pc:inkChg chg="add topLvl">
          <ac:chgData name="Aggie Menezes" userId="74619c95fa3483c9" providerId="LiveId" clId="{46434A16-6657-C249-8D16-DE1750720466}" dt="2020-10-01T15:52:29.709" v="1259"/>
          <ac:inkMkLst>
            <pc:docMk/>
            <pc:sldMk cId="824117372" sldId="301"/>
            <ac:inkMk id="89" creationId="{0258D8F6-D378-244F-8562-E784A45CF4CB}"/>
          </ac:inkMkLst>
        </pc:inkChg>
        <pc:inkChg chg="add topLvl">
          <ac:chgData name="Aggie Menezes" userId="74619c95fa3483c9" providerId="LiveId" clId="{46434A16-6657-C249-8D16-DE1750720466}" dt="2020-10-01T15:52:29.709" v="1259"/>
          <ac:inkMkLst>
            <pc:docMk/>
            <pc:sldMk cId="824117372" sldId="301"/>
            <ac:inkMk id="90" creationId="{3E6C08DF-5D28-EE4F-B365-C1EDCEAF4070}"/>
          </ac:inkMkLst>
        </pc:inkChg>
        <pc:inkChg chg="add">
          <ac:chgData name="Aggie Menezes" userId="74619c95fa3483c9" providerId="LiveId" clId="{46434A16-6657-C249-8D16-DE1750720466}" dt="2020-10-01T15:52:29.166" v="1258"/>
          <ac:inkMkLst>
            <pc:docMk/>
            <pc:sldMk cId="824117372" sldId="301"/>
            <ac:inkMk id="92" creationId="{BDE21C04-9FD7-C44F-A147-69236F9A3366}"/>
          </ac:inkMkLst>
        </pc:inkChg>
      </pc:sldChg>
      <pc:sldChg chg="addSp delSp new">
        <pc:chgData name="Aggie Menezes" userId="74619c95fa3483c9" providerId="LiveId" clId="{46434A16-6657-C249-8D16-DE1750720466}" dt="2020-10-01T15:11:45.841" v="875"/>
        <pc:sldMkLst>
          <pc:docMk/>
          <pc:sldMk cId="2431091979" sldId="302"/>
        </pc:sldMkLst>
        <pc:grpChg chg="add del">
          <ac:chgData name="Aggie Menezes" userId="74619c95fa3483c9" providerId="LiveId" clId="{46434A16-6657-C249-8D16-DE1750720466}" dt="2020-10-01T15:11:42.490" v="873"/>
          <ac:grpSpMkLst>
            <pc:docMk/>
            <pc:sldMk cId="2431091979" sldId="302"/>
            <ac:grpSpMk id="10" creationId="{E141FFF6-C70B-9B40-A018-5200E13F72A8}"/>
          </ac:grpSpMkLst>
        </pc:grpChg>
        <pc:grpChg chg="add del">
          <ac:chgData name="Aggie Menezes" userId="74619c95fa3483c9" providerId="LiveId" clId="{46434A16-6657-C249-8D16-DE1750720466}" dt="2020-10-01T15:11:42.490" v="873"/>
          <ac:grpSpMkLst>
            <pc:docMk/>
            <pc:sldMk cId="2431091979" sldId="302"/>
            <ac:grpSpMk id="20" creationId="{BE985668-8287-314F-8966-973BF892D1D0}"/>
          </ac:grpSpMkLst>
        </pc:grpChg>
        <pc:grpChg chg="add">
          <ac:chgData name="Aggie Menezes" userId="74619c95fa3483c9" providerId="LiveId" clId="{46434A16-6657-C249-8D16-DE1750720466}" dt="2020-10-01T15:10:27.335" v="836"/>
          <ac:grpSpMkLst>
            <pc:docMk/>
            <pc:sldMk cId="2431091979" sldId="302"/>
            <ac:grpSpMk id="25" creationId="{A1EB1D9D-11BE-554A-97F9-397AC16E179C}"/>
          </ac:grpSpMkLst>
        </pc:grpChg>
        <pc:grpChg chg="add">
          <ac:chgData name="Aggie Menezes" userId="74619c95fa3483c9" providerId="LiveId" clId="{46434A16-6657-C249-8D16-DE1750720466}" dt="2020-10-01T15:10:27.335" v="836"/>
          <ac:grpSpMkLst>
            <pc:docMk/>
            <pc:sldMk cId="2431091979" sldId="302"/>
            <ac:grpSpMk id="26" creationId="{3CF80EF8-0B69-C547-8950-675AAC0B6591}"/>
          </ac:grpSpMkLst>
        </pc:grpChg>
        <pc:grpChg chg="add del">
          <ac:chgData name="Aggie Menezes" userId="74619c95fa3483c9" providerId="LiveId" clId="{46434A16-6657-C249-8D16-DE1750720466}" dt="2020-10-01T15:10:36.465" v="846"/>
          <ac:grpSpMkLst>
            <pc:docMk/>
            <pc:sldMk cId="2431091979" sldId="302"/>
            <ac:grpSpMk id="34" creationId="{D51A13CF-7D7B-A449-85DF-284890B4A3C1}"/>
          </ac:grpSpMkLst>
        </pc:grpChg>
        <pc:grpChg chg="add del">
          <ac:chgData name="Aggie Menezes" userId="74619c95fa3483c9" providerId="LiveId" clId="{46434A16-6657-C249-8D16-DE1750720466}" dt="2020-10-01T15:11:42.490" v="873"/>
          <ac:grpSpMkLst>
            <pc:docMk/>
            <pc:sldMk cId="2431091979" sldId="302"/>
            <ac:grpSpMk id="36" creationId="{51351E00-AACA-4A4E-8B67-56E4B2A5DD67}"/>
          </ac:grpSpMkLst>
        </pc:grpChg>
        <pc:grpChg chg="add del">
          <ac:chgData name="Aggie Menezes" userId="74619c95fa3483c9" providerId="LiveId" clId="{46434A16-6657-C249-8D16-DE1750720466}" dt="2020-10-01T15:10:43.763" v="856"/>
          <ac:grpSpMkLst>
            <pc:docMk/>
            <pc:sldMk cId="2431091979" sldId="302"/>
            <ac:grpSpMk id="43" creationId="{872B62DC-8651-6543-ABAA-1BAA130FCA42}"/>
          </ac:grpSpMkLst>
        </pc:grpChg>
        <pc:grpChg chg="add del">
          <ac:chgData name="Aggie Menezes" userId="74619c95fa3483c9" providerId="LiveId" clId="{46434A16-6657-C249-8D16-DE1750720466}" dt="2020-10-01T15:11:42.490" v="873"/>
          <ac:grpSpMkLst>
            <pc:docMk/>
            <pc:sldMk cId="2431091979" sldId="302"/>
            <ac:grpSpMk id="46" creationId="{A4900B0B-0ADB-9A42-B6DC-5BC72E226B46}"/>
          </ac:grpSpMkLst>
        </pc:grpChg>
        <pc:grpChg chg="add del">
          <ac:chgData name="Aggie Menezes" userId="74619c95fa3483c9" providerId="LiveId" clId="{46434A16-6657-C249-8D16-DE1750720466}" dt="2020-10-01T15:11:42.490" v="873"/>
          <ac:grpSpMkLst>
            <pc:docMk/>
            <pc:sldMk cId="2431091979" sldId="302"/>
            <ac:grpSpMk id="61" creationId="{02DD1906-BA7E-F24B-94F4-35386F04947A}"/>
          </ac:grpSpMkLst>
        </pc:grpChg>
        <pc:grpChg chg="add del">
          <ac:chgData name="Aggie Menezes" userId="74619c95fa3483c9" providerId="LiveId" clId="{46434A16-6657-C249-8D16-DE1750720466}" dt="2020-10-01T15:11:42.490" v="873"/>
          <ac:grpSpMkLst>
            <pc:docMk/>
            <pc:sldMk cId="2431091979" sldId="302"/>
            <ac:grpSpMk id="62" creationId="{07717329-637E-2C43-A147-EF6413877E89}"/>
          </ac:grpSpMkLst>
        </pc:grpChg>
        <pc:grpChg chg="add del">
          <ac:chgData name="Aggie Menezes" userId="74619c95fa3483c9" providerId="LiveId" clId="{46434A16-6657-C249-8D16-DE1750720466}" dt="2020-10-01T15:11:42.490" v="873"/>
          <ac:grpSpMkLst>
            <pc:docMk/>
            <pc:sldMk cId="2431091979" sldId="302"/>
            <ac:grpSpMk id="63" creationId="{3C6F8C5C-B83E-B344-9067-3F973CCDA487}"/>
          </ac:grpSpMkLst>
        </pc:grpChg>
        <pc:grpChg chg="add del">
          <ac:chgData name="Aggie Menezes" userId="74619c95fa3483c9" providerId="LiveId" clId="{46434A16-6657-C249-8D16-DE1750720466}" dt="2020-10-01T15:11:45.841" v="875"/>
          <ac:grpSpMkLst>
            <pc:docMk/>
            <pc:sldMk cId="2431091979" sldId="302"/>
            <ac:grpSpMk id="65" creationId="{DAEE1869-6A52-7D44-B288-14202B45A75B}"/>
          </ac:grpSpMkLst>
        </pc:grpChg>
        <pc:grpChg chg="add">
          <ac:chgData name="Aggie Menezes" userId="74619c95fa3483c9" providerId="LiveId" clId="{46434A16-6657-C249-8D16-DE1750720466}" dt="2020-10-01T15:11:45.841" v="875"/>
          <ac:grpSpMkLst>
            <pc:docMk/>
            <pc:sldMk cId="2431091979" sldId="302"/>
            <ac:grpSpMk id="67" creationId="{2393CB76-CA0B-1B40-A1A0-CD30C157901E}"/>
          </ac:grpSpMkLst>
        </pc:grp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3" creationId="{F2CFA641-48DD-7E46-863B-672297CBA1E4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4" creationId="{75E3B7AC-FD83-344E-A564-EF953BBF8152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5" creationId="{8E78FA5D-60B7-9449-8D41-962C3E2AF5D0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6" creationId="{83E1650C-BB6A-4847-BFA3-95131F32C8E1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7" creationId="{1D6E423D-B346-3D4F-B77D-62B905B9EA78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8" creationId="{90AB98DF-C44C-0548-A274-70C91820DF9B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9" creationId="{A2A9E711-7823-1348-B74A-1314EAE34305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11" creationId="{980CC1D6-F7C8-8041-A93C-D02CC5918B32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12" creationId="{80E41DB0-0311-9744-B40B-3121E8C9E9D5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13" creationId="{46E33894-EAB8-6248-B6D0-7833CF84304F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14" creationId="{80D074BF-5913-3E4C-A51C-31D2DE0D067A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15" creationId="{CB7D7F43-FA69-5C48-93CB-D41589E7C8C7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16" creationId="{04BEFF54-8361-FC41-A500-C2569D5506AE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17" creationId="{619D2F2F-275C-8944-A4DE-5FF6E7A77464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18" creationId="{9C51DE77-07E5-6E4A-B83F-1AF07291B815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19" creationId="{7719B116-4963-184A-9940-3947CDB639A3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21" creationId="{A907F9BB-BF66-3041-9A5C-357D0F42DF32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22" creationId="{EB3EA87B-9A90-D24A-B35F-98B374EE3D79}"/>
          </ac:inkMkLst>
        </pc:inkChg>
        <pc:inkChg chg="add">
          <ac:chgData name="Aggie Menezes" userId="74619c95fa3483c9" providerId="LiveId" clId="{46434A16-6657-C249-8D16-DE1750720466}" dt="2020-10-01T15:10:26.039" v="834"/>
          <ac:inkMkLst>
            <pc:docMk/>
            <pc:sldMk cId="2431091979" sldId="302"/>
            <ac:inkMk id="23" creationId="{F08D39AF-CECB-6641-8B42-BC970DD002ED}"/>
          </ac:inkMkLst>
        </pc:inkChg>
        <pc:inkChg chg="add">
          <ac:chgData name="Aggie Menezes" userId="74619c95fa3483c9" providerId="LiveId" clId="{46434A16-6657-C249-8D16-DE1750720466}" dt="2020-10-01T15:10:26.563" v="835"/>
          <ac:inkMkLst>
            <pc:docMk/>
            <pc:sldMk cId="2431091979" sldId="302"/>
            <ac:inkMk id="24" creationId="{3229C7F8-7282-014D-BF8C-D1ECCEAF4D27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27" creationId="{8D88C3B5-8C05-5948-A858-367F9CC671C5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28" creationId="{AE077457-BD1C-C749-8BF7-C48D0C0AEB41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29" creationId="{C48E8786-6CC1-0A46-B011-4DE444BD555A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30" creationId="{FD5433F4-E53E-DF4B-8DE4-06E1192BF4D1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31" creationId="{DFF439A0-0B40-D641-BC63-19A1CB461180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32" creationId="{92807227-EA89-A34D-8F39-CBFE95EBD28D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33" creationId="{E036BF8E-FDCC-A949-905D-90C0368FF089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35" creationId="{712E3E36-3533-B84B-91B4-0D918F288268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37" creationId="{B1B45F8E-12D0-0846-9CFE-05EFD2CFE111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38" creationId="{9EF76D98-5A3E-544C-A940-599288B8CBBC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39" creationId="{CC8D5FBF-FBBF-E74B-AE89-772236855AFC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40" creationId="{04A45974-BB64-1B4C-9557-504B974F166A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41" creationId="{F29C96C3-1F39-1B44-8F5D-3D8BD5CC4BEE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42" creationId="{AA4D2A1A-1E44-524F-9C25-C0109FACCF7E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44" creationId="{AB85BF7D-E415-834A-B8EE-00900D4C54D9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45" creationId="{8B72E5FA-2219-2E43-A44F-F132B3488DF8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47" creationId="{6B6748FC-8835-E74F-8E05-E6A45255B95C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48" creationId="{5C28C9CD-7878-7A40-9C9A-E66D67D25D0E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49" creationId="{8318659C-B1D0-C449-91AA-EEFEA0FCBA9E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50" creationId="{F04690F2-55B1-794C-984E-244692C5FFDB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51" creationId="{74A987BA-6399-6F43-B1F8-F82DA077D866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52" creationId="{5B424612-8FBD-D44C-A548-BF4D2BC6DAF5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53" creationId="{C98F0784-AC9E-5C43-9B2E-FB8A87F60DA1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54" creationId="{6F79B745-1322-4B40-8419-28D7207D420E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55" creationId="{7F0AFA2E-1286-AD4C-9FEE-30D7D21CEEA2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56" creationId="{AE26EBCB-E156-7C4D-8AE2-BD37E9644A09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57" creationId="{281F5A98-68EA-8B48-A6F5-84D11BC693C3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58" creationId="{A2AE81A0-B17E-2D40-B8F3-C4DC3D8E04F0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59" creationId="{CF6B59BC-6EA6-9342-A716-5BF82A5778F8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60" creationId="{DD5CB305-BE20-294C-933D-783696F2C519}"/>
          </ac:inkMkLst>
        </pc:inkChg>
        <pc:inkChg chg="add topLvl">
          <ac:chgData name="Aggie Menezes" userId="74619c95fa3483c9" providerId="LiveId" clId="{46434A16-6657-C249-8D16-DE1750720466}" dt="2020-10-01T15:11:45.841" v="875"/>
          <ac:inkMkLst>
            <pc:docMk/>
            <pc:sldMk cId="2431091979" sldId="302"/>
            <ac:inkMk id="64" creationId="{97DF0C4A-C93A-4446-AD29-8E7BD654295E}"/>
          </ac:inkMkLst>
        </pc:inkChg>
        <pc:inkChg chg="add">
          <ac:chgData name="Aggie Menezes" userId="74619c95fa3483c9" providerId="LiveId" clId="{46434A16-6657-C249-8D16-DE1750720466}" dt="2020-10-01T15:11:45.242" v="874"/>
          <ac:inkMkLst>
            <pc:docMk/>
            <pc:sldMk cId="2431091979" sldId="302"/>
            <ac:inkMk id="66" creationId="{AB50639F-7215-E54E-8FF0-0B90F5F495AC}"/>
          </ac:inkMkLst>
        </pc:inkChg>
      </pc:sldChg>
      <pc:sldChg chg="addSp delSp new">
        <pc:chgData name="Aggie Menezes" userId="74619c95fa3483c9" providerId="LiveId" clId="{46434A16-6657-C249-8D16-DE1750720466}" dt="2020-10-01T15:59:17.167" v="1381"/>
        <pc:sldMkLst>
          <pc:docMk/>
          <pc:sldMk cId="3495998617" sldId="303"/>
        </pc:sldMkLst>
        <pc:grpChg chg="add">
          <ac:chgData name="Aggie Menezes" userId="74619c95fa3483c9" providerId="LiveId" clId="{46434A16-6657-C249-8D16-DE1750720466}" dt="2020-10-01T15:58:27.798" v="1332"/>
          <ac:grpSpMkLst>
            <pc:docMk/>
            <pc:sldMk cId="3495998617" sldId="303"/>
            <ac:grpSpMk id="9" creationId="{62E4F84B-BB62-9F41-B18B-64CEE81CEE92}"/>
          </ac:grpSpMkLst>
        </pc:grpChg>
        <pc:grpChg chg="add del">
          <ac:chgData name="Aggie Menezes" userId="74619c95fa3483c9" providerId="LiveId" clId="{46434A16-6657-C249-8D16-DE1750720466}" dt="2020-10-01T15:58:46.826" v="1355"/>
          <ac:grpSpMkLst>
            <pc:docMk/>
            <pc:sldMk cId="3495998617" sldId="303"/>
            <ac:grpSpMk id="14" creationId="{C3A06965-2E7E-ED4B-99BC-2B36DC7F7138}"/>
          </ac:grpSpMkLst>
        </pc:grpChg>
        <pc:grpChg chg="add del">
          <ac:chgData name="Aggie Menezes" userId="74619c95fa3483c9" providerId="LiveId" clId="{46434A16-6657-C249-8D16-DE1750720466}" dt="2020-10-01T15:58:49.478" v="1360"/>
          <ac:grpSpMkLst>
            <pc:docMk/>
            <pc:sldMk cId="3495998617" sldId="303"/>
            <ac:grpSpMk id="32" creationId="{E5A7CE38-7145-9946-B227-BFD450DC6898}"/>
          </ac:grpSpMkLst>
        </pc:grpChg>
        <pc:grpChg chg="add del">
          <ac:chgData name="Aggie Menezes" userId="74619c95fa3483c9" providerId="LiveId" clId="{46434A16-6657-C249-8D16-DE1750720466}" dt="2020-10-01T15:58:49.478" v="1360"/>
          <ac:grpSpMkLst>
            <pc:docMk/>
            <pc:sldMk cId="3495998617" sldId="303"/>
            <ac:grpSpMk id="33" creationId="{9F11A90C-70F5-E34B-9A98-4D75A2563BF9}"/>
          </ac:grpSpMkLst>
        </pc:grpChg>
        <pc:grpChg chg="add del">
          <ac:chgData name="Aggie Menezes" userId="74619c95fa3483c9" providerId="LiveId" clId="{46434A16-6657-C249-8D16-DE1750720466}" dt="2020-10-01T15:58:54.214" v="1362"/>
          <ac:grpSpMkLst>
            <pc:docMk/>
            <pc:sldMk cId="3495998617" sldId="303"/>
            <ac:grpSpMk id="38" creationId="{73DF14EF-9185-E64B-A2BE-2557975A7853}"/>
          </ac:grpSpMkLst>
        </pc:grpChg>
        <pc:grpChg chg="add del">
          <ac:chgData name="Aggie Menezes" userId="74619c95fa3483c9" providerId="LiveId" clId="{46434A16-6657-C249-8D16-DE1750720466}" dt="2020-10-01T15:59:06.069" v="1365"/>
          <ac:grpSpMkLst>
            <pc:docMk/>
            <pc:sldMk cId="3495998617" sldId="303"/>
            <ac:grpSpMk id="40" creationId="{6A194C93-F91F-1C45-AAC6-C524C1551E2D}"/>
          </ac:grpSpMkLst>
        </pc:grpChg>
        <pc:grpChg chg="add del">
          <ac:chgData name="Aggie Menezes" userId="74619c95fa3483c9" providerId="LiveId" clId="{46434A16-6657-C249-8D16-DE1750720466}" dt="2020-10-01T15:59:11.806" v="1377"/>
          <ac:grpSpMkLst>
            <pc:docMk/>
            <pc:sldMk cId="3495998617" sldId="303"/>
            <ac:grpSpMk id="43" creationId="{489F9617-4AC2-EA47-A737-3CF05DC9C8C1}"/>
          </ac:grpSpMkLst>
        </pc:grpChg>
        <pc:grpChg chg="add del">
          <ac:chgData name="Aggie Menezes" userId="74619c95fa3483c9" providerId="LiveId" clId="{46434A16-6657-C249-8D16-DE1750720466}" dt="2020-10-01T15:59:14.273" v="1379"/>
          <ac:grpSpMkLst>
            <pc:docMk/>
            <pc:sldMk cId="3495998617" sldId="303"/>
            <ac:grpSpMk id="55" creationId="{3B4E35E1-C4B8-ED40-A895-848AA3E03AE0}"/>
          </ac:grpSpMkLst>
        </pc:grpChg>
        <pc:grpChg chg="add del">
          <ac:chgData name="Aggie Menezes" userId="74619c95fa3483c9" providerId="LiveId" clId="{46434A16-6657-C249-8D16-DE1750720466}" dt="2020-10-01T15:59:17.167" v="1381"/>
          <ac:grpSpMkLst>
            <pc:docMk/>
            <pc:sldMk cId="3495998617" sldId="303"/>
            <ac:grpSpMk id="57" creationId="{DAC7F631-E401-654E-BC2E-F7FC563F94FA}"/>
          </ac:grpSpMkLst>
        </pc:grpChg>
        <pc:grpChg chg="add">
          <ac:chgData name="Aggie Menezes" userId="74619c95fa3483c9" providerId="LiveId" clId="{46434A16-6657-C249-8D16-DE1750720466}" dt="2020-10-01T15:59:17.167" v="1381"/>
          <ac:grpSpMkLst>
            <pc:docMk/>
            <pc:sldMk cId="3495998617" sldId="303"/>
            <ac:grpSpMk id="59" creationId="{6D63D7F7-BBAF-DB47-AF06-93F9615E3705}"/>
          </ac:grpSpMkLst>
        </pc:grpChg>
        <pc:inkChg chg="add">
          <ac:chgData name="Aggie Menezes" userId="74619c95fa3483c9" providerId="LiveId" clId="{46434A16-6657-C249-8D16-DE1750720466}" dt="2020-10-01T15:58:23.550" v="1326"/>
          <ac:inkMkLst>
            <pc:docMk/>
            <pc:sldMk cId="3495998617" sldId="303"/>
            <ac:inkMk id="3" creationId="{F9EA396D-51D5-134E-9088-572F1D0A135E}"/>
          </ac:inkMkLst>
        </pc:inkChg>
        <pc:inkChg chg="add">
          <ac:chgData name="Aggie Menezes" userId="74619c95fa3483c9" providerId="LiveId" clId="{46434A16-6657-C249-8D16-DE1750720466}" dt="2020-10-01T15:58:24.567" v="1327"/>
          <ac:inkMkLst>
            <pc:docMk/>
            <pc:sldMk cId="3495998617" sldId="303"/>
            <ac:inkMk id="4" creationId="{FF667CED-AFD7-1442-8778-98F4E1C75053}"/>
          </ac:inkMkLst>
        </pc:inkChg>
        <pc:inkChg chg="add">
          <ac:chgData name="Aggie Menezes" userId="74619c95fa3483c9" providerId="LiveId" clId="{46434A16-6657-C249-8D16-DE1750720466}" dt="2020-10-01T15:58:25.309" v="1328"/>
          <ac:inkMkLst>
            <pc:docMk/>
            <pc:sldMk cId="3495998617" sldId="303"/>
            <ac:inkMk id="5" creationId="{A3C0BF80-F152-8548-ABC8-109F0E06F9B0}"/>
          </ac:inkMkLst>
        </pc:inkChg>
        <pc:inkChg chg="add">
          <ac:chgData name="Aggie Menezes" userId="74619c95fa3483c9" providerId="LiveId" clId="{46434A16-6657-C249-8D16-DE1750720466}" dt="2020-10-01T15:58:26.005" v="1329"/>
          <ac:inkMkLst>
            <pc:docMk/>
            <pc:sldMk cId="3495998617" sldId="303"/>
            <ac:inkMk id="6" creationId="{948B8F1B-7A27-0F4B-9998-6065BD39AA48}"/>
          </ac:inkMkLst>
        </pc:inkChg>
        <pc:inkChg chg="add">
          <ac:chgData name="Aggie Menezes" userId="74619c95fa3483c9" providerId="LiveId" clId="{46434A16-6657-C249-8D16-DE1750720466}" dt="2020-10-01T15:58:26.771" v="1330"/>
          <ac:inkMkLst>
            <pc:docMk/>
            <pc:sldMk cId="3495998617" sldId="303"/>
            <ac:inkMk id="7" creationId="{469D5F91-C813-FD4D-A402-630FBB4836E4}"/>
          </ac:inkMkLst>
        </pc:inkChg>
        <pc:inkChg chg="add">
          <ac:chgData name="Aggie Menezes" userId="74619c95fa3483c9" providerId="LiveId" clId="{46434A16-6657-C249-8D16-DE1750720466}" dt="2020-10-01T15:58:27.071" v="1331"/>
          <ac:inkMkLst>
            <pc:docMk/>
            <pc:sldMk cId="3495998617" sldId="303"/>
            <ac:inkMk id="8" creationId="{E624EDE5-CC84-BA41-A7F2-880A4FD7597A}"/>
          </ac:inkMkLst>
        </pc:inkChg>
        <pc:inkChg chg="add">
          <ac:chgData name="Aggie Menezes" userId="74619c95fa3483c9" providerId="LiveId" clId="{46434A16-6657-C249-8D16-DE1750720466}" dt="2020-10-01T15:58:32.168" v="1333"/>
          <ac:inkMkLst>
            <pc:docMk/>
            <pc:sldMk cId="3495998617" sldId="303"/>
            <ac:inkMk id="10" creationId="{FF23DB05-6764-A047-8888-C8B291B19683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11" creationId="{F8F83C53-DDF3-1B47-A6A2-BAB1FFC2E32B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12" creationId="{52EEAD48-4313-4A41-A52B-A9D1D0920111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13" creationId="{4D97BC42-8E9D-414A-8FD4-347F5FFBA1D4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15" creationId="{E9A37A2D-9714-9D47-9C02-4A7CDF1C9C02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16" creationId="{A760A0CE-89E4-5348-9E9B-9A0CBD62EE14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17" creationId="{E4753393-61E1-EB4F-A3FB-AC527AB7E2C6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18" creationId="{83DD4403-79C5-764D-95DA-B48925257C39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19" creationId="{8CB79BAC-AB1D-A548-9EFC-5288F3277409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20" creationId="{61287B43-CEE3-E342-B22B-3C64A57E1CC8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21" creationId="{DF187057-816E-694C-BC7B-682B7B37E25E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22" creationId="{8DB76767-26AB-E64D-B319-D1B3112889E5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23" creationId="{AE7113B1-AC6A-204F-B1A7-57F315F2BDC4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24" creationId="{23C49FFF-7F42-1D49-81B1-273B0141D1E2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25" creationId="{F91CA17B-B7E3-D047-9FF0-ABEC6F5CFA79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26" creationId="{937FA028-E8EA-8043-B59E-E3EDA238F61B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27" creationId="{99C824FD-A3FB-5E47-8C53-6BDF5C12859E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28" creationId="{2DC76226-F95C-FF40-9E90-05CE7AC935E2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29" creationId="{F2A8B932-7606-EB47-A918-B3EF2EBF6EA7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30" creationId="{819A0C6F-BDB4-854F-9BFB-643516C56BEE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31" creationId="{AFBA07D1-24FF-3649-A59A-5053AC24106A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34" creationId="{58B576BC-071D-A24C-A1D6-7573D223E5E3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35" creationId="{4CC6DFE3-E5D3-864E-A335-4AA9003F3A99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36" creationId="{E0DD68D4-82F5-7841-B996-8320E3C7984B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37" creationId="{21BD27E4-4039-BC47-9086-D8FB0F382C6D}"/>
          </ac:inkMkLst>
        </pc:inkChg>
        <pc:inkChg chg="add topLvl">
          <ac:chgData name="Aggie Menezes" userId="74619c95fa3483c9" providerId="LiveId" clId="{46434A16-6657-C249-8D16-DE1750720466}" dt="2020-10-01T15:59:06.069" v="1365"/>
          <ac:inkMkLst>
            <pc:docMk/>
            <pc:sldMk cId="3495998617" sldId="303"/>
            <ac:inkMk id="39" creationId="{FF1F3832-836E-CD4A-9E6A-DF5710CE73A4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41" creationId="{5006603F-0C45-2B46-BB85-AEEBEC492B35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42" creationId="{E636467B-A8D2-4844-BF89-749A530CC61F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44" creationId="{A0034242-ECB4-0744-A575-E41B9C3ED5A8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45" creationId="{3E241C45-3FCD-C94A-8C3E-2102F5A0BA34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46" creationId="{C79E60F5-DCF2-F747-8ED6-743B52039BAD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47" creationId="{1DF17519-DF7D-B34B-BF37-B78E57310B1D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48" creationId="{13A6A22E-46D8-D849-BA22-CE5119609EE5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49" creationId="{E15531D9-D862-724F-8EE2-7AE8DC6BE3E7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50" creationId="{C3E95960-8AFA-244F-8DA3-EDC045407FC6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51" creationId="{B57432C2-C0CF-C64B-AF32-97DF0567E83F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52" creationId="{B84F9744-FFA7-264F-8108-380E8FAFF4EF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53" creationId="{B88B12F5-89F4-4043-AB56-49DCD705F5A0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54" creationId="{7BF11A00-D525-7F48-8F2F-33BC8CEE294F}"/>
          </ac:inkMkLst>
        </pc:inkChg>
        <pc:inkChg chg="add topLvl">
          <ac:chgData name="Aggie Menezes" userId="74619c95fa3483c9" providerId="LiveId" clId="{46434A16-6657-C249-8D16-DE1750720466}" dt="2020-10-01T15:59:17.167" v="1381"/>
          <ac:inkMkLst>
            <pc:docMk/>
            <pc:sldMk cId="3495998617" sldId="303"/>
            <ac:inkMk id="56" creationId="{D8538B40-FBF1-3643-B965-2E382458A8E1}"/>
          </ac:inkMkLst>
        </pc:inkChg>
        <pc:inkChg chg="add">
          <ac:chgData name="Aggie Menezes" userId="74619c95fa3483c9" providerId="LiveId" clId="{46434A16-6657-C249-8D16-DE1750720466}" dt="2020-10-01T15:59:16.607" v="1380"/>
          <ac:inkMkLst>
            <pc:docMk/>
            <pc:sldMk cId="3495998617" sldId="303"/>
            <ac:inkMk id="58" creationId="{F78C7067-15E7-F24B-B2C5-B6804720E694}"/>
          </ac:inkMkLst>
        </pc:inkChg>
      </pc:sldChg>
    </pc:docChg>
  </pc:docChgLst>
  <pc:docChgLst>
    <pc:chgData name="Aggie Menezes" userId="74619c95fa3483c9" providerId="LiveId" clId="{2F8F0ABE-974F-7044-8AC2-279362EC3803}"/>
    <pc:docChg chg="undo custSel addSld delSld modSld sldOrd">
      <pc:chgData name="Aggie Menezes" userId="74619c95fa3483c9" providerId="LiveId" clId="{2F8F0ABE-974F-7044-8AC2-279362EC3803}" dt="2021-01-29T08:50:43.435" v="295" actId="14100"/>
      <pc:docMkLst>
        <pc:docMk/>
      </pc:docMkLst>
      <pc:sldChg chg="delSp mod">
        <pc:chgData name="Aggie Menezes" userId="74619c95fa3483c9" providerId="LiveId" clId="{2F8F0ABE-974F-7044-8AC2-279362EC3803}" dt="2021-01-29T08:17:23.319" v="11" actId="478"/>
        <pc:sldMkLst>
          <pc:docMk/>
          <pc:sldMk cId="0" sldId="257"/>
        </pc:sldMkLst>
        <pc:spChg chg="del">
          <ac:chgData name="Aggie Menezes" userId="74619c95fa3483c9" providerId="LiveId" clId="{2F8F0ABE-974F-7044-8AC2-279362EC3803}" dt="2021-01-29T08:17:09.857" v="6" actId="478"/>
          <ac:spMkLst>
            <pc:docMk/>
            <pc:sldMk cId="0" sldId="257"/>
            <ac:spMk id="2" creationId="{FF67A7DB-053C-BB43-B7DE-D3A61C3B9D36}"/>
          </ac:spMkLst>
        </pc:spChg>
        <pc:grpChg chg="del">
          <ac:chgData name="Aggie Menezes" userId="74619c95fa3483c9" providerId="LiveId" clId="{2F8F0ABE-974F-7044-8AC2-279362EC3803}" dt="2021-01-29T08:17:21.567" v="10" actId="478"/>
          <ac:grpSpMkLst>
            <pc:docMk/>
            <pc:sldMk cId="0" sldId="257"/>
            <ac:grpSpMk id="16" creationId="{C25D41EE-45F2-114E-89B6-7FBA558C4D05}"/>
          </ac:grpSpMkLst>
        </pc:grpChg>
        <pc:grpChg chg="del">
          <ac:chgData name="Aggie Menezes" userId="74619c95fa3483c9" providerId="LiveId" clId="{2F8F0ABE-974F-7044-8AC2-279362EC3803}" dt="2021-01-29T08:17:23.319" v="11" actId="478"/>
          <ac:grpSpMkLst>
            <pc:docMk/>
            <pc:sldMk cId="0" sldId="257"/>
            <ac:grpSpMk id="30" creationId="{24105E4F-383A-6340-A628-A640093701E3}"/>
          </ac:grpSpMkLst>
        </pc:grpChg>
        <pc:grpChg chg="del">
          <ac:chgData name="Aggie Menezes" userId="74619c95fa3483c9" providerId="LiveId" clId="{2F8F0ABE-974F-7044-8AC2-279362EC3803}" dt="2021-01-29T08:17:09.857" v="6" actId="478"/>
          <ac:grpSpMkLst>
            <pc:docMk/>
            <pc:sldMk cId="0" sldId="257"/>
            <ac:grpSpMk id="46" creationId="{26A63E3A-F54B-8647-BDD3-41B9F6195941}"/>
          </ac:grpSpMkLst>
        </pc:grpChg>
        <pc:grpChg chg="del">
          <ac:chgData name="Aggie Menezes" userId="74619c95fa3483c9" providerId="LiveId" clId="{2F8F0ABE-974F-7044-8AC2-279362EC3803}" dt="2021-01-29T08:17:12.389" v="7" actId="478"/>
          <ac:grpSpMkLst>
            <pc:docMk/>
            <pc:sldMk cId="0" sldId="257"/>
            <ac:grpSpMk id="47" creationId="{66C79E0A-3663-2C43-BF1D-70B1BBA16E7B}"/>
          </ac:grpSpMkLst>
        </pc:grpChg>
        <pc:grpChg chg="del">
          <ac:chgData name="Aggie Menezes" userId="74619c95fa3483c9" providerId="LiveId" clId="{2F8F0ABE-974F-7044-8AC2-279362EC3803}" dt="2021-01-29T08:17:09.857" v="6" actId="478"/>
          <ac:grpSpMkLst>
            <pc:docMk/>
            <pc:sldMk cId="0" sldId="257"/>
            <ac:grpSpMk id="50" creationId="{E4036A6D-6CCC-A84D-9558-8CB9AC8C576E}"/>
          </ac:grpSpMkLst>
        </pc:grpChg>
        <pc:grpChg chg="del">
          <ac:chgData name="Aggie Menezes" userId="74619c95fa3483c9" providerId="LiveId" clId="{2F8F0ABE-974F-7044-8AC2-279362EC3803}" dt="2021-01-29T08:17:09.857" v="6" actId="478"/>
          <ac:grpSpMkLst>
            <pc:docMk/>
            <pc:sldMk cId="0" sldId="257"/>
            <ac:grpSpMk id="56" creationId="{6FF9EB55-6D82-7F4D-8D0A-F0FB53949C32}"/>
          </ac:grpSpMkLst>
        </pc:grpChg>
        <pc:grpChg chg="del">
          <ac:chgData name="Aggie Menezes" userId="74619c95fa3483c9" providerId="LiveId" clId="{2F8F0ABE-974F-7044-8AC2-279362EC3803}" dt="2021-01-29T08:17:09.857" v="6" actId="478"/>
          <ac:grpSpMkLst>
            <pc:docMk/>
            <pc:sldMk cId="0" sldId="257"/>
            <ac:grpSpMk id="57" creationId="{821DEFD8-22D3-9149-B9DD-34FD00A44D7E}"/>
          </ac:grpSpMkLst>
        </pc:grpChg>
        <pc:grpChg chg="del">
          <ac:chgData name="Aggie Menezes" userId="74619c95fa3483c9" providerId="LiveId" clId="{2F8F0ABE-974F-7044-8AC2-279362EC3803}" dt="2021-01-29T08:17:14.376" v="8" actId="478"/>
          <ac:grpSpMkLst>
            <pc:docMk/>
            <pc:sldMk cId="0" sldId="257"/>
            <ac:grpSpMk id="65" creationId="{ED631D1A-A237-984B-BFA2-77797C0E1D8C}"/>
          </ac:grpSpMkLst>
        </pc:grpChg>
        <pc:inkChg chg="del">
          <ac:chgData name="Aggie Menezes" userId="74619c95fa3483c9" providerId="LiveId" clId="{2F8F0ABE-974F-7044-8AC2-279362EC3803}" dt="2021-01-29T08:17:18.926" v="9" actId="478"/>
          <ac:inkMkLst>
            <pc:docMk/>
            <pc:sldMk cId="0" sldId="257"/>
            <ac:inkMk id="31" creationId="{107C4D65-EAEF-5549-A8D1-2E2755BC631E}"/>
          </ac:inkMkLst>
        </pc:inkChg>
      </pc:sldChg>
      <pc:sldChg chg="delSp mod">
        <pc:chgData name="Aggie Menezes" userId="74619c95fa3483c9" providerId="LiveId" clId="{2F8F0ABE-974F-7044-8AC2-279362EC3803}" dt="2021-01-29T08:18:44.738" v="37" actId="478"/>
        <pc:sldMkLst>
          <pc:docMk/>
          <pc:sldMk cId="0" sldId="263"/>
        </pc:sldMkLst>
        <pc:grpChg chg="del">
          <ac:chgData name="Aggie Menezes" userId="74619c95fa3483c9" providerId="LiveId" clId="{2F8F0ABE-974F-7044-8AC2-279362EC3803}" dt="2021-01-29T08:18:34.222" v="32" actId="478"/>
          <ac:grpSpMkLst>
            <pc:docMk/>
            <pc:sldMk cId="0" sldId="263"/>
            <ac:grpSpMk id="18" creationId="{FB5CC2B4-8E14-5F48-B6C0-52F545EB26D8}"/>
          </ac:grpSpMkLst>
        </pc:grpChg>
        <pc:grpChg chg="del">
          <ac:chgData name="Aggie Menezes" userId="74619c95fa3483c9" providerId="LiveId" clId="{2F8F0ABE-974F-7044-8AC2-279362EC3803}" dt="2021-01-29T08:18:38.315" v="34" actId="478"/>
          <ac:grpSpMkLst>
            <pc:docMk/>
            <pc:sldMk cId="0" sldId="263"/>
            <ac:grpSpMk id="43" creationId="{8C7F580E-69EA-8645-9CB0-AE7D359650A2}"/>
          </ac:grpSpMkLst>
        </pc:grpChg>
        <pc:grpChg chg="del">
          <ac:chgData name="Aggie Menezes" userId="74619c95fa3483c9" providerId="LiveId" clId="{2F8F0ABE-974F-7044-8AC2-279362EC3803}" dt="2021-01-29T08:18:36.043" v="33" actId="478"/>
          <ac:grpSpMkLst>
            <pc:docMk/>
            <pc:sldMk cId="0" sldId="263"/>
            <ac:grpSpMk id="52" creationId="{FC3F8287-36EA-744C-B1F4-EF56E7F4F0A4}"/>
          </ac:grpSpMkLst>
        </pc:grpChg>
        <pc:grpChg chg="del">
          <ac:chgData name="Aggie Menezes" userId="74619c95fa3483c9" providerId="LiveId" clId="{2F8F0ABE-974F-7044-8AC2-279362EC3803}" dt="2021-01-29T08:18:40.733" v="35" actId="478"/>
          <ac:grpSpMkLst>
            <pc:docMk/>
            <pc:sldMk cId="0" sldId="263"/>
            <ac:grpSpMk id="67" creationId="{3E40859C-4831-2244-A5FB-EF2C0DBBFCBA}"/>
          </ac:grpSpMkLst>
        </pc:grpChg>
        <pc:grpChg chg="del">
          <ac:chgData name="Aggie Menezes" userId="74619c95fa3483c9" providerId="LiveId" clId="{2F8F0ABE-974F-7044-8AC2-279362EC3803}" dt="2021-01-29T08:18:44.738" v="37" actId="478"/>
          <ac:grpSpMkLst>
            <pc:docMk/>
            <pc:sldMk cId="0" sldId="263"/>
            <ac:grpSpMk id="74" creationId="{10FF84B5-014F-EF42-B586-A3B4FE132C2F}"/>
          </ac:grpSpMkLst>
        </pc:grpChg>
        <pc:inkChg chg="del">
          <ac:chgData name="Aggie Menezes" userId="74619c95fa3483c9" providerId="LiveId" clId="{2F8F0ABE-974F-7044-8AC2-279362EC3803}" dt="2021-01-29T08:18:42.789" v="36" actId="478"/>
          <ac:inkMkLst>
            <pc:docMk/>
            <pc:sldMk cId="0" sldId="263"/>
            <ac:inkMk id="66" creationId="{34440E20-AD5E-604C-923C-8CFD29F9F490}"/>
          </ac:inkMkLst>
        </pc:inkChg>
      </pc:sldChg>
      <pc:sldChg chg="delSp mod">
        <pc:chgData name="Aggie Menezes" userId="74619c95fa3483c9" providerId="LiveId" clId="{2F8F0ABE-974F-7044-8AC2-279362EC3803}" dt="2021-01-29T08:19:19.669" v="52" actId="478"/>
        <pc:sldMkLst>
          <pc:docMk/>
          <pc:sldMk cId="0" sldId="266"/>
        </pc:sldMkLst>
        <pc:grpChg chg="del">
          <ac:chgData name="Aggie Menezes" userId="74619c95fa3483c9" providerId="LiveId" clId="{2F8F0ABE-974F-7044-8AC2-279362EC3803}" dt="2021-01-29T08:19:19.669" v="52" actId="478"/>
          <ac:grpSpMkLst>
            <pc:docMk/>
            <pc:sldMk cId="0" sldId="266"/>
            <ac:grpSpMk id="7" creationId="{78BAAEBB-8321-4340-BBA5-F9CD8D1FA888}"/>
          </ac:grpSpMkLst>
        </pc:grpChg>
        <pc:grpChg chg="del">
          <ac:chgData name="Aggie Menezes" userId="74619c95fa3483c9" providerId="LiveId" clId="{2F8F0ABE-974F-7044-8AC2-279362EC3803}" dt="2021-01-29T08:18:56.951" v="41" actId="478"/>
          <ac:grpSpMkLst>
            <pc:docMk/>
            <pc:sldMk cId="0" sldId="266"/>
            <ac:grpSpMk id="15" creationId="{43E3331E-E46C-774A-9B05-9A94CDA0860E}"/>
          </ac:grpSpMkLst>
        </pc:grpChg>
        <pc:grpChg chg="del">
          <ac:chgData name="Aggie Menezes" userId="74619c95fa3483c9" providerId="LiveId" clId="{2F8F0ABE-974F-7044-8AC2-279362EC3803}" dt="2021-01-29T08:18:53.834" v="39" actId="478"/>
          <ac:grpSpMkLst>
            <pc:docMk/>
            <pc:sldMk cId="0" sldId="266"/>
            <ac:grpSpMk id="20" creationId="{23A33AD0-4F0E-D540-BC89-B033C2B1D310}"/>
          </ac:grpSpMkLst>
        </pc:grpChg>
        <pc:grpChg chg="del">
          <ac:chgData name="Aggie Menezes" userId="74619c95fa3483c9" providerId="LiveId" clId="{2F8F0ABE-974F-7044-8AC2-279362EC3803}" dt="2021-01-29T08:19:06.151" v="46" actId="478"/>
          <ac:grpSpMkLst>
            <pc:docMk/>
            <pc:sldMk cId="0" sldId="266"/>
            <ac:grpSpMk id="26" creationId="{59CD28F3-9BAB-E84D-8D6E-32DF99891F32}"/>
          </ac:grpSpMkLst>
        </pc:grpChg>
        <pc:grpChg chg="del">
          <ac:chgData name="Aggie Menezes" userId="74619c95fa3483c9" providerId="LiveId" clId="{2F8F0ABE-974F-7044-8AC2-279362EC3803}" dt="2021-01-29T08:19:07.852" v="47" actId="478"/>
          <ac:grpSpMkLst>
            <pc:docMk/>
            <pc:sldMk cId="0" sldId="266"/>
            <ac:grpSpMk id="31" creationId="{A4BCC761-FB0F-3745-8817-D1F73120299E}"/>
          </ac:grpSpMkLst>
        </pc:grpChg>
        <pc:grpChg chg="del">
          <ac:chgData name="Aggie Menezes" userId="74619c95fa3483c9" providerId="LiveId" clId="{2F8F0ABE-974F-7044-8AC2-279362EC3803}" dt="2021-01-29T08:19:11.681" v="49" actId="478"/>
          <ac:grpSpMkLst>
            <pc:docMk/>
            <pc:sldMk cId="0" sldId="266"/>
            <ac:grpSpMk id="35" creationId="{95918B22-1384-EA40-8491-ADA7A326DFC6}"/>
          </ac:grpSpMkLst>
        </pc:grpChg>
        <pc:grpChg chg="del">
          <ac:chgData name="Aggie Menezes" userId="74619c95fa3483c9" providerId="LiveId" clId="{2F8F0ABE-974F-7044-8AC2-279362EC3803}" dt="2021-01-29T08:19:09.722" v="48" actId="478"/>
          <ac:grpSpMkLst>
            <pc:docMk/>
            <pc:sldMk cId="0" sldId="266"/>
            <ac:grpSpMk id="40" creationId="{DA41E412-1537-334A-B1E3-A4BF4726BEDF}"/>
          </ac:grpSpMkLst>
        </pc:grpChg>
        <pc:grpChg chg="del">
          <ac:chgData name="Aggie Menezes" userId="74619c95fa3483c9" providerId="LiveId" clId="{2F8F0ABE-974F-7044-8AC2-279362EC3803}" dt="2021-01-29T08:19:03.761" v="45" actId="478"/>
          <ac:grpSpMkLst>
            <pc:docMk/>
            <pc:sldMk cId="0" sldId="266"/>
            <ac:grpSpMk id="43" creationId="{09239558-6938-034D-A09A-849F626EA776}"/>
          </ac:grpSpMkLst>
        </pc:grpChg>
        <pc:grpChg chg="del">
          <ac:chgData name="Aggie Menezes" userId="74619c95fa3483c9" providerId="LiveId" clId="{2F8F0ABE-974F-7044-8AC2-279362EC3803}" dt="2021-01-29T08:18:58.884" v="42" actId="478"/>
          <ac:grpSpMkLst>
            <pc:docMk/>
            <pc:sldMk cId="0" sldId="266"/>
            <ac:grpSpMk id="48" creationId="{7F5A4031-5C02-B64B-A8AB-03FB4EEEDF95}"/>
          </ac:grpSpMkLst>
        </pc:grpChg>
        <pc:inkChg chg="del">
          <ac:chgData name="Aggie Menezes" userId="74619c95fa3483c9" providerId="LiveId" clId="{2F8F0ABE-974F-7044-8AC2-279362EC3803}" dt="2021-01-29T08:19:17.253" v="51" actId="478"/>
          <ac:inkMkLst>
            <pc:docMk/>
            <pc:sldMk cId="0" sldId="266"/>
            <ac:inkMk id="4" creationId="{59E2884E-BD0A-704E-98D8-723EE76F08D4}"/>
          </ac:inkMkLst>
        </pc:inkChg>
        <pc:inkChg chg="del">
          <ac:chgData name="Aggie Menezes" userId="74619c95fa3483c9" providerId="LiveId" clId="{2F8F0ABE-974F-7044-8AC2-279362EC3803}" dt="2021-01-29T08:18:52.205" v="38" actId="478"/>
          <ac:inkMkLst>
            <pc:docMk/>
            <pc:sldMk cId="0" sldId="266"/>
            <ac:inkMk id="8" creationId="{BE9A86BF-8EDD-624B-845E-873D01CE041E}"/>
          </ac:inkMkLst>
        </pc:inkChg>
        <pc:inkChg chg="del">
          <ac:chgData name="Aggie Menezes" userId="74619c95fa3483c9" providerId="LiveId" clId="{2F8F0ABE-974F-7044-8AC2-279362EC3803}" dt="2021-01-29T08:19:02.052" v="44" actId="478"/>
          <ac:inkMkLst>
            <pc:docMk/>
            <pc:sldMk cId="0" sldId="266"/>
            <ac:inkMk id="16" creationId="{648B463B-628B-954C-8B0A-307F8E149AFC}"/>
          </ac:inkMkLst>
        </pc:inkChg>
        <pc:inkChg chg="del">
          <ac:chgData name="Aggie Menezes" userId="74619c95fa3483c9" providerId="LiveId" clId="{2F8F0ABE-974F-7044-8AC2-279362EC3803}" dt="2021-01-29T08:19:14.161" v="50" actId="478"/>
          <ac:inkMkLst>
            <pc:docMk/>
            <pc:sldMk cId="0" sldId="266"/>
            <ac:inkMk id="44" creationId="{CF02BEB9-DA18-E544-85A1-403ECC00BF90}"/>
          </ac:inkMkLst>
        </pc:inkChg>
        <pc:inkChg chg="del">
          <ac:chgData name="Aggie Menezes" userId="74619c95fa3483c9" providerId="LiveId" clId="{2F8F0ABE-974F-7044-8AC2-279362EC3803}" dt="2021-01-29T08:18:55.449" v="40" actId="478"/>
          <ac:inkMkLst>
            <pc:docMk/>
            <pc:sldMk cId="0" sldId="266"/>
            <ac:inkMk id="49" creationId="{94371C65-1E69-8940-AB7F-B35DCEA23DB5}"/>
          </ac:inkMkLst>
        </pc:inkChg>
        <pc:inkChg chg="del">
          <ac:chgData name="Aggie Menezes" userId="74619c95fa3483c9" providerId="LiveId" clId="{2F8F0ABE-974F-7044-8AC2-279362EC3803}" dt="2021-01-29T08:19:00.404" v="43" actId="478"/>
          <ac:inkMkLst>
            <pc:docMk/>
            <pc:sldMk cId="0" sldId="266"/>
            <ac:inkMk id="50" creationId="{D3F74862-872D-964E-A9C3-FB91A3898A73}"/>
          </ac:inkMkLst>
        </pc:inkChg>
      </pc:sldChg>
      <pc:sldChg chg="delSp mod">
        <pc:chgData name="Aggie Menezes" userId="74619c95fa3483c9" providerId="LiveId" clId="{2F8F0ABE-974F-7044-8AC2-279362EC3803}" dt="2021-01-29T08:17:04.041" v="5" actId="478"/>
        <pc:sldMkLst>
          <pc:docMk/>
          <pc:sldMk cId="534826096" sldId="282"/>
        </pc:sldMkLst>
        <pc:grpChg chg="del">
          <ac:chgData name="Aggie Menezes" userId="74619c95fa3483c9" providerId="LiveId" clId="{2F8F0ABE-974F-7044-8AC2-279362EC3803}" dt="2021-01-29T08:16:54.635" v="0" actId="478"/>
          <ac:grpSpMkLst>
            <pc:docMk/>
            <pc:sldMk cId="534826096" sldId="282"/>
            <ac:grpSpMk id="36" creationId="{C29168FB-8073-D545-9AEB-60F94815458B}"/>
          </ac:grpSpMkLst>
        </pc:grpChg>
        <pc:grpChg chg="del">
          <ac:chgData name="Aggie Menezes" userId="74619c95fa3483c9" providerId="LiveId" clId="{2F8F0ABE-974F-7044-8AC2-279362EC3803}" dt="2021-01-29T08:16:56.923" v="1" actId="478"/>
          <ac:grpSpMkLst>
            <pc:docMk/>
            <pc:sldMk cId="534826096" sldId="282"/>
            <ac:grpSpMk id="45" creationId="{3E46E8D4-CA80-9B48-8798-813C22A99DED}"/>
          </ac:grpSpMkLst>
        </pc:grpChg>
        <pc:grpChg chg="del">
          <ac:chgData name="Aggie Menezes" userId="74619c95fa3483c9" providerId="LiveId" clId="{2F8F0ABE-974F-7044-8AC2-279362EC3803}" dt="2021-01-29T08:16:58.940" v="2" actId="478"/>
          <ac:grpSpMkLst>
            <pc:docMk/>
            <pc:sldMk cId="534826096" sldId="282"/>
            <ac:grpSpMk id="50" creationId="{4DBBACF0-F51B-4B4D-A2E5-3507D40BC684}"/>
          </ac:grpSpMkLst>
        </pc:grpChg>
        <pc:grpChg chg="del">
          <ac:chgData name="Aggie Menezes" userId="74619c95fa3483c9" providerId="LiveId" clId="{2F8F0ABE-974F-7044-8AC2-279362EC3803}" dt="2021-01-29T08:17:00.453" v="3" actId="478"/>
          <ac:grpSpMkLst>
            <pc:docMk/>
            <pc:sldMk cId="534826096" sldId="282"/>
            <ac:grpSpMk id="52" creationId="{4D8A537B-491E-3B45-9027-44B6704EE680}"/>
          </ac:grpSpMkLst>
        </pc:grpChg>
        <pc:grpChg chg="del">
          <ac:chgData name="Aggie Menezes" userId="74619c95fa3483c9" providerId="LiveId" clId="{2F8F0ABE-974F-7044-8AC2-279362EC3803}" dt="2021-01-29T08:17:04.041" v="5" actId="478"/>
          <ac:grpSpMkLst>
            <pc:docMk/>
            <pc:sldMk cId="534826096" sldId="282"/>
            <ac:grpSpMk id="56" creationId="{BB8CDA06-3180-6E43-8548-EC13652D25F9}"/>
          </ac:grpSpMkLst>
        </pc:grpChg>
        <pc:inkChg chg="del">
          <ac:chgData name="Aggie Menezes" userId="74619c95fa3483c9" providerId="LiveId" clId="{2F8F0ABE-974F-7044-8AC2-279362EC3803}" dt="2021-01-29T08:17:02.340" v="4" actId="478"/>
          <ac:inkMkLst>
            <pc:docMk/>
            <pc:sldMk cId="534826096" sldId="282"/>
            <ac:inkMk id="53" creationId="{7AB18B0E-8118-D645-A0C4-6A6BB10F3FD3}"/>
          </ac:inkMkLst>
        </pc:inkChg>
      </pc:sldChg>
      <pc:sldChg chg="delSp modSp mod">
        <pc:chgData name="Aggie Menezes" userId="74619c95fa3483c9" providerId="LiveId" clId="{2F8F0ABE-974F-7044-8AC2-279362EC3803}" dt="2021-01-29T08:19:53.370" v="66" actId="478"/>
        <pc:sldMkLst>
          <pc:docMk/>
          <pc:sldMk cId="6076760" sldId="293"/>
        </pc:sldMkLst>
        <pc:grpChg chg="del">
          <ac:chgData name="Aggie Menezes" userId="74619c95fa3483c9" providerId="LiveId" clId="{2F8F0ABE-974F-7044-8AC2-279362EC3803}" dt="2021-01-29T08:19:47.110" v="64" actId="478"/>
          <ac:grpSpMkLst>
            <pc:docMk/>
            <pc:sldMk cId="6076760" sldId="293"/>
            <ac:grpSpMk id="12" creationId="{D999542F-D22C-F845-980C-324CAE44356E}"/>
          </ac:grpSpMkLst>
        </pc:grpChg>
        <pc:grpChg chg="mod">
          <ac:chgData name="Aggie Menezes" userId="74619c95fa3483c9" providerId="LiveId" clId="{2F8F0ABE-974F-7044-8AC2-279362EC3803}" dt="2021-01-29T08:19:34.839" v="59" actId="1076"/>
          <ac:grpSpMkLst>
            <pc:docMk/>
            <pc:sldMk cId="6076760" sldId="293"/>
            <ac:grpSpMk id="19" creationId="{E2A0D969-804C-CB4B-99A3-EBC53BDE6B82}"/>
          </ac:grpSpMkLst>
        </pc:grpChg>
        <pc:grpChg chg="del">
          <ac:chgData name="Aggie Menezes" userId="74619c95fa3483c9" providerId="LiveId" clId="{2F8F0ABE-974F-7044-8AC2-279362EC3803}" dt="2021-01-29T08:19:38.901" v="61" actId="478"/>
          <ac:grpSpMkLst>
            <pc:docMk/>
            <pc:sldMk cId="6076760" sldId="293"/>
            <ac:grpSpMk id="35" creationId="{D15464A8-DFDB-A948-B710-4CA4BBCFB789}"/>
          </ac:grpSpMkLst>
        </pc:grpChg>
        <pc:grpChg chg="del">
          <ac:chgData name="Aggie Menezes" userId="74619c95fa3483c9" providerId="LiveId" clId="{2F8F0ABE-974F-7044-8AC2-279362EC3803}" dt="2021-01-29T08:19:44.829" v="63" actId="478"/>
          <ac:grpSpMkLst>
            <pc:docMk/>
            <pc:sldMk cId="6076760" sldId="293"/>
            <ac:grpSpMk id="82" creationId="{6BBC98FC-64FD-224F-90E1-32728C6F800F}"/>
          </ac:grpSpMkLst>
        </pc:grpChg>
        <pc:grpChg chg="del">
          <ac:chgData name="Aggie Menezes" userId="74619c95fa3483c9" providerId="LiveId" clId="{2F8F0ABE-974F-7044-8AC2-279362EC3803}" dt="2021-01-29T08:19:36.655" v="60" actId="478"/>
          <ac:grpSpMkLst>
            <pc:docMk/>
            <pc:sldMk cId="6076760" sldId="293"/>
            <ac:grpSpMk id="86" creationId="{6597A9EC-22ED-9F40-862D-C8C6993FD92E}"/>
          </ac:grpSpMkLst>
        </pc:grpChg>
        <pc:grpChg chg="del">
          <ac:chgData name="Aggie Menezes" userId="74619c95fa3483c9" providerId="LiveId" clId="{2F8F0ABE-974F-7044-8AC2-279362EC3803}" dt="2021-01-29T08:19:41.316" v="62" actId="478"/>
          <ac:grpSpMkLst>
            <pc:docMk/>
            <pc:sldMk cId="6076760" sldId="293"/>
            <ac:grpSpMk id="90" creationId="{E3F5C4D2-CF44-644F-A855-4E293F495E8B}"/>
          </ac:grpSpMkLst>
        </pc:grpChg>
        <pc:grpChg chg="del">
          <ac:chgData name="Aggie Menezes" userId="74619c95fa3483c9" providerId="LiveId" clId="{2F8F0ABE-974F-7044-8AC2-279362EC3803}" dt="2021-01-29T08:19:50.810" v="65" actId="478"/>
          <ac:grpSpMkLst>
            <pc:docMk/>
            <pc:sldMk cId="6076760" sldId="293"/>
            <ac:grpSpMk id="115" creationId="{B8E365EA-28D0-B440-AA5C-1B229E108126}"/>
          </ac:grpSpMkLst>
        </pc:grpChg>
        <pc:grpChg chg="del">
          <ac:chgData name="Aggie Menezes" userId="74619c95fa3483c9" providerId="LiveId" clId="{2F8F0ABE-974F-7044-8AC2-279362EC3803}" dt="2021-01-29T08:19:24.186" v="53" actId="478"/>
          <ac:grpSpMkLst>
            <pc:docMk/>
            <pc:sldMk cId="6076760" sldId="293"/>
            <ac:grpSpMk id="116" creationId="{18271C35-7EF1-1244-9348-46AAA152EC46}"/>
          </ac:grpSpMkLst>
        </pc:grpChg>
        <pc:grpChg chg="del">
          <ac:chgData name="Aggie Menezes" userId="74619c95fa3483c9" providerId="LiveId" clId="{2F8F0ABE-974F-7044-8AC2-279362EC3803}" dt="2021-01-29T08:19:25.621" v="54" actId="478"/>
          <ac:grpSpMkLst>
            <pc:docMk/>
            <pc:sldMk cId="6076760" sldId="293"/>
            <ac:grpSpMk id="125" creationId="{A8526B30-4423-1843-8C62-1FC74657F085}"/>
          </ac:grpSpMkLst>
        </pc:grpChg>
        <pc:grpChg chg="del">
          <ac:chgData name="Aggie Menezes" userId="74619c95fa3483c9" providerId="LiveId" clId="{2F8F0ABE-974F-7044-8AC2-279362EC3803}" dt="2021-01-29T08:19:28.756" v="56" actId="478"/>
          <ac:grpSpMkLst>
            <pc:docMk/>
            <pc:sldMk cId="6076760" sldId="293"/>
            <ac:grpSpMk id="128" creationId="{E989A663-8D9E-EF46-932D-9E1A154F3C25}"/>
          </ac:grpSpMkLst>
        </pc:grpChg>
        <pc:grpChg chg="del">
          <ac:chgData name="Aggie Menezes" userId="74619c95fa3483c9" providerId="LiveId" clId="{2F8F0ABE-974F-7044-8AC2-279362EC3803}" dt="2021-01-29T08:19:44.829" v="63" actId="478"/>
          <ac:grpSpMkLst>
            <pc:docMk/>
            <pc:sldMk cId="6076760" sldId="293"/>
            <ac:grpSpMk id="160" creationId="{17EE0B64-E1BB-8545-AE14-4CB4B0AC550B}"/>
          </ac:grpSpMkLst>
        </pc:grpChg>
        <pc:grpChg chg="del">
          <ac:chgData name="Aggie Menezes" userId="74619c95fa3483c9" providerId="LiveId" clId="{2F8F0ABE-974F-7044-8AC2-279362EC3803}" dt="2021-01-29T08:19:44.829" v="63" actId="478"/>
          <ac:grpSpMkLst>
            <pc:docMk/>
            <pc:sldMk cId="6076760" sldId="293"/>
            <ac:grpSpMk id="163" creationId="{7DF1016A-183E-1F43-A061-D81E92C80672}"/>
          </ac:grpSpMkLst>
        </pc:grpChg>
        <pc:inkChg chg="del">
          <ac:chgData name="Aggie Menezes" userId="74619c95fa3483c9" providerId="LiveId" clId="{2F8F0ABE-974F-7044-8AC2-279362EC3803}" dt="2021-01-29T08:19:31.424" v="57" actId="478"/>
          <ac:inkMkLst>
            <pc:docMk/>
            <pc:sldMk cId="6076760" sldId="293"/>
            <ac:inkMk id="39" creationId="{8FA6274E-BB66-C548-83D0-74A69F5066D4}"/>
          </ac:inkMkLst>
        </pc:inkChg>
        <pc:inkChg chg="del">
          <ac:chgData name="Aggie Menezes" userId="74619c95fa3483c9" providerId="LiveId" clId="{2F8F0ABE-974F-7044-8AC2-279362EC3803}" dt="2021-01-29T08:19:53.370" v="66" actId="478"/>
          <ac:inkMkLst>
            <pc:docMk/>
            <pc:sldMk cId="6076760" sldId="293"/>
            <ac:inkMk id="64" creationId="{ED04AE1F-D96A-744A-ABDD-46D8D9FAA25D}"/>
          </ac:inkMkLst>
        </pc:inkChg>
        <pc:inkChg chg="del">
          <ac:chgData name="Aggie Menezes" userId="74619c95fa3483c9" providerId="LiveId" clId="{2F8F0ABE-974F-7044-8AC2-279362EC3803}" dt="2021-01-29T08:19:27.116" v="55" actId="478"/>
          <ac:inkMkLst>
            <pc:docMk/>
            <pc:sldMk cId="6076760" sldId="293"/>
            <ac:inkMk id="112" creationId="{CA8102B2-9BC2-BA40-908E-B693DA7C6FF2}"/>
          </ac:inkMkLst>
        </pc:inkChg>
      </pc:sldChg>
      <pc:sldChg chg="addSp delSp modSp mod delAnim modAnim">
        <pc:chgData name="Aggie Menezes" userId="74619c95fa3483c9" providerId="LiveId" clId="{2F8F0ABE-974F-7044-8AC2-279362EC3803}" dt="2021-01-29T08:50:43.435" v="295" actId="14100"/>
        <pc:sldMkLst>
          <pc:docMk/>
          <pc:sldMk cId="2661242870" sldId="294"/>
        </pc:sldMkLst>
        <pc:spChg chg="del mod">
          <ac:chgData name="Aggie Menezes" userId="74619c95fa3483c9" providerId="LiveId" clId="{2F8F0ABE-974F-7044-8AC2-279362EC3803}" dt="2021-01-29T08:23:10.530" v="107" actId="478"/>
          <ac:spMkLst>
            <pc:docMk/>
            <pc:sldMk cId="2661242870" sldId="294"/>
            <ac:spMk id="6" creationId="{5CAEA21E-A56A-4543-9D96-F3B00D780B67}"/>
          </ac:spMkLst>
        </pc:spChg>
        <pc:spChg chg="del">
          <ac:chgData name="Aggie Menezes" userId="74619c95fa3483c9" providerId="LiveId" clId="{2F8F0ABE-974F-7044-8AC2-279362EC3803}" dt="2021-01-29T08:23:07.129" v="106" actId="478"/>
          <ac:spMkLst>
            <pc:docMk/>
            <pc:sldMk cId="2661242870" sldId="294"/>
            <ac:spMk id="11" creationId="{5769A5B4-362E-654B-8195-BCFF38690E1C}"/>
          </ac:spMkLst>
        </pc:spChg>
        <pc:spChg chg="mod">
          <ac:chgData name="Aggie Menezes" userId="74619c95fa3483c9" providerId="LiveId" clId="{2F8F0ABE-974F-7044-8AC2-279362EC3803}" dt="2021-01-29T08:26:30.011" v="145" actId="14100"/>
          <ac:spMkLst>
            <pc:docMk/>
            <pc:sldMk cId="2661242870" sldId="294"/>
            <ac:spMk id="16" creationId="{F5F8F467-D3F2-794F-8646-5140ACC9079A}"/>
          </ac:spMkLst>
        </pc:spChg>
        <pc:spChg chg="mod">
          <ac:chgData name="Aggie Menezes" userId="74619c95fa3483c9" providerId="LiveId" clId="{2F8F0ABE-974F-7044-8AC2-279362EC3803}" dt="2021-01-29T08:26:14.074" v="141" actId="1076"/>
          <ac:spMkLst>
            <pc:docMk/>
            <pc:sldMk cId="2661242870" sldId="294"/>
            <ac:spMk id="17" creationId="{573B0A9D-9957-E849-BD3D-2A6EC36B8435}"/>
          </ac:spMkLst>
        </pc:spChg>
        <pc:spChg chg="mod">
          <ac:chgData name="Aggie Menezes" userId="74619c95fa3483c9" providerId="LiveId" clId="{2F8F0ABE-974F-7044-8AC2-279362EC3803}" dt="2021-01-29T08:25:45.516" v="136" actId="1076"/>
          <ac:spMkLst>
            <pc:docMk/>
            <pc:sldMk cId="2661242870" sldId="294"/>
            <ac:spMk id="22" creationId="{4DF198FB-7FF9-104E-B0DA-9707EFB08EB2}"/>
          </ac:spMkLst>
        </pc:spChg>
        <pc:spChg chg="mod">
          <ac:chgData name="Aggie Menezes" userId="74619c95fa3483c9" providerId="LiveId" clId="{2F8F0ABE-974F-7044-8AC2-279362EC3803}" dt="2021-01-29T08:24:59.696" v="129" actId="164"/>
          <ac:spMkLst>
            <pc:docMk/>
            <pc:sldMk cId="2661242870" sldId="294"/>
            <ac:spMk id="30" creationId="{16CA2D5A-C15F-4545-83CE-B77C8F74EF8A}"/>
          </ac:spMkLst>
        </pc:spChg>
        <pc:spChg chg="del">
          <ac:chgData name="Aggie Menezes" userId="74619c95fa3483c9" providerId="LiveId" clId="{2F8F0ABE-974F-7044-8AC2-279362EC3803}" dt="2021-01-29T08:23:07.129" v="106" actId="478"/>
          <ac:spMkLst>
            <pc:docMk/>
            <pc:sldMk cId="2661242870" sldId="294"/>
            <ac:spMk id="33" creationId="{6D12F0C0-D997-354F-8D31-7745736818A1}"/>
          </ac:spMkLst>
        </pc:spChg>
        <pc:spChg chg="mod">
          <ac:chgData name="Aggie Menezes" userId="74619c95fa3483c9" providerId="LiveId" clId="{2F8F0ABE-974F-7044-8AC2-279362EC3803}" dt="2021-01-29T08:49:04.908" v="291" actId="255"/>
          <ac:spMkLst>
            <pc:docMk/>
            <pc:sldMk cId="2661242870" sldId="294"/>
            <ac:spMk id="34" creationId="{298B8249-6A4E-1F4C-A279-D36F2802A113}"/>
          </ac:spMkLst>
        </pc:spChg>
        <pc:spChg chg="mod">
          <ac:chgData name="Aggie Menezes" userId="74619c95fa3483c9" providerId="LiveId" clId="{2F8F0ABE-974F-7044-8AC2-279362EC3803}" dt="2021-01-29T08:26:24.146" v="143" actId="1076"/>
          <ac:spMkLst>
            <pc:docMk/>
            <pc:sldMk cId="2661242870" sldId="294"/>
            <ac:spMk id="48" creationId="{8891435A-0779-5048-B531-63BEFD6B0E35}"/>
          </ac:spMkLst>
        </pc:spChg>
        <pc:spChg chg="mod">
          <ac:chgData name="Aggie Menezes" userId="74619c95fa3483c9" providerId="LiveId" clId="{2F8F0ABE-974F-7044-8AC2-279362EC3803}" dt="2021-01-29T08:26:10.290" v="140" actId="1076"/>
          <ac:spMkLst>
            <pc:docMk/>
            <pc:sldMk cId="2661242870" sldId="294"/>
            <ac:spMk id="49" creationId="{25DF1E47-72A9-D54D-BDC1-99D140ED9894}"/>
          </ac:spMkLst>
        </pc:spChg>
        <pc:spChg chg="mod">
          <ac:chgData name="Aggie Menezes" userId="74619c95fa3483c9" providerId="LiveId" clId="{2F8F0ABE-974F-7044-8AC2-279362EC3803}" dt="2021-01-29T08:24:59.696" v="129" actId="164"/>
          <ac:spMkLst>
            <pc:docMk/>
            <pc:sldMk cId="2661242870" sldId="294"/>
            <ac:spMk id="51" creationId="{2378B15A-5EE3-1F40-A5C0-F460640D612F}"/>
          </ac:spMkLst>
        </pc:spChg>
        <pc:spChg chg="del">
          <ac:chgData name="Aggie Menezes" userId="74619c95fa3483c9" providerId="LiveId" clId="{2F8F0ABE-974F-7044-8AC2-279362EC3803}" dt="2021-01-29T08:34:41.599" v="201" actId="478"/>
          <ac:spMkLst>
            <pc:docMk/>
            <pc:sldMk cId="2661242870" sldId="294"/>
            <ac:spMk id="63" creationId="{00000000-0000-0000-0000-000000000000}"/>
          </ac:spMkLst>
        </pc:spChg>
        <pc:spChg chg="mod">
          <ac:chgData name="Aggie Menezes" userId="74619c95fa3483c9" providerId="LiveId" clId="{2F8F0ABE-974F-7044-8AC2-279362EC3803}" dt="2021-01-29T08:20:42.405" v="79"/>
          <ac:spMkLst>
            <pc:docMk/>
            <pc:sldMk cId="2661242870" sldId="294"/>
            <ac:spMk id="119" creationId="{E351AA82-C63F-134C-B7C8-916EA108BD6A}"/>
          </ac:spMkLst>
        </pc:spChg>
        <pc:spChg chg="mod">
          <ac:chgData name="Aggie Menezes" userId="74619c95fa3483c9" providerId="LiveId" clId="{2F8F0ABE-974F-7044-8AC2-279362EC3803}" dt="2021-01-29T08:20:42.405" v="79"/>
          <ac:spMkLst>
            <pc:docMk/>
            <pc:sldMk cId="2661242870" sldId="294"/>
            <ac:spMk id="120" creationId="{A4105E28-4DB5-1C4F-9997-10734548D643}"/>
          </ac:spMkLst>
        </pc:spChg>
        <pc:spChg chg="add del mod">
          <ac:chgData name="Aggie Menezes" userId="74619c95fa3483c9" providerId="LiveId" clId="{2F8F0ABE-974F-7044-8AC2-279362EC3803}" dt="2021-01-29T08:25:08.309" v="132" actId="478"/>
          <ac:spMkLst>
            <pc:docMk/>
            <pc:sldMk cId="2661242870" sldId="294"/>
            <ac:spMk id="121" creationId="{EE873914-12B4-2947-B8F8-8CE9F043209A}"/>
          </ac:spMkLst>
        </pc:spChg>
        <pc:spChg chg="add del mod">
          <ac:chgData name="Aggie Menezes" userId="74619c95fa3483c9" providerId="LiveId" clId="{2F8F0ABE-974F-7044-8AC2-279362EC3803}" dt="2021-01-29T08:25:05.834" v="131" actId="478"/>
          <ac:spMkLst>
            <pc:docMk/>
            <pc:sldMk cId="2661242870" sldId="294"/>
            <ac:spMk id="122" creationId="{9F07B848-4D53-4943-8171-82A2864350A1}"/>
          </ac:spMkLst>
        </pc:spChg>
        <pc:spChg chg="add del mod">
          <ac:chgData name="Aggie Menezes" userId="74619c95fa3483c9" providerId="LiveId" clId="{2F8F0ABE-974F-7044-8AC2-279362EC3803}" dt="2021-01-29T08:25:03.318" v="130" actId="478"/>
          <ac:spMkLst>
            <pc:docMk/>
            <pc:sldMk cId="2661242870" sldId="294"/>
            <ac:spMk id="123" creationId="{CA893AC9-F6F4-144C-BBF6-43B51E5C049B}"/>
          </ac:spMkLst>
        </pc:spChg>
        <pc:spChg chg="del mod">
          <ac:chgData name="Aggie Menezes" userId="74619c95fa3483c9" providerId="LiveId" clId="{2F8F0ABE-974F-7044-8AC2-279362EC3803}" dt="2021-01-29T08:27:50.810" v="161" actId="478"/>
          <ac:spMkLst>
            <pc:docMk/>
            <pc:sldMk cId="2661242870" sldId="294"/>
            <ac:spMk id="125" creationId="{AF714A04-F642-2348-B958-92DDB0C66F42}"/>
          </ac:spMkLst>
        </pc:spChg>
        <pc:spChg chg="mod">
          <ac:chgData name="Aggie Menezes" userId="74619c95fa3483c9" providerId="LiveId" clId="{2F8F0ABE-974F-7044-8AC2-279362EC3803}" dt="2021-01-29T08:49:59.038" v="293" actId="208"/>
          <ac:spMkLst>
            <pc:docMk/>
            <pc:sldMk cId="2661242870" sldId="294"/>
            <ac:spMk id="126" creationId="{0FC5704A-02DA-9348-94C2-2DD5BF06A8FD}"/>
          </ac:spMkLst>
        </pc:spChg>
        <pc:spChg chg="mod">
          <ac:chgData name="Aggie Menezes" userId="74619c95fa3483c9" providerId="LiveId" clId="{2F8F0ABE-974F-7044-8AC2-279362EC3803}" dt="2021-01-29T08:27:54.486" v="162" actId="20577"/>
          <ac:spMkLst>
            <pc:docMk/>
            <pc:sldMk cId="2661242870" sldId="294"/>
            <ac:spMk id="127" creationId="{82C651D9-A99E-F447-8422-1BF20F6CF344}"/>
          </ac:spMkLst>
        </pc:spChg>
        <pc:spChg chg="add mod">
          <ac:chgData name="Aggie Menezes" userId="74619c95fa3483c9" providerId="LiveId" clId="{2F8F0ABE-974F-7044-8AC2-279362EC3803}" dt="2021-01-29T08:29:01.142" v="170" actId="164"/>
          <ac:spMkLst>
            <pc:docMk/>
            <pc:sldMk cId="2661242870" sldId="294"/>
            <ac:spMk id="128" creationId="{C217470E-867B-8948-AEEF-BB93859C1E7D}"/>
          </ac:spMkLst>
        </pc:spChg>
        <pc:spChg chg="add mod">
          <ac:chgData name="Aggie Menezes" userId="74619c95fa3483c9" providerId="LiveId" clId="{2F8F0ABE-974F-7044-8AC2-279362EC3803}" dt="2021-01-29T08:29:01.142" v="170" actId="164"/>
          <ac:spMkLst>
            <pc:docMk/>
            <pc:sldMk cId="2661242870" sldId="294"/>
            <ac:spMk id="129" creationId="{CA889F05-0D96-4D44-929D-5B546D36B6F5}"/>
          </ac:spMkLst>
        </pc:spChg>
        <pc:spChg chg="mod">
          <ac:chgData name="Aggie Menezes" userId="74619c95fa3483c9" providerId="LiveId" clId="{2F8F0ABE-974F-7044-8AC2-279362EC3803}" dt="2021-01-29T08:28:23.195" v="169" actId="1076"/>
          <ac:spMkLst>
            <pc:docMk/>
            <pc:sldMk cId="2661242870" sldId="294"/>
            <ac:spMk id="131" creationId="{D4C2ECCD-23BC-E444-A718-4E30AF2E0FE9}"/>
          </ac:spMkLst>
        </pc:spChg>
        <pc:spChg chg="mod">
          <ac:chgData name="Aggie Menezes" userId="74619c95fa3483c9" providerId="LiveId" clId="{2F8F0ABE-974F-7044-8AC2-279362EC3803}" dt="2021-01-29T08:50:07.323" v="294" actId="208"/>
          <ac:spMkLst>
            <pc:docMk/>
            <pc:sldMk cId="2661242870" sldId="294"/>
            <ac:spMk id="132" creationId="{A87EFB62-36FF-AC4B-B155-94736CB899A0}"/>
          </ac:spMkLst>
        </pc:spChg>
        <pc:spChg chg="mod">
          <ac:chgData name="Aggie Menezes" userId="74619c95fa3483c9" providerId="LiveId" clId="{2F8F0ABE-974F-7044-8AC2-279362EC3803}" dt="2021-01-29T08:28:10.908" v="167" actId="20577"/>
          <ac:spMkLst>
            <pc:docMk/>
            <pc:sldMk cId="2661242870" sldId="294"/>
            <ac:spMk id="133" creationId="{72DDCE6F-C1C3-234D-826B-36FE1B42B425}"/>
          </ac:spMkLst>
        </pc:spChg>
        <pc:spChg chg="add mod">
          <ac:chgData name="Aggie Menezes" userId="74619c95fa3483c9" providerId="LiveId" clId="{2F8F0ABE-974F-7044-8AC2-279362EC3803}" dt="2021-01-29T08:34:38.713" v="200"/>
          <ac:spMkLst>
            <pc:docMk/>
            <pc:sldMk cId="2661242870" sldId="294"/>
            <ac:spMk id="134" creationId="{78E8CC1D-91C2-694D-85F2-21E4C72156A1}"/>
          </ac:spMkLst>
        </pc:spChg>
        <pc:grpChg chg="del">
          <ac:chgData name="Aggie Menezes" userId="74619c95fa3483c9" providerId="LiveId" clId="{2F8F0ABE-974F-7044-8AC2-279362EC3803}" dt="2021-01-29T08:23:07.129" v="106" actId="478"/>
          <ac:grpSpMkLst>
            <pc:docMk/>
            <pc:sldMk cId="2661242870" sldId="294"/>
            <ac:grpSpMk id="9" creationId="{43EC23C4-826A-CC4F-B47C-5DA56255BCAE}"/>
          </ac:grpSpMkLst>
        </pc:grpChg>
        <pc:grpChg chg="del">
          <ac:chgData name="Aggie Menezes" userId="74619c95fa3483c9" providerId="LiveId" clId="{2F8F0ABE-974F-7044-8AC2-279362EC3803}" dt="2021-01-29T08:20:19.787" v="76" actId="478"/>
          <ac:grpSpMkLst>
            <pc:docMk/>
            <pc:sldMk cId="2661242870" sldId="294"/>
            <ac:grpSpMk id="18" creationId="{84B21C24-534B-954C-B636-C0A8723BED4F}"/>
          </ac:grpSpMkLst>
        </pc:grpChg>
        <pc:grpChg chg="mod">
          <ac:chgData name="Aggie Menezes" userId="74619c95fa3483c9" providerId="LiveId" clId="{2F8F0ABE-974F-7044-8AC2-279362EC3803}" dt="2021-01-29T08:25:20.728" v="133" actId="1076"/>
          <ac:grpSpMkLst>
            <pc:docMk/>
            <pc:sldMk cId="2661242870" sldId="294"/>
            <ac:grpSpMk id="23" creationId="{C1CBCCC6-BA59-134A-B098-5E1CC1F83C99}"/>
          </ac:grpSpMkLst>
        </pc:grpChg>
        <pc:grpChg chg="del">
          <ac:chgData name="Aggie Menezes" userId="74619c95fa3483c9" providerId="LiveId" clId="{2F8F0ABE-974F-7044-8AC2-279362EC3803}" dt="2021-01-29T08:20:24.440" v="78" actId="478"/>
          <ac:grpSpMkLst>
            <pc:docMk/>
            <pc:sldMk cId="2661242870" sldId="294"/>
            <ac:grpSpMk id="29" creationId="{B29848A9-B08D-8A46-B281-A7F233D4A79C}"/>
          </ac:grpSpMkLst>
        </pc:grpChg>
        <pc:grpChg chg="del">
          <ac:chgData name="Aggie Menezes" userId="74619c95fa3483c9" providerId="LiveId" clId="{2F8F0ABE-974F-7044-8AC2-279362EC3803}" dt="2021-01-29T08:23:07.129" v="106" actId="478"/>
          <ac:grpSpMkLst>
            <pc:docMk/>
            <pc:sldMk cId="2661242870" sldId="294"/>
            <ac:grpSpMk id="35" creationId="{77834382-ACCA-6647-B745-BBBA48869AB2}"/>
          </ac:grpSpMkLst>
        </pc:grpChg>
        <pc:grpChg chg="del">
          <ac:chgData name="Aggie Menezes" userId="74619c95fa3483c9" providerId="LiveId" clId="{2F8F0ABE-974F-7044-8AC2-279362EC3803}" dt="2021-01-29T08:23:01.053" v="104" actId="478"/>
          <ac:grpSpMkLst>
            <pc:docMk/>
            <pc:sldMk cId="2661242870" sldId="294"/>
            <ac:grpSpMk id="39" creationId="{36690272-9E7A-B647-8242-532979EF7B12}"/>
          </ac:grpSpMkLst>
        </pc:grpChg>
        <pc:grpChg chg="mod">
          <ac:chgData name="Aggie Menezes" userId="74619c95fa3483c9" providerId="LiveId" clId="{2F8F0ABE-974F-7044-8AC2-279362EC3803}" dt="2021-01-29T08:25:31.665" v="134" actId="1076"/>
          <ac:grpSpMkLst>
            <pc:docMk/>
            <pc:sldMk cId="2661242870" sldId="294"/>
            <ac:grpSpMk id="46" creationId="{F1523486-F754-6D4D-A579-5AB2CDFCA166}"/>
          </ac:grpSpMkLst>
        </pc:grpChg>
        <pc:grpChg chg="del">
          <ac:chgData name="Aggie Menezes" userId="74619c95fa3483c9" providerId="LiveId" clId="{2F8F0ABE-974F-7044-8AC2-279362EC3803}" dt="2021-01-29T08:20:19.787" v="76" actId="478"/>
          <ac:grpSpMkLst>
            <pc:docMk/>
            <pc:sldMk cId="2661242870" sldId="294"/>
            <ac:grpSpMk id="50" creationId="{F8E48434-4BB9-F346-A9B3-CB610EB9BB63}"/>
          </ac:grpSpMkLst>
        </pc:grpChg>
        <pc:grpChg chg="add mod">
          <ac:chgData name="Aggie Menezes" userId="74619c95fa3483c9" providerId="LiveId" clId="{2F8F0ABE-974F-7044-8AC2-279362EC3803}" dt="2021-01-29T08:27:59.811" v="164" actId="1076"/>
          <ac:grpSpMkLst>
            <pc:docMk/>
            <pc:sldMk cId="2661242870" sldId="294"/>
            <ac:grpSpMk id="57" creationId="{D3113E09-703E-5A4D-B8CC-5EDC28B12BCA}"/>
          </ac:grpSpMkLst>
        </pc:grpChg>
        <pc:grpChg chg="add mod">
          <ac:chgData name="Aggie Menezes" userId="74619c95fa3483c9" providerId="LiveId" clId="{2F8F0ABE-974F-7044-8AC2-279362EC3803}" dt="2021-01-29T08:29:01.142" v="170" actId="164"/>
          <ac:grpSpMkLst>
            <pc:docMk/>
            <pc:sldMk cId="2661242870" sldId="294"/>
            <ac:grpSpMk id="69" creationId="{2F01E9F2-97AA-B846-B3EC-89655D9F7DC1}"/>
          </ac:grpSpMkLst>
        </pc:grpChg>
        <pc:grpChg chg="del">
          <ac:chgData name="Aggie Menezes" userId="74619c95fa3483c9" providerId="LiveId" clId="{2F8F0ABE-974F-7044-8AC2-279362EC3803}" dt="2021-01-29T08:19:58.987" v="67" actId="478"/>
          <ac:grpSpMkLst>
            <pc:docMk/>
            <pc:sldMk cId="2661242870" sldId="294"/>
            <ac:grpSpMk id="80" creationId="{6FA68637-B1C7-664F-AA99-412F1E1DE28B}"/>
          </ac:grpSpMkLst>
        </pc:grpChg>
        <pc:grpChg chg="del">
          <ac:chgData name="Aggie Menezes" userId="74619c95fa3483c9" providerId="LiveId" clId="{2F8F0ABE-974F-7044-8AC2-279362EC3803}" dt="2021-01-29T08:20:04.184" v="70" actId="478"/>
          <ac:grpSpMkLst>
            <pc:docMk/>
            <pc:sldMk cId="2661242870" sldId="294"/>
            <ac:grpSpMk id="85" creationId="{4A56B428-416C-6845-98E7-E1679ADC8794}"/>
          </ac:grpSpMkLst>
        </pc:grpChg>
        <pc:grpChg chg="del">
          <ac:chgData name="Aggie Menezes" userId="74619c95fa3483c9" providerId="LiveId" clId="{2F8F0ABE-974F-7044-8AC2-279362EC3803}" dt="2021-01-29T08:20:11.541" v="74" actId="478"/>
          <ac:grpSpMkLst>
            <pc:docMk/>
            <pc:sldMk cId="2661242870" sldId="294"/>
            <ac:grpSpMk id="89" creationId="{692B27B6-455D-534D-8D80-FA022296D3A9}"/>
          </ac:grpSpMkLst>
        </pc:grpChg>
        <pc:grpChg chg="del">
          <ac:chgData name="Aggie Menezes" userId="74619c95fa3483c9" providerId="LiveId" clId="{2F8F0ABE-974F-7044-8AC2-279362EC3803}" dt="2021-01-29T08:20:09.580" v="73" actId="478"/>
          <ac:grpSpMkLst>
            <pc:docMk/>
            <pc:sldMk cId="2661242870" sldId="294"/>
            <ac:grpSpMk id="95" creationId="{9E91245E-8C89-7045-BF3E-12CB3B5205B0}"/>
          </ac:grpSpMkLst>
        </pc:grpChg>
        <pc:grpChg chg="del">
          <ac:chgData name="Aggie Menezes" userId="74619c95fa3483c9" providerId="LiveId" clId="{2F8F0ABE-974F-7044-8AC2-279362EC3803}" dt="2021-01-29T08:20:21.664" v="77" actId="478"/>
          <ac:grpSpMkLst>
            <pc:docMk/>
            <pc:sldMk cId="2661242870" sldId="294"/>
            <ac:grpSpMk id="109" creationId="{1AB8023E-0B59-B445-B6E5-E8EACF9A9210}"/>
          </ac:grpSpMkLst>
        </pc:grpChg>
        <pc:grpChg chg="del">
          <ac:chgData name="Aggie Menezes" userId="74619c95fa3483c9" providerId="LiveId" clId="{2F8F0ABE-974F-7044-8AC2-279362EC3803}" dt="2021-01-29T08:20:19.787" v="76" actId="478"/>
          <ac:grpSpMkLst>
            <pc:docMk/>
            <pc:sldMk cId="2661242870" sldId="294"/>
            <ac:grpSpMk id="113" creationId="{33B4205B-3DA3-FA4C-9049-7605A9351DDA}"/>
          </ac:grpSpMkLst>
        </pc:grpChg>
        <pc:grpChg chg="del">
          <ac:chgData name="Aggie Menezes" userId="74619c95fa3483c9" providerId="LiveId" clId="{2F8F0ABE-974F-7044-8AC2-279362EC3803}" dt="2021-01-29T08:20:19.787" v="76" actId="478"/>
          <ac:grpSpMkLst>
            <pc:docMk/>
            <pc:sldMk cId="2661242870" sldId="294"/>
            <ac:grpSpMk id="116" creationId="{A97207D3-E6C3-1041-AF73-911D22D024D6}"/>
          </ac:grpSpMkLst>
        </pc:grpChg>
        <pc:grpChg chg="add del mod">
          <ac:chgData name="Aggie Menezes" userId="74619c95fa3483c9" providerId="LiveId" clId="{2F8F0ABE-974F-7044-8AC2-279362EC3803}" dt="2021-01-29T08:20:57.943" v="81" actId="478"/>
          <ac:grpSpMkLst>
            <pc:docMk/>
            <pc:sldMk cId="2661242870" sldId="294"/>
            <ac:grpSpMk id="117" creationId="{8B9E21C8-6BF0-0649-8DBB-A8C1AAF44CFA}"/>
          </ac:grpSpMkLst>
        </pc:grpChg>
        <pc:grpChg chg="add mod">
          <ac:chgData name="Aggie Menezes" userId="74619c95fa3483c9" providerId="LiveId" clId="{2F8F0ABE-974F-7044-8AC2-279362EC3803}" dt="2021-01-29T08:29:01.142" v="170" actId="164"/>
          <ac:grpSpMkLst>
            <pc:docMk/>
            <pc:sldMk cId="2661242870" sldId="294"/>
            <ac:grpSpMk id="124" creationId="{99F50EF8-2A13-D548-B148-47D6A4F2AEA9}"/>
          </ac:grpSpMkLst>
        </pc:grpChg>
        <pc:grpChg chg="add mod">
          <ac:chgData name="Aggie Menezes" userId="74619c95fa3483c9" providerId="LiveId" clId="{2F8F0ABE-974F-7044-8AC2-279362EC3803}" dt="2021-01-29T08:28:07.851" v="166" actId="1076"/>
          <ac:grpSpMkLst>
            <pc:docMk/>
            <pc:sldMk cId="2661242870" sldId="294"/>
            <ac:grpSpMk id="130" creationId="{15D9ED9D-2098-FF41-939F-8FA469655A00}"/>
          </ac:grpSpMkLst>
        </pc:grpChg>
        <pc:inkChg chg="del">
          <ac:chgData name="Aggie Menezes" userId="74619c95fa3483c9" providerId="LiveId" clId="{2F8F0ABE-974F-7044-8AC2-279362EC3803}" dt="2021-01-29T08:20:19.787" v="76" actId="478"/>
          <ac:inkMkLst>
            <pc:docMk/>
            <pc:sldMk cId="2661242870" sldId="294"/>
            <ac:inkMk id="5" creationId="{6BE4B381-6E64-E840-803E-BA1544489AA0}"/>
          </ac:inkMkLst>
        </pc:inkChg>
        <pc:inkChg chg="del">
          <ac:chgData name="Aggie Menezes" userId="74619c95fa3483c9" providerId="LiveId" clId="{2F8F0ABE-974F-7044-8AC2-279362EC3803}" dt="2021-01-29T08:20:19.787" v="76" actId="478"/>
          <ac:inkMkLst>
            <pc:docMk/>
            <pc:sldMk cId="2661242870" sldId="294"/>
            <ac:inkMk id="19" creationId="{036025B2-AC3D-8D40-9ACE-B5899830FB41}"/>
          </ac:inkMkLst>
        </pc:inkChg>
        <pc:inkChg chg="del">
          <ac:chgData name="Aggie Menezes" userId="74619c95fa3483c9" providerId="LiveId" clId="{2F8F0ABE-974F-7044-8AC2-279362EC3803}" dt="2021-01-29T08:20:02.407" v="69" actId="478"/>
          <ac:inkMkLst>
            <pc:docMk/>
            <pc:sldMk cId="2661242870" sldId="294"/>
            <ac:inkMk id="52" creationId="{AF0E07D4-006F-8846-8C13-34235C3EB88C}"/>
          </ac:inkMkLst>
        </pc:inkChg>
        <pc:inkChg chg="del">
          <ac:chgData name="Aggie Menezes" userId="74619c95fa3483c9" providerId="LiveId" clId="{2F8F0ABE-974F-7044-8AC2-279362EC3803}" dt="2021-01-29T08:20:05.963" v="71" actId="478"/>
          <ac:inkMkLst>
            <pc:docMk/>
            <pc:sldMk cId="2661242870" sldId="294"/>
            <ac:inkMk id="53" creationId="{62271FC1-EBEE-F245-8F18-7F2B2C604BD1}"/>
          </ac:inkMkLst>
        </pc:inkChg>
        <pc:inkChg chg="del">
          <ac:chgData name="Aggie Menezes" userId="74619c95fa3483c9" providerId="LiveId" clId="{2F8F0ABE-974F-7044-8AC2-279362EC3803}" dt="2021-01-29T08:20:00.772" v="68" actId="478"/>
          <ac:inkMkLst>
            <pc:docMk/>
            <pc:sldMk cId="2661242870" sldId="294"/>
            <ac:inkMk id="54" creationId="{047F45DC-7A85-BE4B-8C21-2C962B8B743E}"/>
          </ac:inkMkLst>
        </pc:inkChg>
        <pc:inkChg chg="del">
          <ac:chgData name="Aggie Menezes" userId="74619c95fa3483c9" providerId="LiveId" clId="{2F8F0ABE-974F-7044-8AC2-279362EC3803}" dt="2021-01-29T08:20:07.683" v="72" actId="478"/>
          <ac:inkMkLst>
            <pc:docMk/>
            <pc:sldMk cId="2661242870" sldId="294"/>
            <ac:inkMk id="81" creationId="{CF8E71BB-4676-D246-BBC4-18B7CD49FEF6}"/>
          </ac:inkMkLst>
        </pc:inkChg>
        <pc:inkChg chg="del">
          <ac:chgData name="Aggie Menezes" userId="74619c95fa3483c9" providerId="LiveId" clId="{2F8F0ABE-974F-7044-8AC2-279362EC3803}" dt="2021-01-29T08:20:13.254" v="75" actId="478"/>
          <ac:inkMkLst>
            <pc:docMk/>
            <pc:sldMk cId="2661242870" sldId="294"/>
            <ac:inkMk id="90" creationId="{6A23C382-6E98-FB45-B443-B9B28293A0C3}"/>
          </ac:inkMkLst>
        </pc:inkChg>
        <pc:cxnChg chg="del">
          <ac:chgData name="Aggie Menezes" userId="74619c95fa3483c9" providerId="LiveId" clId="{2F8F0ABE-974F-7044-8AC2-279362EC3803}" dt="2021-01-29T08:23:02.939" v="105" actId="478"/>
          <ac:cxnSpMkLst>
            <pc:docMk/>
            <pc:sldMk cId="2661242870" sldId="294"/>
            <ac:cxnSpMk id="3" creationId="{2BB78341-9308-0149-A44F-4B323911BC52}"/>
          </ac:cxnSpMkLst>
        </pc:cxnChg>
        <pc:cxnChg chg="del">
          <ac:chgData name="Aggie Menezes" userId="74619c95fa3483c9" providerId="LiveId" clId="{2F8F0ABE-974F-7044-8AC2-279362EC3803}" dt="2021-01-29T08:23:07.129" v="106" actId="478"/>
          <ac:cxnSpMkLst>
            <pc:docMk/>
            <pc:sldMk cId="2661242870" sldId="294"/>
            <ac:cxnSpMk id="7" creationId="{331085A8-565D-3941-9FA1-7BD2746DA365}"/>
          </ac:cxnSpMkLst>
        </pc:cxnChg>
        <pc:cxnChg chg="mod">
          <ac:chgData name="Aggie Menezes" userId="74619c95fa3483c9" providerId="LiveId" clId="{2F8F0ABE-974F-7044-8AC2-279362EC3803}" dt="2021-01-29T08:50:43.435" v="295" actId="14100"/>
          <ac:cxnSpMkLst>
            <pc:docMk/>
            <pc:sldMk cId="2661242870" sldId="294"/>
            <ac:cxnSpMk id="15" creationId="{AA7AA099-BA57-3247-AE4D-76ED94F6644C}"/>
          </ac:cxnSpMkLst>
        </pc:cxnChg>
        <pc:cxnChg chg="mod">
          <ac:chgData name="Aggie Menezes" userId="74619c95fa3483c9" providerId="LiveId" clId="{2F8F0ABE-974F-7044-8AC2-279362EC3803}" dt="2021-01-29T08:26:02.517" v="139" actId="1076"/>
          <ac:cxnSpMkLst>
            <pc:docMk/>
            <pc:sldMk cId="2661242870" sldId="294"/>
            <ac:cxnSpMk id="47" creationId="{DEDC053F-BC0B-0B44-A617-269B8FC31A80}"/>
          </ac:cxnSpMkLst>
        </pc:cxnChg>
        <pc:cxnChg chg="mod">
          <ac:chgData name="Aggie Menezes" userId="74619c95fa3483c9" providerId="LiveId" clId="{2F8F0ABE-974F-7044-8AC2-279362EC3803}" dt="2021-01-29T08:20:42.405" v="79"/>
          <ac:cxnSpMkLst>
            <pc:docMk/>
            <pc:sldMk cId="2661242870" sldId="294"/>
            <ac:cxnSpMk id="118" creationId="{83941590-966F-364E-8454-1BBABF28EA33}"/>
          </ac:cxnSpMkLst>
        </pc:cxnChg>
      </pc:sldChg>
      <pc:sldChg chg="addSp delSp modSp mod modAnim">
        <pc:chgData name="Aggie Menezes" userId="74619c95fa3483c9" providerId="LiveId" clId="{2F8F0ABE-974F-7044-8AC2-279362EC3803}" dt="2021-01-29T08:45:46.971" v="271" actId="14100"/>
        <pc:sldMkLst>
          <pc:docMk/>
          <pc:sldMk cId="1400428171" sldId="295"/>
        </pc:sldMkLst>
        <pc:spChg chg="mod">
          <ac:chgData name="Aggie Menezes" userId="74619c95fa3483c9" providerId="LiveId" clId="{2F8F0ABE-974F-7044-8AC2-279362EC3803}" dt="2021-01-29T08:39:32.630" v="241" actId="1076"/>
          <ac:spMkLst>
            <pc:docMk/>
            <pc:sldMk cId="1400428171" sldId="295"/>
            <ac:spMk id="6" creationId="{5CAEA21E-A56A-4543-9D96-F3B00D780B67}"/>
          </ac:spMkLst>
        </pc:spChg>
        <pc:spChg chg="mod">
          <ac:chgData name="Aggie Menezes" userId="74619c95fa3483c9" providerId="LiveId" clId="{2F8F0ABE-974F-7044-8AC2-279362EC3803}" dt="2021-01-29T08:38:27.433" v="227" actId="14100"/>
          <ac:spMkLst>
            <pc:docMk/>
            <pc:sldMk cId="1400428171" sldId="295"/>
            <ac:spMk id="11" creationId="{5769A5B4-362E-654B-8195-BCFF38690E1C}"/>
          </ac:spMkLst>
        </pc:spChg>
        <pc:spChg chg="mod">
          <ac:chgData name="Aggie Menezes" userId="74619c95fa3483c9" providerId="LiveId" clId="{2F8F0ABE-974F-7044-8AC2-279362EC3803}" dt="2021-01-29T08:43:21.871" v="260" actId="165"/>
          <ac:spMkLst>
            <pc:docMk/>
            <pc:sldMk cId="1400428171" sldId="295"/>
            <ac:spMk id="31" creationId="{4099CA49-3EFC-6F47-B979-11192BC3AA1B}"/>
          </ac:spMkLst>
        </pc:spChg>
        <pc:spChg chg="mod">
          <ac:chgData name="Aggie Menezes" userId="74619c95fa3483c9" providerId="LiveId" clId="{2F8F0ABE-974F-7044-8AC2-279362EC3803}" dt="2021-01-29T08:43:21.871" v="260" actId="165"/>
          <ac:spMkLst>
            <pc:docMk/>
            <pc:sldMk cId="1400428171" sldId="295"/>
            <ac:spMk id="32" creationId="{88BC9F22-24B6-0042-B8CB-E2E2D2BD9E53}"/>
          </ac:spMkLst>
        </pc:spChg>
        <pc:spChg chg="add mod">
          <ac:chgData name="Aggie Menezes" userId="74619c95fa3483c9" providerId="LiveId" clId="{2F8F0ABE-974F-7044-8AC2-279362EC3803}" dt="2021-01-29T08:35:11.215" v="206"/>
          <ac:spMkLst>
            <pc:docMk/>
            <pc:sldMk cId="1400428171" sldId="295"/>
            <ac:spMk id="33" creationId="{BAA1FBBD-1156-2F4F-945E-328F12C77CE2}"/>
          </ac:spMkLst>
        </pc:spChg>
        <pc:spChg chg="mod">
          <ac:chgData name="Aggie Menezes" userId="74619c95fa3483c9" providerId="LiveId" clId="{2F8F0ABE-974F-7044-8AC2-279362EC3803}" dt="2021-01-29T08:43:21.871" v="260" actId="165"/>
          <ac:spMkLst>
            <pc:docMk/>
            <pc:sldMk cId="1400428171" sldId="295"/>
            <ac:spMk id="37" creationId="{D6394A1C-3703-654E-BAF4-39530E6B906F}"/>
          </ac:spMkLst>
        </pc:spChg>
        <pc:spChg chg="mod">
          <ac:chgData name="Aggie Menezes" userId="74619c95fa3483c9" providerId="LiveId" clId="{2F8F0ABE-974F-7044-8AC2-279362EC3803}" dt="2021-01-29T08:43:21.871" v="260" actId="165"/>
          <ac:spMkLst>
            <pc:docMk/>
            <pc:sldMk cId="1400428171" sldId="295"/>
            <ac:spMk id="38" creationId="{BB14690F-2E92-B14D-BDB8-D74B8135BD1E}"/>
          </ac:spMkLst>
        </pc:spChg>
        <pc:spChg chg="mod">
          <ac:chgData name="Aggie Menezes" userId="74619c95fa3483c9" providerId="LiveId" clId="{2F8F0ABE-974F-7044-8AC2-279362EC3803}" dt="2021-01-29T08:39:12.852" v="237" actId="255"/>
          <ac:spMkLst>
            <pc:docMk/>
            <pc:sldMk cId="1400428171" sldId="295"/>
            <ac:spMk id="41" creationId="{6B24AD40-C39A-9F40-A231-DA52F80ADB61}"/>
          </ac:spMkLst>
        </pc:spChg>
        <pc:spChg chg="mod">
          <ac:chgData name="Aggie Menezes" userId="74619c95fa3483c9" providerId="LiveId" clId="{2F8F0ABE-974F-7044-8AC2-279362EC3803}" dt="2021-01-29T08:39:25.600" v="240" actId="255"/>
          <ac:spMkLst>
            <pc:docMk/>
            <pc:sldMk cId="1400428171" sldId="295"/>
            <ac:spMk id="42" creationId="{C68AE291-3548-D342-8E94-1A8E34D1DC40}"/>
          </ac:spMkLst>
        </pc:spChg>
        <pc:spChg chg="mod topLvl">
          <ac:chgData name="Aggie Menezes" userId="74619c95fa3483c9" providerId="LiveId" clId="{2F8F0ABE-974F-7044-8AC2-279362EC3803}" dt="2021-01-29T08:44:13.646" v="263" actId="164"/>
          <ac:spMkLst>
            <pc:docMk/>
            <pc:sldMk cId="1400428171" sldId="295"/>
            <ac:spMk id="43" creationId="{EBC0E7D4-8125-CF44-9EC5-0C65BA87A2DB}"/>
          </ac:spMkLst>
        </pc:spChg>
        <pc:spChg chg="mod">
          <ac:chgData name="Aggie Menezes" userId="74619c95fa3483c9" providerId="LiveId" clId="{2F8F0ABE-974F-7044-8AC2-279362EC3803}" dt="2021-01-29T08:43:21.871" v="260" actId="165"/>
          <ac:spMkLst>
            <pc:docMk/>
            <pc:sldMk cId="1400428171" sldId="295"/>
            <ac:spMk id="50" creationId="{84172810-0761-1F48-933B-E16E6A153122}"/>
          </ac:spMkLst>
        </pc:spChg>
        <pc:spChg chg="mod">
          <ac:chgData name="Aggie Menezes" userId="74619c95fa3483c9" providerId="LiveId" clId="{2F8F0ABE-974F-7044-8AC2-279362EC3803}" dt="2021-01-29T08:39:12.852" v="237" actId="255"/>
          <ac:spMkLst>
            <pc:docMk/>
            <pc:sldMk cId="1400428171" sldId="295"/>
            <ac:spMk id="52" creationId="{A487298E-DFB5-6544-A5A5-E9F260820FCB}"/>
          </ac:spMkLst>
        </pc:spChg>
        <pc:spChg chg="mod">
          <ac:chgData name="Aggie Menezes" userId="74619c95fa3483c9" providerId="LiveId" clId="{2F8F0ABE-974F-7044-8AC2-279362EC3803}" dt="2021-01-29T08:38:10.409" v="224" actId="255"/>
          <ac:spMkLst>
            <pc:docMk/>
            <pc:sldMk cId="1400428171" sldId="295"/>
            <ac:spMk id="53" creationId="{1C23A364-356A-6740-8794-F3126F8D737D}"/>
          </ac:spMkLst>
        </pc:spChg>
        <pc:spChg chg="mod">
          <ac:chgData name="Aggie Menezes" userId="74619c95fa3483c9" providerId="LiveId" clId="{2F8F0ABE-974F-7044-8AC2-279362EC3803}" dt="2021-01-29T08:43:21.871" v="260" actId="165"/>
          <ac:spMkLst>
            <pc:docMk/>
            <pc:sldMk cId="1400428171" sldId="295"/>
            <ac:spMk id="54" creationId="{DA02676B-690A-6941-A046-EFE9BF157668}"/>
          </ac:spMkLst>
        </pc:spChg>
        <pc:spChg chg="mod topLvl">
          <ac:chgData name="Aggie Menezes" userId="74619c95fa3483c9" providerId="LiveId" clId="{2F8F0ABE-974F-7044-8AC2-279362EC3803}" dt="2021-01-29T08:44:54.861" v="267" actId="164"/>
          <ac:spMkLst>
            <pc:docMk/>
            <pc:sldMk cId="1400428171" sldId="295"/>
            <ac:spMk id="55" creationId="{80C34C85-0E1F-E84C-BF83-1BCCC183DD5F}"/>
          </ac:spMkLst>
        </pc:spChg>
        <pc:spChg chg="mod">
          <ac:chgData name="Aggie Menezes" userId="74619c95fa3483c9" providerId="LiveId" clId="{2F8F0ABE-974F-7044-8AC2-279362EC3803}" dt="2021-01-29T08:40:56.323" v="253" actId="20577"/>
          <ac:spMkLst>
            <pc:docMk/>
            <pc:sldMk cId="1400428171" sldId="295"/>
            <ac:spMk id="56" creationId="{AC3DCFE8-338F-004E-B54B-348CFDB1F74B}"/>
          </ac:spMkLst>
        </pc:spChg>
        <pc:spChg chg="mod">
          <ac:chgData name="Aggie Menezes" userId="74619c95fa3483c9" providerId="LiveId" clId="{2F8F0ABE-974F-7044-8AC2-279362EC3803}" dt="2021-01-29T08:43:21.871" v="260" actId="165"/>
          <ac:spMkLst>
            <pc:docMk/>
            <pc:sldMk cId="1400428171" sldId="295"/>
            <ac:spMk id="57" creationId="{BB3B3B8F-B6FB-6940-8565-3D36D295ADDF}"/>
          </ac:spMkLst>
        </pc:spChg>
        <pc:spChg chg="mod topLvl">
          <ac:chgData name="Aggie Menezes" userId="74619c95fa3483c9" providerId="LiveId" clId="{2F8F0ABE-974F-7044-8AC2-279362EC3803}" dt="2021-01-29T08:44:54.861" v="267" actId="164"/>
          <ac:spMkLst>
            <pc:docMk/>
            <pc:sldMk cId="1400428171" sldId="295"/>
            <ac:spMk id="58" creationId="{6898A4F8-38AB-9F44-B745-47BF176AF589}"/>
          </ac:spMkLst>
        </pc:spChg>
        <pc:spChg chg="mod">
          <ac:chgData name="Aggie Menezes" userId="74619c95fa3483c9" providerId="LiveId" clId="{2F8F0ABE-974F-7044-8AC2-279362EC3803}" dt="2021-01-29T08:39:15.241" v="238" actId="2711"/>
          <ac:spMkLst>
            <pc:docMk/>
            <pc:sldMk cId="1400428171" sldId="295"/>
            <ac:spMk id="59" creationId="{DBF67B7C-FE6C-A44F-8BAE-475124F97B69}"/>
          </ac:spMkLst>
        </pc:spChg>
        <pc:spChg chg="del">
          <ac:chgData name="Aggie Menezes" userId="74619c95fa3483c9" providerId="LiveId" clId="{2F8F0ABE-974F-7044-8AC2-279362EC3803}" dt="2021-01-29T08:35:16.609" v="207" actId="478"/>
          <ac:spMkLst>
            <pc:docMk/>
            <pc:sldMk cId="1400428171" sldId="295"/>
            <ac:spMk id="63" creationId="{00000000-0000-0000-0000-000000000000}"/>
          </ac:spMkLst>
        </pc:spChg>
        <pc:grpChg chg="add mod topLvl">
          <ac:chgData name="Aggie Menezes" userId="74619c95fa3483c9" providerId="LiveId" clId="{2F8F0ABE-974F-7044-8AC2-279362EC3803}" dt="2021-01-29T08:43:21.871" v="260" actId="165"/>
          <ac:grpSpMkLst>
            <pc:docMk/>
            <pc:sldMk cId="1400428171" sldId="295"/>
            <ac:grpSpMk id="5" creationId="{26DA488C-C894-7441-AE42-0F97B480F910}"/>
          </ac:grpSpMkLst>
        </pc:grpChg>
        <pc:grpChg chg="add del mod topLvl">
          <ac:chgData name="Aggie Menezes" userId="74619c95fa3483c9" providerId="LiveId" clId="{2F8F0ABE-974F-7044-8AC2-279362EC3803}" dt="2021-01-29T08:43:21.871" v="260" actId="165"/>
          <ac:grpSpMkLst>
            <pc:docMk/>
            <pc:sldMk cId="1400428171" sldId="295"/>
            <ac:grpSpMk id="8" creationId="{12E3BAE9-D39B-574C-BEEB-9271F8B11A42}"/>
          </ac:grpSpMkLst>
        </pc:grpChg>
        <pc:grpChg chg="mod">
          <ac:chgData name="Aggie Menezes" userId="74619c95fa3483c9" providerId="LiveId" clId="{2F8F0ABE-974F-7044-8AC2-279362EC3803}" dt="2021-01-29T08:43:21.871" v="260" actId="165"/>
          <ac:grpSpMkLst>
            <pc:docMk/>
            <pc:sldMk cId="1400428171" sldId="295"/>
            <ac:grpSpMk id="9" creationId="{43EC23C4-826A-CC4F-B47C-5DA56255BCAE}"/>
          </ac:grpSpMkLst>
        </pc:grpChg>
        <pc:grpChg chg="add mod">
          <ac:chgData name="Aggie Menezes" userId="74619c95fa3483c9" providerId="LiveId" clId="{2F8F0ABE-974F-7044-8AC2-279362EC3803}" dt="2021-01-29T08:39:12.852" v="237" actId="255"/>
          <ac:grpSpMkLst>
            <pc:docMk/>
            <pc:sldMk cId="1400428171" sldId="295"/>
            <ac:grpSpMk id="10" creationId="{7BB932E6-C851-C342-A747-5A59B9F24069}"/>
          </ac:grpSpMkLst>
        </pc:grpChg>
        <pc:grpChg chg="add mod">
          <ac:chgData name="Aggie Menezes" userId="74619c95fa3483c9" providerId="LiveId" clId="{2F8F0ABE-974F-7044-8AC2-279362EC3803}" dt="2021-01-29T08:38:10.409" v="224" actId="255"/>
          <ac:grpSpMkLst>
            <pc:docMk/>
            <pc:sldMk cId="1400428171" sldId="295"/>
            <ac:grpSpMk id="12" creationId="{1134A15E-35AF-5D43-BD41-BAC8F8410D5E}"/>
          </ac:grpSpMkLst>
        </pc:grpChg>
        <pc:grpChg chg="add del mod">
          <ac:chgData name="Aggie Menezes" userId="74619c95fa3483c9" providerId="LiveId" clId="{2F8F0ABE-974F-7044-8AC2-279362EC3803}" dt="2021-01-29T08:43:12.373" v="259" actId="165"/>
          <ac:grpSpMkLst>
            <pc:docMk/>
            <pc:sldMk cId="1400428171" sldId="295"/>
            <ac:grpSpMk id="13" creationId="{0DC27439-73CD-7440-ABB1-C0847FF1D563}"/>
          </ac:grpSpMkLst>
        </pc:grpChg>
        <pc:grpChg chg="add mod">
          <ac:chgData name="Aggie Menezes" userId="74619c95fa3483c9" providerId="LiveId" clId="{2F8F0ABE-974F-7044-8AC2-279362EC3803}" dt="2021-01-29T08:44:54.861" v="267" actId="164"/>
          <ac:grpSpMkLst>
            <pc:docMk/>
            <pc:sldMk cId="1400428171" sldId="295"/>
            <ac:grpSpMk id="14" creationId="{2D9D7117-93AB-FD42-BB0E-DC79274BA772}"/>
          </ac:grpSpMkLst>
        </pc:grpChg>
        <pc:grpChg chg="add mod">
          <ac:chgData name="Aggie Menezes" userId="74619c95fa3483c9" providerId="LiveId" clId="{2F8F0ABE-974F-7044-8AC2-279362EC3803}" dt="2021-01-29T08:44:54.861" v="267" actId="164"/>
          <ac:grpSpMkLst>
            <pc:docMk/>
            <pc:sldMk cId="1400428171" sldId="295"/>
            <ac:grpSpMk id="15" creationId="{65FCABD6-D035-C044-9BC1-8CA0377777AA}"/>
          </ac:grpSpMkLst>
        </pc:grpChg>
        <pc:grpChg chg="mod topLvl">
          <ac:chgData name="Aggie Menezes" userId="74619c95fa3483c9" providerId="LiveId" clId="{2F8F0ABE-974F-7044-8AC2-279362EC3803}" dt="2021-01-29T08:44:13.646" v="263" actId="164"/>
          <ac:grpSpMkLst>
            <pc:docMk/>
            <pc:sldMk cId="1400428171" sldId="295"/>
            <ac:grpSpMk id="35" creationId="{77834382-ACCA-6647-B745-BBBA48869AB2}"/>
          </ac:grpSpMkLst>
        </pc:grpChg>
        <pc:grpChg chg="mod">
          <ac:chgData name="Aggie Menezes" userId="74619c95fa3483c9" providerId="LiveId" clId="{2F8F0ABE-974F-7044-8AC2-279362EC3803}" dt="2021-01-29T08:39:12.852" v="237" actId="255"/>
          <ac:grpSpMkLst>
            <pc:docMk/>
            <pc:sldMk cId="1400428171" sldId="295"/>
            <ac:grpSpMk id="39" creationId="{36690272-9E7A-B647-8242-532979EF7B12}"/>
          </ac:grpSpMkLst>
        </pc:grpChg>
        <pc:cxnChg chg="mod">
          <ac:chgData name="Aggie Menezes" userId="74619c95fa3483c9" providerId="LiveId" clId="{2F8F0ABE-974F-7044-8AC2-279362EC3803}" dt="2021-01-29T08:38:10.409" v="224" actId="255"/>
          <ac:cxnSpMkLst>
            <pc:docMk/>
            <pc:sldMk cId="1400428171" sldId="295"/>
            <ac:cxnSpMk id="3" creationId="{2BB78341-9308-0149-A44F-4B323911BC52}"/>
          </ac:cxnSpMkLst>
        </pc:cxnChg>
        <pc:cxnChg chg="mod">
          <ac:chgData name="Aggie Menezes" userId="74619c95fa3483c9" providerId="LiveId" clId="{2F8F0ABE-974F-7044-8AC2-279362EC3803}" dt="2021-01-29T08:43:21.871" v="260" actId="165"/>
          <ac:cxnSpMkLst>
            <pc:docMk/>
            <pc:sldMk cId="1400428171" sldId="295"/>
            <ac:cxnSpMk id="4" creationId="{FE56719D-9E8E-0B43-9263-48A3C32B06A8}"/>
          </ac:cxnSpMkLst>
        </pc:cxnChg>
        <pc:cxnChg chg="mod">
          <ac:chgData name="Aggie Menezes" userId="74619c95fa3483c9" providerId="LiveId" clId="{2F8F0ABE-974F-7044-8AC2-279362EC3803}" dt="2021-01-29T08:38:10.409" v="224" actId="255"/>
          <ac:cxnSpMkLst>
            <pc:docMk/>
            <pc:sldMk cId="1400428171" sldId="295"/>
            <ac:cxnSpMk id="7" creationId="{331085A8-565D-3941-9FA1-7BD2746DA365}"/>
          </ac:cxnSpMkLst>
        </pc:cxnChg>
        <pc:cxnChg chg="mod">
          <ac:chgData name="Aggie Menezes" userId="74619c95fa3483c9" providerId="LiveId" clId="{2F8F0ABE-974F-7044-8AC2-279362EC3803}" dt="2021-01-29T08:38:10.409" v="224" actId="255"/>
          <ac:cxnSpMkLst>
            <pc:docMk/>
            <pc:sldMk cId="1400428171" sldId="295"/>
            <ac:cxnSpMk id="19" creationId="{1CC053BA-DD1E-8D43-90D5-BD35455945E1}"/>
          </ac:cxnSpMkLst>
        </pc:cxnChg>
        <pc:cxnChg chg="mod">
          <ac:chgData name="Aggie Menezes" userId="74619c95fa3483c9" providerId="LiveId" clId="{2F8F0ABE-974F-7044-8AC2-279362EC3803}" dt="2021-01-29T08:43:21.871" v="260" actId="165"/>
          <ac:cxnSpMkLst>
            <pc:docMk/>
            <pc:sldMk cId="1400428171" sldId="295"/>
            <ac:cxnSpMk id="36" creationId="{AA62A70E-3468-094D-AE6B-FD98B321F206}"/>
          </ac:cxnSpMkLst>
        </pc:cxnChg>
        <pc:cxnChg chg="mod">
          <ac:chgData name="Aggie Menezes" userId="74619c95fa3483c9" providerId="LiveId" clId="{2F8F0ABE-974F-7044-8AC2-279362EC3803}" dt="2021-01-29T08:45:46.971" v="271" actId="14100"/>
          <ac:cxnSpMkLst>
            <pc:docMk/>
            <pc:sldMk cId="1400428171" sldId="295"/>
            <ac:cxnSpMk id="40" creationId="{D5620C65-BF43-C746-94AE-5F430C17DA93}"/>
          </ac:cxnSpMkLst>
        </pc:cxnChg>
      </pc:sldChg>
      <pc:sldChg chg="addSp delSp modSp mod">
        <pc:chgData name="Aggie Menezes" userId="74619c95fa3483c9" providerId="LiveId" clId="{2F8F0ABE-974F-7044-8AC2-279362EC3803}" dt="2021-01-29T08:48:41.360" v="290" actId="58"/>
        <pc:sldMkLst>
          <pc:docMk/>
          <pc:sldMk cId="2649149946" sldId="296"/>
        </pc:sldMkLst>
        <pc:spChg chg="mod">
          <ac:chgData name="Aggie Menezes" userId="74619c95fa3483c9" providerId="LiveId" clId="{2F8F0ABE-974F-7044-8AC2-279362EC3803}" dt="2021-01-29T08:48:00.311" v="283" actId="1076"/>
          <ac:spMkLst>
            <pc:docMk/>
            <pc:sldMk cId="2649149946" sldId="296"/>
            <ac:spMk id="6" creationId="{5CAEA21E-A56A-4543-9D96-F3B00D780B67}"/>
          </ac:spMkLst>
        </pc:spChg>
        <pc:spChg chg="mod">
          <ac:chgData name="Aggie Menezes" userId="74619c95fa3483c9" providerId="LiveId" clId="{2F8F0ABE-974F-7044-8AC2-279362EC3803}" dt="2021-01-29T08:48:00.311" v="283" actId="1076"/>
          <ac:spMkLst>
            <pc:docMk/>
            <pc:sldMk cId="2649149946" sldId="296"/>
            <ac:spMk id="11" creationId="{5769A5B4-362E-654B-8195-BCFF38690E1C}"/>
          </ac:spMkLst>
        </pc:spChg>
        <pc:spChg chg="add mod">
          <ac:chgData name="Aggie Menezes" userId="74619c95fa3483c9" providerId="LiveId" clId="{2F8F0ABE-974F-7044-8AC2-279362EC3803}" dt="2021-01-29T08:48:12.703" v="285"/>
          <ac:spMkLst>
            <pc:docMk/>
            <pc:sldMk cId="2649149946" sldId="296"/>
            <ac:spMk id="15" creationId="{12B0518F-9D9C-DD49-A7AF-F396CE18F129}"/>
          </ac:spMkLst>
        </pc:spChg>
        <pc:spChg chg="mod">
          <ac:chgData name="Aggie Menezes" userId="74619c95fa3483c9" providerId="LiveId" clId="{2F8F0ABE-974F-7044-8AC2-279362EC3803}" dt="2021-01-29T08:48:19.738" v="287" actId="1076"/>
          <ac:spMkLst>
            <pc:docMk/>
            <pc:sldMk cId="2649149946" sldId="296"/>
            <ac:spMk id="33" creationId="{6D12F0C0-D997-354F-8D31-7745736818A1}"/>
          </ac:spMkLst>
        </pc:spChg>
        <pc:spChg chg="mod">
          <ac:chgData name="Aggie Menezes" userId="74619c95fa3483c9" providerId="LiveId" clId="{2F8F0ABE-974F-7044-8AC2-279362EC3803}" dt="2021-01-29T08:48:36.928" v="289" actId="58"/>
          <ac:spMkLst>
            <pc:docMk/>
            <pc:sldMk cId="2649149946" sldId="296"/>
            <ac:spMk id="45" creationId="{CF1A6DA5-062C-AD43-9533-EFDAB67D59EA}"/>
          </ac:spMkLst>
        </pc:spChg>
        <pc:spChg chg="mod">
          <ac:chgData name="Aggie Menezes" userId="74619c95fa3483c9" providerId="LiveId" clId="{2F8F0ABE-974F-7044-8AC2-279362EC3803}" dt="2021-01-29T08:48:41.360" v="290" actId="58"/>
          <ac:spMkLst>
            <pc:docMk/>
            <pc:sldMk cId="2649149946" sldId="296"/>
            <ac:spMk id="53" creationId="{1C23A364-356A-6740-8794-F3126F8D737D}"/>
          </ac:spMkLst>
        </pc:spChg>
        <pc:spChg chg="del">
          <ac:chgData name="Aggie Menezes" userId="74619c95fa3483c9" providerId="LiveId" clId="{2F8F0ABE-974F-7044-8AC2-279362EC3803}" dt="2021-01-29T08:48:16.266" v="286" actId="478"/>
          <ac:spMkLst>
            <pc:docMk/>
            <pc:sldMk cId="2649149946" sldId="296"/>
            <ac:spMk id="63" creationId="{00000000-0000-0000-0000-000000000000}"/>
          </ac:spMkLst>
        </pc:spChg>
        <pc:grpChg chg="mod">
          <ac:chgData name="Aggie Menezes" userId="74619c95fa3483c9" providerId="LiveId" clId="{2F8F0ABE-974F-7044-8AC2-279362EC3803}" dt="2021-01-29T08:48:00.311" v="283" actId="1076"/>
          <ac:grpSpMkLst>
            <pc:docMk/>
            <pc:sldMk cId="2649149946" sldId="296"/>
            <ac:grpSpMk id="5" creationId="{C5648ED5-B464-7F44-ACD3-6F18067FCF04}"/>
          </ac:grpSpMkLst>
        </pc:grpChg>
        <pc:grpChg chg="mod">
          <ac:chgData name="Aggie Menezes" userId="74619c95fa3483c9" providerId="LiveId" clId="{2F8F0ABE-974F-7044-8AC2-279362EC3803}" dt="2021-01-29T08:48:00.311" v="283" actId="1076"/>
          <ac:grpSpMkLst>
            <pc:docMk/>
            <pc:sldMk cId="2649149946" sldId="296"/>
            <ac:grpSpMk id="34" creationId="{9A82AB9B-C07F-494D-BEFB-4B58AE0913CC}"/>
          </ac:grpSpMkLst>
        </pc:grpChg>
        <pc:cxnChg chg="mod">
          <ac:chgData name="Aggie Menezes" userId="74619c95fa3483c9" providerId="LiveId" clId="{2F8F0ABE-974F-7044-8AC2-279362EC3803}" dt="2021-01-29T08:48:00.311" v="283" actId="1076"/>
          <ac:cxnSpMkLst>
            <pc:docMk/>
            <pc:sldMk cId="2649149946" sldId="296"/>
            <ac:cxnSpMk id="3" creationId="{2BB78341-9308-0149-A44F-4B323911BC52}"/>
          </ac:cxnSpMkLst>
        </pc:cxnChg>
        <pc:cxnChg chg="mod">
          <ac:chgData name="Aggie Menezes" userId="74619c95fa3483c9" providerId="LiveId" clId="{2F8F0ABE-974F-7044-8AC2-279362EC3803}" dt="2021-01-29T08:48:00.311" v="283" actId="1076"/>
          <ac:cxnSpMkLst>
            <pc:docMk/>
            <pc:sldMk cId="2649149946" sldId="296"/>
            <ac:cxnSpMk id="7" creationId="{331085A8-565D-3941-9FA1-7BD2746DA365}"/>
          </ac:cxnSpMkLst>
        </pc:cxnChg>
      </pc:sldChg>
      <pc:sldChg chg="delSp mod">
        <pc:chgData name="Aggie Menezes" userId="74619c95fa3483c9" providerId="LiveId" clId="{2F8F0ABE-974F-7044-8AC2-279362EC3803}" dt="2021-01-29T08:18:18.246" v="29" actId="478"/>
        <pc:sldMkLst>
          <pc:docMk/>
          <pc:sldMk cId="3498740623" sldId="304"/>
        </pc:sldMkLst>
        <pc:grpChg chg="del">
          <ac:chgData name="Aggie Menezes" userId="74619c95fa3483c9" providerId="LiveId" clId="{2F8F0ABE-974F-7044-8AC2-279362EC3803}" dt="2021-01-29T08:18:14.854" v="27" actId="478"/>
          <ac:grpSpMkLst>
            <pc:docMk/>
            <pc:sldMk cId="3498740623" sldId="304"/>
            <ac:grpSpMk id="33" creationId="{3B2960BB-7EA6-0847-91C5-561C21F0418E}"/>
          </ac:grpSpMkLst>
        </pc:grpChg>
        <pc:grpChg chg="del">
          <ac:chgData name="Aggie Menezes" userId="74619c95fa3483c9" providerId="LiveId" clId="{2F8F0ABE-974F-7044-8AC2-279362EC3803}" dt="2021-01-29T08:18:05.752" v="23" actId="478"/>
          <ac:grpSpMkLst>
            <pc:docMk/>
            <pc:sldMk cId="3498740623" sldId="304"/>
            <ac:grpSpMk id="41" creationId="{46128EB7-6D0F-E248-A80C-676191714BF0}"/>
          </ac:grpSpMkLst>
        </pc:grpChg>
        <pc:grpChg chg="del">
          <ac:chgData name="Aggie Menezes" userId="74619c95fa3483c9" providerId="LiveId" clId="{2F8F0ABE-974F-7044-8AC2-279362EC3803}" dt="2021-01-29T08:18:08.305" v="24" actId="478"/>
          <ac:grpSpMkLst>
            <pc:docMk/>
            <pc:sldMk cId="3498740623" sldId="304"/>
            <ac:grpSpMk id="46" creationId="{C387434C-C5CD-0949-9E24-E3DF0E535E45}"/>
          </ac:grpSpMkLst>
        </pc:grpChg>
        <pc:inkChg chg="del">
          <ac:chgData name="Aggie Menezes" userId="74619c95fa3483c9" providerId="LiveId" clId="{2F8F0ABE-974F-7044-8AC2-279362EC3803}" dt="2021-01-29T08:18:18.246" v="29" actId="478"/>
          <ac:inkMkLst>
            <pc:docMk/>
            <pc:sldMk cId="3498740623" sldId="304"/>
            <ac:inkMk id="34" creationId="{C556384B-0B7E-7D44-8105-7775B08CAED0}"/>
          </ac:inkMkLst>
        </pc:inkChg>
        <pc:inkChg chg="del">
          <ac:chgData name="Aggie Menezes" userId="74619c95fa3483c9" providerId="LiveId" clId="{2F8F0ABE-974F-7044-8AC2-279362EC3803}" dt="2021-01-29T08:18:16.698" v="28" actId="478"/>
          <ac:inkMkLst>
            <pc:docMk/>
            <pc:sldMk cId="3498740623" sldId="304"/>
            <ac:inkMk id="35" creationId="{71D19386-0085-9F41-89F4-676FD8C4A28A}"/>
          </ac:inkMkLst>
        </pc:inkChg>
        <pc:inkChg chg="del">
          <ac:chgData name="Aggie Menezes" userId="74619c95fa3483c9" providerId="LiveId" clId="{2F8F0ABE-974F-7044-8AC2-279362EC3803}" dt="2021-01-29T08:18:10.722" v="25" actId="478"/>
          <ac:inkMkLst>
            <pc:docMk/>
            <pc:sldMk cId="3498740623" sldId="304"/>
            <ac:inkMk id="47" creationId="{0E66CA2A-776D-164D-8FB6-FB4FEABACD92}"/>
          </ac:inkMkLst>
        </pc:inkChg>
        <pc:inkChg chg="del">
          <ac:chgData name="Aggie Menezes" userId="74619c95fa3483c9" providerId="LiveId" clId="{2F8F0ABE-974F-7044-8AC2-279362EC3803}" dt="2021-01-29T08:18:12.239" v="26" actId="478"/>
          <ac:inkMkLst>
            <pc:docMk/>
            <pc:sldMk cId="3498740623" sldId="304"/>
            <ac:inkMk id="48" creationId="{4D8C8DEA-3917-D745-B6BC-D6268A8082C6}"/>
          </ac:inkMkLst>
        </pc:inkChg>
      </pc:sldChg>
      <pc:sldChg chg="delSp mod">
        <pc:chgData name="Aggie Menezes" userId="74619c95fa3483c9" providerId="LiveId" clId="{2F8F0ABE-974F-7044-8AC2-279362EC3803}" dt="2021-01-29T08:18:00.997" v="22" actId="478"/>
        <pc:sldMkLst>
          <pc:docMk/>
          <pc:sldMk cId="2991207926" sldId="306"/>
        </pc:sldMkLst>
        <pc:grpChg chg="del">
          <ac:chgData name="Aggie Menezes" userId="74619c95fa3483c9" providerId="LiveId" clId="{2F8F0ABE-974F-7044-8AC2-279362EC3803}" dt="2021-01-29T08:17:51.377" v="17" actId="478"/>
          <ac:grpSpMkLst>
            <pc:docMk/>
            <pc:sldMk cId="2991207926" sldId="306"/>
            <ac:grpSpMk id="29" creationId="{F5F3D227-CB7D-9248-BCD3-05812EAED79F}"/>
          </ac:grpSpMkLst>
        </pc:grpChg>
        <pc:grpChg chg="del">
          <ac:chgData name="Aggie Menezes" userId="74619c95fa3483c9" providerId="LiveId" clId="{2F8F0ABE-974F-7044-8AC2-279362EC3803}" dt="2021-01-29T08:17:57.107" v="20" actId="478"/>
          <ac:grpSpMkLst>
            <pc:docMk/>
            <pc:sldMk cId="2991207926" sldId="306"/>
            <ac:grpSpMk id="36" creationId="{3386D575-13B6-0E47-A49C-AC881E3FCD2A}"/>
          </ac:grpSpMkLst>
        </pc:grpChg>
        <pc:grpChg chg="del">
          <ac:chgData name="Aggie Menezes" userId="74619c95fa3483c9" providerId="LiveId" clId="{2F8F0ABE-974F-7044-8AC2-279362EC3803}" dt="2021-01-29T08:17:53.068" v="18" actId="478"/>
          <ac:grpSpMkLst>
            <pc:docMk/>
            <pc:sldMk cId="2991207926" sldId="306"/>
            <ac:grpSpMk id="43" creationId="{F3BD1D29-0E4F-BC4A-85E5-F45FEDD5DFEB}"/>
          </ac:grpSpMkLst>
        </pc:grpChg>
        <pc:grpChg chg="del">
          <ac:chgData name="Aggie Menezes" userId="74619c95fa3483c9" providerId="LiveId" clId="{2F8F0ABE-974F-7044-8AC2-279362EC3803}" dt="2021-01-29T08:17:55.112" v="19" actId="478"/>
          <ac:grpSpMkLst>
            <pc:docMk/>
            <pc:sldMk cId="2991207926" sldId="306"/>
            <ac:grpSpMk id="46" creationId="{3F46E9BE-036E-8B4C-AE5C-E2F2B97A5B03}"/>
          </ac:grpSpMkLst>
        </pc:grpChg>
        <pc:inkChg chg="del">
          <ac:chgData name="Aggie Menezes" userId="74619c95fa3483c9" providerId="LiveId" clId="{2F8F0ABE-974F-7044-8AC2-279362EC3803}" dt="2021-01-29T08:17:58.902" v="21" actId="478"/>
          <ac:inkMkLst>
            <pc:docMk/>
            <pc:sldMk cId="2991207926" sldId="306"/>
            <ac:inkMk id="30" creationId="{D09134A3-D7C7-624F-99CB-963703160C9F}"/>
          </ac:inkMkLst>
        </pc:inkChg>
        <pc:inkChg chg="del">
          <ac:chgData name="Aggie Menezes" userId="74619c95fa3483c9" providerId="LiveId" clId="{2F8F0ABE-974F-7044-8AC2-279362EC3803}" dt="2021-01-29T08:18:00.997" v="22" actId="478"/>
          <ac:inkMkLst>
            <pc:docMk/>
            <pc:sldMk cId="2991207926" sldId="306"/>
            <ac:inkMk id="47" creationId="{B305E878-BD8F-C14F-83DC-8E3EDA503312}"/>
          </ac:inkMkLst>
        </pc:inkChg>
      </pc:sldChg>
      <pc:sldChg chg="delSp modSp mod">
        <pc:chgData name="Aggie Menezes" userId="74619c95fa3483c9" providerId="LiveId" clId="{2F8F0ABE-974F-7044-8AC2-279362EC3803}" dt="2021-01-29T08:17:45.052" v="16" actId="478"/>
        <pc:sldMkLst>
          <pc:docMk/>
          <pc:sldMk cId="3639544081" sldId="308"/>
        </pc:sldMkLst>
        <pc:spChg chg="mod">
          <ac:chgData name="Aggie Menezes" userId="74619c95fa3483c9" providerId="LiveId" clId="{2F8F0ABE-974F-7044-8AC2-279362EC3803}" dt="2021-01-29T08:17:38.940" v="14" actId="20577"/>
          <ac:spMkLst>
            <pc:docMk/>
            <pc:sldMk cId="3639544081" sldId="308"/>
            <ac:spMk id="17" creationId="{84BCA32C-AB0C-9546-975C-5C815BCE705D}"/>
          </ac:spMkLst>
        </pc:spChg>
        <pc:grpChg chg="del">
          <ac:chgData name="Aggie Menezes" userId="74619c95fa3483c9" providerId="LiveId" clId="{2F8F0ABE-974F-7044-8AC2-279362EC3803}" dt="2021-01-29T08:17:45.052" v="16" actId="478"/>
          <ac:grpSpMkLst>
            <pc:docMk/>
            <pc:sldMk cId="3639544081" sldId="308"/>
            <ac:grpSpMk id="18" creationId="{DD777F1F-B17C-8142-A08A-057E58F2A549}"/>
          </ac:grpSpMkLst>
        </pc:grpChg>
        <pc:inkChg chg="del">
          <ac:chgData name="Aggie Menezes" userId="74619c95fa3483c9" providerId="LiveId" clId="{2F8F0ABE-974F-7044-8AC2-279362EC3803}" dt="2021-01-29T08:17:42.322" v="15" actId="478"/>
          <ac:inkMkLst>
            <pc:docMk/>
            <pc:sldMk cId="3639544081" sldId="308"/>
            <ac:inkMk id="3" creationId="{A7E68574-4E96-5244-B343-8DE084454E73}"/>
          </ac:inkMkLst>
        </pc:inkChg>
        <pc:inkChg chg="del">
          <ac:chgData name="Aggie Menezes" userId="74619c95fa3483c9" providerId="LiveId" clId="{2F8F0ABE-974F-7044-8AC2-279362EC3803}" dt="2021-01-29T08:17:27.711" v="12" actId="478"/>
          <ac:inkMkLst>
            <pc:docMk/>
            <pc:sldMk cId="3639544081" sldId="308"/>
            <ac:inkMk id="4" creationId="{ED8CC523-1CAB-8E43-909F-3CB474519FE6}"/>
          </ac:inkMkLst>
        </pc:inkChg>
        <pc:inkChg chg="del">
          <ac:chgData name="Aggie Menezes" userId="74619c95fa3483c9" providerId="LiveId" clId="{2F8F0ABE-974F-7044-8AC2-279362EC3803}" dt="2021-01-29T08:17:35.479" v="13" actId="478"/>
          <ac:inkMkLst>
            <pc:docMk/>
            <pc:sldMk cId="3639544081" sldId="308"/>
            <ac:inkMk id="5" creationId="{6A0F4E93-8747-B24B-B364-D9E4205FAE8D}"/>
          </ac:inkMkLst>
        </pc:inkChg>
      </pc:sldChg>
      <pc:sldChg chg="del">
        <pc:chgData name="Aggie Menezes" userId="74619c95fa3483c9" providerId="LiveId" clId="{2F8F0ABE-974F-7044-8AC2-279362EC3803}" dt="2021-01-29T08:18:23.365" v="30" actId="2696"/>
        <pc:sldMkLst>
          <pc:docMk/>
          <pc:sldMk cId="757517153" sldId="309"/>
        </pc:sldMkLst>
      </pc:sldChg>
      <pc:sldChg chg="addSp delSp modSp add mod ord delAnim modAnim">
        <pc:chgData name="Aggie Menezes" userId="74619c95fa3483c9" providerId="LiveId" clId="{2F8F0ABE-974F-7044-8AC2-279362EC3803}" dt="2021-01-29T08:47:27.629" v="281" actId="1076"/>
        <pc:sldMkLst>
          <pc:docMk/>
          <pc:sldMk cId="4182693549" sldId="309"/>
        </pc:sldMkLst>
        <pc:spChg chg="mod topLvl">
          <ac:chgData name="Aggie Menezes" userId="74619c95fa3483c9" providerId="LiveId" clId="{2F8F0ABE-974F-7044-8AC2-279362EC3803}" dt="2021-01-29T08:33:12.855" v="188" actId="165"/>
          <ac:spMkLst>
            <pc:docMk/>
            <pc:sldMk cId="4182693549" sldId="309"/>
            <ac:spMk id="6" creationId="{5CAEA21E-A56A-4543-9D96-F3B00D780B67}"/>
          </ac:spMkLst>
        </pc:spChg>
        <pc:spChg chg="mod topLvl">
          <ac:chgData name="Aggie Menezes" userId="74619c95fa3483c9" providerId="LiveId" clId="{2F8F0ABE-974F-7044-8AC2-279362EC3803}" dt="2021-01-29T08:47:06.688" v="280" actId="1076"/>
          <ac:spMkLst>
            <pc:docMk/>
            <pc:sldMk cId="4182693549" sldId="309"/>
            <ac:spMk id="11" creationId="{5769A5B4-362E-654B-8195-BCFF38690E1C}"/>
          </ac:spMkLst>
        </pc:spChg>
        <pc:spChg chg="del">
          <ac:chgData name="Aggie Menezes" userId="74619c95fa3483c9" providerId="LiveId" clId="{2F8F0ABE-974F-7044-8AC2-279362EC3803}" dt="2021-01-29T08:22:26.419" v="97" actId="478"/>
          <ac:spMkLst>
            <pc:docMk/>
            <pc:sldMk cId="4182693549" sldId="309"/>
            <ac:spMk id="22" creationId="{4DF198FB-7FF9-104E-B0DA-9707EFB08EB2}"/>
          </ac:spMkLst>
        </pc:spChg>
        <pc:spChg chg="del">
          <ac:chgData name="Aggie Menezes" userId="74619c95fa3483c9" providerId="LiveId" clId="{2F8F0ABE-974F-7044-8AC2-279362EC3803}" dt="2021-01-29T08:22:30.842" v="99" actId="478"/>
          <ac:spMkLst>
            <pc:docMk/>
            <pc:sldMk cId="4182693549" sldId="309"/>
            <ac:spMk id="30" creationId="{16CA2D5A-C15F-4545-83CE-B77C8F74EF8A}"/>
          </ac:spMkLst>
        </pc:spChg>
        <pc:spChg chg="mod">
          <ac:chgData name="Aggie Menezes" userId="74619c95fa3483c9" providerId="LiveId" clId="{2F8F0ABE-974F-7044-8AC2-279362EC3803}" dt="2021-01-29T08:33:12.855" v="188" actId="165"/>
          <ac:spMkLst>
            <pc:docMk/>
            <pc:sldMk cId="4182693549" sldId="309"/>
            <ac:spMk id="31" creationId="{4099CA49-3EFC-6F47-B979-11192BC3AA1B}"/>
          </ac:spMkLst>
        </pc:spChg>
        <pc:spChg chg="mod">
          <ac:chgData name="Aggie Menezes" userId="74619c95fa3483c9" providerId="LiveId" clId="{2F8F0ABE-974F-7044-8AC2-279362EC3803}" dt="2021-01-29T08:46:26.751" v="273" actId="1076"/>
          <ac:spMkLst>
            <pc:docMk/>
            <pc:sldMk cId="4182693549" sldId="309"/>
            <ac:spMk id="32" creationId="{88BC9F22-24B6-0042-B8CB-E2E2D2BD9E53}"/>
          </ac:spMkLst>
        </pc:spChg>
        <pc:spChg chg="mod">
          <ac:chgData name="Aggie Menezes" userId="74619c95fa3483c9" providerId="LiveId" clId="{2F8F0ABE-974F-7044-8AC2-279362EC3803}" dt="2021-01-29T08:47:27.629" v="281" actId="1076"/>
          <ac:spMkLst>
            <pc:docMk/>
            <pc:sldMk cId="4182693549" sldId="309"/>
            <ac:spMk id="33" creationId="{6D12F0C0-D997-354F-8D31-7745736818A1}"/>
          </ac:spMkLst>
        </pc:spChg>
        <pc:spChg chg="del">
          <ac:chgData name="Aggie Menezes" userId="74619c95fa3483c9" providerId="LiveId" clId="{2F8F0ABE-974F-7044-8AC2-279362EC3803}" dt="2021-01-29T08:22:26.419" v="97" actId="478"/>
          <ac:spMkLst>
            <pc:docMk/>
            <pc:sldMk cId="4182693549" sldId="309"/>
            <ac:spMk id="34" creationId="{298B8249-6A4E-1F4C-A279-D36F2802A113}"/>
          </ac:spMkLst>
        </pc:spChg>
        <pc:spChg chg="mod">
          <ac:chgData name="Aggie Menezes" userId="74619c95fa3483c9" providerId="LiveId" clId="{2F8F0ABE-974F-7044-8AC2-279362EC3803}" dt="2021-01-29T08:33:12.855" v="188" actId="165"/>
          <ac:spMkLst>
            <pc:docMk/>
            <pc:sldMk cId="4182693549" sldId="309"/>
            <ac:spMk id="37" creationId="{D6394A1C-3703-654E-BAF4-39530E6B906F}"/>
          </ac:spMkLst>
        </pc:spChg>
        <pc:spChg chg="mod">
          <ac:chgData name="Aggie Menezes" userId="74619c95fa3483c9" providerId="LiveId" clId="{2F8F0ABE-974F-7044-8AC2-279362EC3803}" dt="2021-01-29T08:46:37.940" v="275" actId="1076"/>
          <ac:spMkLst>
            <pc:docMk/>
            <pc:sldMk cId="4182693549" sldId="309"/>
            <ac:spMk id="38" creationId="{BB14690F-2E92-B14D-BDB8-D74B8135BD1E}"/>
          </ac:spMkLst>
        </pc:spChg>
        <pc:spChg chg="mod">
          <ac:chgData name="Aggie Menezes" userId="74619c95fa3483c9" providerId="LiveId" clId="{2F8F0ABE-974F-7044-8AC2-279362EC3803}" dt="2021-01-29T08:33:12.855" v="188" actId="165"/>
          <ac:spMkLst>
            <pc:docMk/>
            <pc:sldMk cId="4182693549" sldId="309"/>
            <ac:spMk id="41" creationId="{6B24AD40-C39A-9F40-A231-DA52F80ADB61}"/>
          </ac:spMkLst>
        </pc:spChg>
        <pc:spChg chg="mod">
          <ac:chgData name="Aggie Menezes" userId="74619c95fa3483c9" providerId="LiveId" clId="{2F8F0ABE-974F-7044-8AC2-279362EC3803}" dt="2021-01-29T08:46:44.543" v="277" actId="1076"/>
          <ac:spMkLst>
            <pc:docMk/>
            <pc:sldMk cId="4182693549" sldId="309"/>
            <ac:spMk id="42" creationId="{C68AE291-3548-D342-8E94-1A8E34D1DC40}"/>
          </ac:spMkLst>
        </pc:spChg>
        <pc:spChg chg="del">
          <ac:chgData name="Aggie Menezes" userId="74619c95fa3483c9" providerId="LiveId" clId="{2F8F0ABE-974F-7044-8AC2-279362EC3803}" dt="2021-01-29T08:22:26.419" v="97" actId="478"/>
          <ac:spMkLst>
            <pc:docMk/>
            <pc:sldMk cId="4182693549" sldId="309"/>
            <ac:spMk id="51" creationId="{2378B15A-5EE3-1F40-A5C0-F460640D612F}"/>
          </ac:spMkLst>
        </pc:spChg>
        <pc:spChg chg="mod">
          <ac:chgData name="Aggie Menezes" userId="74619c95fa3483c9" providerId="LiveId" clId="{2F8F0ABE-974F-7044-8AC2-279362EC3803}" dt="2021-01-29T08:32:32.913" v="181" actId="1076"/>
          <ac:spMkLst>
            <pc:docMk/>
            <pc:sldMk cId="4182693549" sldId="309"/>
            <ac:spMk id="63" creationId="{00000000-0000-0000-0000-000000000000}"/>
          </ac:spMkLst>
        </pc:spChg>
        <pc:spChg chg="del">
          <ac:chgData name="Aggie Menezes" userId="74619c95fa3483c9" providerId="LiveId" clId="{2F8F0ABE-974F-7044-8AC2-279362EC3803}" dt="2021-01-29T08:22:38.459" v="100" actId="478"/>
          <ac:spMkLst>
            <pc:docMk/>
            <pc:sldMk cId="4182693549" sldId="309"/>
            <ac:spMk id="121" creationId="{EE873914-12B4-2947-B8F8-8CE9F043209A}"/>
          </ac:spMkLst>
        </pc:spChg>
        <pc:spChg chg="del">
          <ac:chgData name="Aggie Menezes" userId="74619c95fa3483c9" providerId="LiveId" clId="{2F8F0ABE-974F-7044-8AC2-279362EC3803}" dt="2021-01-29T08:22:28.295" v="98" actId="478"/>
          <ac:spMkLst>
            <pc:docMk/>
            <pc:sldMk cId="4182693549" sldId="309"/>
            <ac:spMk id="122" creationId="{9F07B848-4D53-4943-8171-82A2864350A1}"/>
          </ac:spMkLst>
        </pc:spChg>
        <pc:spChg chg="del">
          <ac:chgData name="Aggie Menezes" userId="74619c95fa3483c9" providerId="LiveId" clId="{2F8F0ABE-974F-7044-8AC2-279362EC3803}" dt="2021-01-29T08:22:26.419" v="97" actId="478"/>
          <ac:spMkLst>
            <pc:docMk/>
            <pc:sldMk cId="4182693549" sldId="309"/>
            <ac:spMk id="123" creationId="{CA893AC9-F6F4-144C-BBF6-43B51E5C049B}"/>
          </ac:spMkLst>
        </pc:spChg>
        <pc:grpChg chg="mod topLvl">
          <ac:chgData name="Aggie Menezes" userId="74619c95fa3483c9" providerId="LiveId" clId="{2F8F0ABE-974F-7044-8AC2-279362EC3803}" dt="2021-01-29T08:33:12.855" v="188" actId="165"/>
          <ac:grpSpMkLst>
            <pc:docMk/>
            <pc:sldMk cId="4182693549" sldId="309"/>
            <ac:grpSpMk id="9" creationId="{43EC23C4-826A-CC4F-B47C-5DA56255BCAE}"/>
          </ac:grpSpMkLst>
        </pc:grpChg>
        <pc:grpChg chg="add del mod">
          <ac:chgData name="Aggie Menezes" userId="74619c95fa3483c9" providerId="LiveId" clId="{2F8F0ABE-974F-7044-8AC2-279362EC3803}" dt="2021-01-29T08:33:12.855" v="188" actId="165"/>
          <ac:grpSpMkLst>
            <pc:docMk/>
            <pc:sldMk cId="4182693549" sldId="309"/>
            <ac:grpSpMk id="10" creationId="{A54A3B45-5058-F04E-9E9C-6B48EEE76FBE}"/>
          </ac:grpSpMkLst>
        </pc:grpChg>
        <pc:grpChg chg="del">
          <ac:chgData name="Aggie Menezes" userId="74619c95fa3483c9" providerId="LiveId" clId="{2F8F0ABE-974F-7044-8AC2-279362EC3803}" dt="2021-01-29T08:22:26.419" v="97" actId="478"/>
          <ac:grpSpMkLst>
            <pc:docMk/>
            <pc:sldMk cId="4182693549" sldId="309"/>
            <ac:grpSpMk id="23" creationId="{C1CBCCC6-BA59-134A-B098-5E1CC1F83C99}"/>
          </ac:grpSpMkLst>
        </pc:grpChg>
        <pc:grpChg chg="mod topLvl">
          <ac:chgData name="Aggie Menezes" userId="74619c95fa3483c9" providerId="LiveId" clId="{2F8F0ABE-974F-7044-8AC2-279362EC3803}" dt="2021-01-29T08:33:12.855" v="188" actId="165"/>
          <ac:grpSpMkLst>
            <pc:docMk/>
            <pc:sldMk cId="4182693549" sldId="309"/>
            <ac:grpSpMk id="35" creationId="{77834382-ACCA-6647-B745-BBBA48869AB2}"/>
          </ac:grpSpMkLst>
        </pc:grpChg>
        <pc:grpChg chg="mod topLvl">
          <ac:chgData name="Aggie Menezes" userId="74619c95fa3483c9" providerId="LiveId" clId="{2F8F0ABE-974F-7044-8AC2-279362EC3803}" dt="2021-01-29T08:33:12.855" v="188" actId="165"/>
          <ac:grpSpMkLst>
            <pc:docMk/>
            <pc:sldMk cId="4182693549" sldId="309"/>
            <ac:grpSpMk id="39" creationId="{36690272-9E7A-B647-8242-532979EF7B12}"/>
          </ac:grpSpMkLst>
        </pc:grpChg>
        <pc:grpChg chg="del">
          <ac:chgData name="Aggie Menezes" userId="74619c95fa3483c9" providerId="LiveId" clId="{2F8F0ABE-974F-7044-8AC2-279362EC3803}" dt="2021-01-29T08:22:26.419" v="97" actId="478"/>
          <ac:grpSpMkLst>
            <pc:docMk/>
            <pc:sldMk cId="4182693549" sldId="309"/>
            <ac:grpSpMk id="46" creationId="{F1523486-F754-6D4D-A579-5AB2CDFCA166}"/>
          </ac:grpSpMkLst>
        </pc:grpChg>
        <pc:cxnChg chg="mod topLvl">
          <ac:chgData name="Aggie Menezes" userId="74619c95fa3483c9" providerId="LiveId" clId="{2F8F0ABE-974F-7044-8AC2-279362EC3803}" dt="2021-01-29T08:47:03.140" v="279" actId="14100"/>
          <ac:cxnSpMkLst>
            <pc:docMk/>
            <pc:sldMk cId="4182693549" sldId="309"/>
            <ac:cxnSpMk id="3" creationId="{2BB78341-9308-0149-A44F-4B323911BC52}"/>
          </ac:cxnSpMkLst>
        </pc:cxnChg>
        <pc:cxnChg chg="mod">
          <ac:chgData name="Aggie Menezes" userId="74619c95fa3483c9" providerId="LiveId" clId="{2F8F0ABE-974F-7044-8AC2-279362EC3803}" dt="2021-01-29T08:33:12.855" v="188" actId="165"/>
          <ac:cxnSpMkLst>
            <pc:docMk/>
            <pc:sldMk cId="4182693549" sldId="309"/>
            <ac:cxnSpMk id="4" creationId="{FE56719D-9E8E-0B43-9263-48A3C32B06A8}"/>
          </ac:cxnSpMkLst>
        </pc:cxnChg>
        <pc:cxnChg chg="mod topLvl">
          <ac:chgData name="Aggie Menezes" userId="74619c95fa3483c9" providerId="LiveId" clId="{2F8F0ABE-974F-7044-8AC2-279362EC3803}" dt="2021-01-29T08:33:12.855" v="188" actId="165"/>
          <ac:cxnSpMkLst>
            <pc:docMk/>
            <pc:sldMk cId="4182693549" sldId="309"/>
            <ac:cxnSpMk id="7" creationId="{331085A8-565D-3941-9FA1-7BD2746DA365}"/>
          </ac:cxnSpMkLst>
        </pc:cxnChg>
        <pc:cxnChg chg="mod">
          <ac:chgData name="Aggie Menezes" userId="74619c95fa3483c9" providerId="LiveId" clId="{2F8F0ABE-974F-7044-8AC2-279362EC3803}" dt="2021-01-29T08:33:46.346" v="191" actId="14100"/>
          <ac:cxnSpMkLst>
            <pc:docMk/>
            <pc:sldMk cId="4182693549" sldId="309"/>
            <ac:cxnSpMk id="36" creationId="{AA62A70E-3468-094D-AE6B-FD98B321F206}"/>
          </ac:cxnSpMkLst>
        </pc:cxnChg>
        <pc:cxnChg chg="mod">
          <ac:chgData name="Aggie Menezes" userId="74619c95fa3483c9" providerId="LiveId" clId="{2F8F0ABE-974F-7044-8AC2-279362EC3803}" dt="2021-01-29T08:33:28.654" v="189" actId="14100"/>
          <ac:cxnSpMkLst>
            <pc:docMk/>
            <pc:sldMk cId="4182693549" sldId="309"/>
            <ac:cxnSpMk id="40" creationId="{D5620C65-BF43-C746-94AE-5F430C17DA93}"/>
          </ac:cxnSpMkLst>
        </pc:cxnChg>
      </pc:sldChg>
      <pc:sldChg chg="del">
        <pc:chgData name="Aggie Menezes" userId="74619c95fa3483c9" providerId="LiveId" clId="{2F8F0ABE-974F-7044-8AC2-279362EC3803}" dt="2021-01-29T08:18:26.493" v="31" actId="2696"/>
        <pc:sldMkLst>
          <pc:docMk/>
          <pc:sldMk cId="1344552256" sldId="31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29T14:09:37.189"/>
    </inkml:context>
    <inkml:brush xml:id="br0">
      <inkml:brushProperty name="width" value="0.17143" units="cm"/>
      <inkml:brushProperty name="height" value="0.17143" units="cm"/>
      <inkml:brushProperty name="color" value="#33CCFF"/>
    </inkml:brush>
  </inkml:definitions>
  <inkml:trace contextRef="#ctx0" brushRef="#br0">0 1 6220,'0'0'0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8T12:01:40.071"/>
    </inkml:context>
    <inkml:brush xml:id="br0">
      <inkml:brushProperty name="width" value="0.17143" units="cm"/>
      <inkml:brushProperty name="height" value="0.17143" units="cm"/>
      <inkml:brushProperty name="color" value="#FFC114"/>
    </inkml:brush>
  </inkml:definitions>
  <inkml:trace contextRef="#ctx0" brushRef="#br0">13 131 8055,'-6'-29'-381,"4"2"0,-2 2 0,4 9-4,4 7 272,-2-1 1,11 2 17,-4 3 0,4 4-40,2 1 135,-1 0 0,1 0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Calibri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hf hdr="0" ft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2352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924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496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6068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640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88" Type="http://schemas.openxmlformats.org/officeDocument/2006/relationships/image" Target="NULL"/><Relationship Id="rId2" Type="http://schemas.openxmlformats.org/officeDocument/2006/relationships/customXml" Target="../ink/ink1.xml"/><Relationship Id="rId187" Type="http://schemas.openxmlformats.org/officeDocument/2006/relationships/image" Target="NULL"/><Relationship Id="rId1" Type="http://schemas.openxmlformats.org/officeDocument/2006/relationships/slideLayout" Target="../slideLayouts/slideLayout1.xml"/><Relationship Id="rId186" Type="http://schemas.openxmlformats.org/officeDocument/2006/relationships/image" Target="NULL"/><Relationship Id="rId185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6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70.png"/><Relationship Id="rId7" Type="http://schemas.openxmlformats.org/officeDocument/2006/relationships/image" Target="../media/image21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Relationship Id="rId9" Type="http://schemas.openxmlformats.org/officeDocument/2006/relationships/image" Target="../media/image3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170.png"/><Relationship Id="rId7" Type="http://schemas.openxmlformats.org/officeDocument/2006/relationships/image" Target="../media/image33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Relationship Id="rId9" Type="http://schemas.openxmlformats.org/officeDocument/2006/relationships/image" Target="../media/image35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72AD56-378C-6E45-8E79-905EAEFFA77C}"/>
              </a:ext>
            </a:extLst>
          </p:cNvPr>
          <p:cNvSpPr txBox="1"/>
          <p:nvPr/>
        </p:nvSpPr>
        <p:spPr>
          <a:xfrm>
            <a:off x="2052807" y="3075058"/>
            <a:ext cx="4822793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Theory of Production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FB0FDA-6E9E-2944-81C5-F66F57FD036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30640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72AD56-378C-6E45-8E79-905EAEFFA77C}"/>
              </a:ext>
            </a:extLst>
          </p:cNvPr>
          <p:cNvSpPr txBox="1"/>
          <p:nvPr/>
        </p:nvSpPr>
        <p:spPr>
          <a:xfrm>
            <a:off x="498387" y="375179"/>
            <a:ext cx="3356045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What is Production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B16506-AFC2-CB46-8381-909943D93DCE}"/>
              </a:ext>
            </a:extLst>
          </p:cNvPr>
          <p:cNvSpPr txBox="1"/>
          <p:nvPr/>
        </p:nvSpPr>
        <p:spPr>
          <a:xfrm>
            <a:off x="498387" y="1330408"/>
            <a:ext cx="5545747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It is the 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TRANSFORMATION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of ??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40F37-6E66-EE49-8BE2-1B5AF9BF3E5F}"/>
              </a:ext>
            </a:extLst>
          </p:cNvPr>
          <p:cNvSpPr txBox="1"/>
          <p:nvPr/>
        </p:nvSpPr>
        <p:spPr>
          <a:xfrm>
            <a:off x="313036" y="2382675"/>
            <a:ext cx="3263071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UTILITY</a:t>
            </a:r>
            <a:r>
              <a:rPr kumimoji="0" lang="en-US" sz="2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of a good 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84A1C-FA62-EA4A-8809-430576307D48}"/>
              </a:ext>
            </a:extLst>
          </p:cNvPr>
          <p:cNvSpPr txBox="1"/>
          <p:nvPr/>
        </p:nvSpPr>
        <p:spPr>
          <a:xfrm>
            <a:off x="4280041" y="2351898"/>
            <a:ext cx="3299940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Tangible or Intangible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59B67-7774-784A-80E6-513C04E01649}"/>
              </a:ext>
            </a:extLst>
          </p:cNvPr>
          <p:cNvSpPr txBox="1"/>
          <p:nvPr/>
        </p:nvSpPr>
        <p:spPr>
          <a:xfrm>
            <a:off x="1152970" y="3366206"/>
            <a:ext cx="4951033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Form or STRUCTURAL utility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690EA-DBF4-294B-94C5-D48A8F5DE992}"/>
              </a:ext>
            </a:extLst>
          </p:cNvPr>
          <p:cNvSpPr txBox="1"/>
          <p:nvPr/>
        </p:nvSpPr>
        <p:spPr>
          <a:xfrm>
            <a:off x="1152970" y="4006277"/>
            <a:ext cx="399083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Place or SPATIAL utility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F4F777-7A9C-2E4E-8829-BEF39F6552EA}"/>
              </a:ext>
            </a:extLst>
          </p:cNvPr>
          <p:cNvSpPr txBox="1"/>
          <p:nvPr/>
        </p:nvSpPr>
        <p:spPr>
          <a:xfrm>
            <a:off x="1151175" y="4646348"/>
            <a:ext cx="4487765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Time or TEMPORAL utility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46E11B-846E-B64E-9D05-65ADF2301A7F}"/>
              </a:ext>
            </a:extLst>
          </p:cNvPr>
          <p:cNvGrpSpPr/>
          <p:nvPr/>
        </p:nvGrpSpPr>
        <p:grpSpPr>
          <a:xfrm>
            <a:off x="4572000" y="2162164"/>
            <a:ext cx="2716797" cy="395487"/>
            <a:chOff x="4862958" y="2161661"/>
            <a:chExt cx="2716797" cy="3954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5132E5-E574-2B41-AAF0-60F3F0734296}"/>
                </a:ext>
              </a:extLst>
            </p:cNvPr>
            <p:cNvSpPr txBox="1"/>
            <p:nvPr/>
          </p:nvSpPr>
          <p:spPr>
            <a:xfrm>
              <a:off x="4862958" y="2187818"/>
              <a:ext cx="1066940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spc="0" normalizeH="0" baseline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Goods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399271-D64A-3E45-B4CA-E68F6A15A960}"/>
                </a:ext>
              </a:extLst>
            </p:cNvPr>
            <p:cNvSpPr txBox="1"/>
            <p:nvPr/>
          </p:nvSpPr>
          <p:spPr>
            <a:xfrm>
              <a:off x="6512815" y="2161661"/>
              <a:ext cx="1066940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spc="0" normalizeH="0" baseline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Service</a:t>
              </a:r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5E16911-C6C3-BA4E-B4D4-BE0FBB403DC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3112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72AD56-378C-6E45-8E79-905EAEFFA77C}"/>
              </a:ext>
            </a:extLst>
          </p:cNvPr>
          <p:cNvSpPr txBox="1"/>
          <p:nvPr/>
        </p:nvSpPr>
        <p:spPr>
          <a:xfrm>
            <a:off x="234722" y="162525"/>
            <a:ext cx="3308579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What is Production ? contd.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31B8DD-50C2-FE48-BC50-3AFB135AE92D}"/>
              </a:ext>
            </a:extLst>
          </p:cNvPr>
          <p:cNvGrpSpPr/>
          <p:nvPr/>
        </p:nvGrpSpPr>
        <p:grpSpPr>
          <a:xfrm>
            <a:off x="498387" y="926757"/>
            <a:ext cx="4938586" cy="1346886"/>
            <a:chOff x="498387" y="926757"/>
            <a:chExt cx="4938586" cy="134688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2B48E40-8385-6E4E-9077-BCE5D35BB93C}"/>
                </a:ext>
              </a:extLst>
            </p:cNvPr>
            <p:cNvSpPr/>
            <p:nvPr/>
          </p:nvSpPr>
          <p:spPr>
            <a:xfrm>
              <a:off x="753762" y="1037969"/>
              <a:ext cx="1248033" cy="1025610"/>
            </a:xfrm>
            <a:prstGeom prst="ellipse">
              <a:avLst/>
            </a:prstGeom>
            <a:solidFill>
              <a:srgbClr val="FFFFFF"/>
            </a:solidFill>
            <a:ln w="57150" cap="flat">
              <a:solidFill>
                <a:schemeClr val="tx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5FB23FB-2842-A34D-B803-DA619AA6C24E}"/>
                </a:ext>
              </a:extLst>
            </p:cNvPr>
            <p:cNvSpPr/>
            <p:nvPr/>
          </p:nvSpPr>
          <p:spPr>
            <a:xfrm>
              <a:off x="2295268" y="1037969"/>
              <a:ext cx="1248033" cy="1025610"/>
            </a:xfrm>
            <a:prstGeom prst="ellipse">
              <a:avLst/>
            </a:prstGeom>
            <a:solidFill>
              <a:srgbClr val="FFFFFF"/>
            </a:solidFill>
            <a:ln w="57150" cap="flat">
              <a:solidFill>
                <a:schemeClr val="tx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329F4D8-D4DB-AA43-A078-8A5FCDB40494}"/>
                </a:ext>
              </a:extLst>
            </p:cNvPr>
            <p:cNvSpPr/>
            <p:nvPr/>
          </p:nvSpPr>
          <p:spPr>
            <a:xfrm>
              <a:off x="3872783" y="1037969"/>
              <a:ext cx="1248033" cy="1025610"/>
            </a:xfrm>
            <a:prstGeom prst="ellipse">
              <a:avLst/>
            </a:prstGeom>
            <a:solidFill>
              <a:srgbClr val="FFFFFF"/>
            </a:solidFill>
            <a:ln w="57150" cap="flat">
              <a:solidFill>
                <a:schemeClr val="tx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6FC608C-FB74-344C-B719-1874E74D6809}"/>
                </a:ext>
              </a:extLst>
            </p:cNvPr>
            <p:cNvSpPr txBox="1"/>
            <p:nvPr/>
          </p:nvSpPr>
          <p:spPr>
            <a:xfrm>
              <a:off x="1047235" y="1366109"/>
              <a:ext cx="661086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Form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059A193-9538-D64D-B300-3DF72FAFD661}"/>
                </a:ext>
              </a:extLst>
            </p:cNvPr>
            <p:cNvSpPr txBox="1"/>
            <p:nvPr/>
          </p:nvSpPr>
          <p:spPr>
            <a:xfrm>
              <a:off x="2654613" y="1366109"/>
              <a:ext cx="661086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Place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6676477-E512-DD4C-8F61-D03CF6DD8C79}"/>
                </a:ext>
              </a:extLst>
            </p:cNvPr>
            <p:cNvSpPr txBox="1"/>
            <p:nvPr/>
          </p:nvSpPr>
          <p:spPr>
            <a:xfrm>
              <a:off x="4166256" y="1366109"/>
              <a:ext cx="661086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Time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8C8329F-3226-9448-8296-F633B045C95B}"/>
                </a:ext>
              </a:extLst>
            </p:cNvPr>
            <p:cNvSpPr/>
            <p:nvPr/>
          </p:nvSpPr>
          <p:spPr>
            <a:xfrm>
              <a:off x="498387" y="926757"/>
              <a:ext cx="4938586" cy="1346886"/>
            </a:xfrm>
            <a:prstGeom prst="rect">
              <a:avLst/>
            </a:prstGeom>
            <a:noFill/>
            <a:ln w="57150" cap="flat">
              <a:solidFill>
                <a:schemeClr val="tx1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27ABE38-9694-F34B-9409-7AFBB10610BC}"/>
              </a:ext>
            </a:extLst>
          </p:cNvPr>
          <p:cNvGrpSpPr/>
          <p:nvPr/>
        </p:nvGrpSpPr>
        <p:grpSpPr>
          <a:xfrm>
            <a:off x="2879123" y="2833817"/>
            <a:ext cx="4646141" cy="2886145"/>
            <a:chOff x="2879123" y="2833817"/>
            <a:chExt cx="4646141" cy="288614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BBC316D-A266-DC43-AAF8-B1FA66432E80}"/>
                </a:ext>
              </a:extLst>
            </p:cNvPr>
            <p:cNvGrpSpPr/>
            <p:nvPr/>
          </p:nvGrpSpPr>
          <p:grpSpPr>
            <a:xfrm>
              <a:off x="2879123" y="2833817"/>
              <a:ext cx="4646141" cy="2813221"/>
              <a:chOff x="2879123" y="2833817"/>
              <a:chExt cx="4646141" cy="2813221"/>
            </a:xfrm>
          </p:grpSpPr>
          <p:sp>
            <p:nvSpPr>
              <p:cNvPr id="30" name="Triangle 27">
                <a:extLst>
                  <a:ext uri="{FF2B5EF4-FFF2-40B4-BE49-F238E27FC236}">
                    <a16:creationId xmlns:a16="http://schemas.microsoft.com/office/drawing/2014/main" id="{445AA1C7-0A43-754C-B445-9A409075631C}"/>
                  </a:ext>
                </a:extLst>
              </p:cNvPr>
              <p:cNvSpPr/>
              <p:nvPr/>
            </p:nvSpPr>
            <p:spPr>
              <a:xfrm>
                <a:off x="4376223" y="4153662"/>
                <a:ext cx="711208" cy="911010"/>
              </a:xfrm>
              <a:custGeom>
                <a:avLst/>
                <a:gdLst>
                  <a:gd name="connsiteX0" fmla="*/ 0 w 432486"/>
                  <a:gd name="connsiteY0" fmla="*/ 481630 h 481630"/>
                  <a:gd name="connsiteX1" fmla="*/ 216243 w 432486"/>
                  <a:gd name="connsiteY1" fmla="*/ 0 h 481630"/>
                  <a:gd name="connsiteX2" fmla="*/ 432486 w 432486"/>
                  <a:gd name="connsiteY2" fmla="*/ 481630 h 481630"/>
                  <a:gd name="connsiteX3" fmla="*/ 0 w 432486"/>
                  <a:gd name="connsiteY3" fmla="*/ 481630 h 481630"/>
                  <a:gd name="connsiteX0" fmla="*/ 0 w 560581"/>
                  <a:gd name="connsiteY0" fmla="*/ 481630 h 481630"/>
                  <a:gd name="connsiteX1" fmla="*/ 216243 w 560581"/>
                  <a:gd name="connsiteY1" fmla="*/ 0 h 481630"/>
                  <a:gd name="connsiteX2" fmla="*/ 560581 w 560581"/>
                  <a:gd name="connsiteY2" fmla="*/ 93785 h 481630"/>
                  <a:gd name="connsiteX3" fmla="*/ 432486 w 560581"/>
                  <a:gd name="connsiteY3" fmla="*/ 481630 h 481630"/>
                  <a:gd name="connsiteX4" fmla="*/ 0 w 560581"/>
                  <a:gd name="connsiteY4" fmla="*/ 481630 h 481630"/>
                  <a:gd name="connsiteX0" fmla="*/ 0 w 560581"/>
                  <a:gd name="connsiteY0" fmla="*/ 481630 h 481630"/>
                  <a:gd name="connsiteX1" fmla="*/ 216243 w 560581"/>
                  <a:gd name="connsiteY1" fmla="*/ 0 h 481630"/>
                  <a:gd name="connsiteX2" fmla="*/ 560581 w 560581"/>
                  <a:gd name="connsiteY2" fmla="*/ 93785 h 481630"/>
                  <a:gd name="connsiteX3" fmla="*/ 395416 w 560581"/>
                  <a:gd name="connsiteY3" fmla="*/ 308636 h 481630"/>
                  <a:gd name="connsiteX4" fmla="*/ 0 w 560581"/>
                  <a:gd name="connsiteY4" fmla="*/ 481630 h 481630"/>
                  <a:gd name="connsiteX0" fmla="*/ 0 w 412300"/>
                  <a:gd name="connsiteY0" fmla="*/ 308635 h 308636"/>
                  <a:gd name="connsiteX1" fmla="*/ 67962 w 412300"/>
                  <a:gd name="connsiteY1" fmla="*/ 0 h 308636"/>
                  <a:gd name="connsiteX2" fmla="*/ 412300 w 412300"/>
                  <a:gd name="connsiteY2" fmla="*/ 93785 h 308636"/>
                  <a:gd name="connsiteX3" fmla="*/ 247135 w 412300"/>
                  <a:gd name="connsiteY3" fmla="*/ 308636 h 308636"/>
                  <a:gd name="connsiteX4" fmla="*/ 0 w 412300"/>
                  <a:gd name="connsiteY4" fmla="*/ 308635 h 308636"/>
                  <a:gd name="connsiteX0" fmla="*/ 21741 w 434041"/>
                  <a:gd name="connsiteY0" fmla="*/ 308635 h 308636"/>
                  <a:gd name="connsiteX1" fmla="*/ 1553 w 434041"/>
                  <a:gd name="connsiteY1" fmla="*/ 130855 h 308636"/>
                  <a:gd name="connsiteX2" fmla="*/ 89703 w 434041"/>
                  <a:gd name="connsiteY2" fmla="*/ 0 h 308636"/>
                  <a:gd name="connsiteX3" fmla="*/ 434041 w 434041"/>
                  <a:gd name="connsiteY3" fmla="*/ 93785 h 308636"/>
                  <a:gd name="connsiteX4" fmla="*/ 268876 w 434041"/>
                  <a:gd name="connsiteY4" fmla="*/ 308636 h 308636"/>
                  <a:gd name="connsiteX5" fmla="*/ 21741 w 434041"/>
                  <a:gd name="connsiteY5" fmla="*/ 308635 h 308636"/>
                  <a:gd name="connsiteX0" fmla="*/ 21741 w 434041"/>
                  <a:gd name="connsiteY0" fmla="*/ 308635 h 402723"/>
                  <a:gd name="connsiteX1" fmla="*/ 1553 w 434041"/>
                  <a:gd name="connsiteY1" fmla="*/ 130855 h 402723"/>
                  <a:gd name="connsiteX2" fmla="*/ 89703 w 434041"/>
                  <a:gd name="connsiteY2" fmla="*/ 0 h 402723"/>
                  <a:gd name="connsiteX3" fmla="*/ 434041 w 434041"/>
                  <a:gd name="connsiteY3" fmla="*/ 93785 h 402723"/>
                  <a:gd name="connsiteX4" fmla="*/ 268876 w 434041"/>
                  <a:gd name="connsiteY4" fmla="*/ 308636 h 402723"/>
                  <a:gd name="connsiteX5" fmla="*/ 26268 w 434041"/>
                  <a:gd name="connsiteY5" fmla="*/ 402704 h 402723"/>
                  <a:gd name="connsiteX6" fmla="*/ 21741 w 434041"/>
                  <a:gd name="connsiteY6" fmla="*/ 308635 h 402723"/>
                  <a:gd name="connsiteX0" fmla="*/ 0 w 448018"/>
                  <a:gd name="connsiteY0" fmla="*/ 308635 h 402723"/>
                  <a:gd name="connsiteX1" fmla="*/ 15530 w 448018"/>
                  <a:gd name="connsiteY1" fmla="*/ 130855 h 402723"/>
                  <a:gd name="connsiteX2" fmla="*/ 103680 w 448018"/>
                  <a:gd name="connsiteY2" fmla="*/ 0 h 402723"/>
                  <a:gd name="connsiteX3" fmla="*/ 448018 w 448018"/>
                  <a:gd name="connsiteY3" fmla="*/ 93785 h 402723"/>
                  <a:gd name="connsiteX4" fmla="*/ 282853 w 448018"/>
                  <a:gd name="connsiteY4" fmla="*/ 308636 h 402723"/>
                  <a:gd name="connsiteX5" fmla="*/ 40245 w 448018"/>
                  <a:gd name="connsiteY5" fmla="*/ 402704 h 402723"/>
                  <a:gd name="connsiteX6" fmla="*/ 0 w 448018"/>
                  <a:gd name="connsiteY6" fmla="*/ 308635 h 402723"/>
                  <a:gd name="connsiteX0" fmla="*/ 0 w 448018"/>
                  <a:gd name="connsiteY0" fmla="*/ 308635 h 402723"/>
                  <a:gd name="connsiteX1" fmla="*/ 15530 w 448018"/>
                  <a:gd name="connsiteY1" fmla="*/ 130855 h 402723"/>
                  <a:gd name="connsiteX2" fmla="*/ 3561 w 448018"/>
                  <a:gd name="connsiteY2" fmla="*/ 9991 h 402723"/>
                  <a:gd name="connsiteX3" fmla="*/ 103680 w 448018"/>
                  <a:gd name="connsiteY3" fmla="*/ 0 h 402723"/>
                  <a:gd name="connsiteX4" fmla="*/ 448018 w 448018"/>
                  <a:gd name="connsiteY4" fmla="*/ 93785 h 402723"/>
                  <a:gd name="connsiteX5" fmla="*/ 282853 w 448018"/>
                  <a:gd name="connsiteY5" fmla="*/ 308636 h 402723"/>
                  <a:gd name="connsiteX6" fmla="*/ 40245 w 448018"/>
                  <a:gd name="connsiteY6" fmla="*/ 402704 h 402723"/>
                  <a:gd name="connsiteX7" fmla="*/ 0 w 448018"/>
                  <a:gd name="connsiteY7" fmla="*/ 308635 h 402723"/>
                  <a:gd name="connsiteX0" fmla="*/ 35659 w 483677"/>
                  <a:gd name="connsiteY0" fmla="*/ 308635 h 402723"/>
                  <a:gd name="connsiteX1" fmla="*/ 1182 w 483677"/>
                  <a:gd name="connsiteY1" fmla="*/ 130855 h 402723"/>
                  <a:gd name="connsiteX2" fmla="*/ 39220 w 483677"/>
                  <a:gd name="connsiteY2" fmla="*/ 9991 h 402723"/>
                  <a:gd name="connsiteX3" fmla="*/ 139339 w 483677"/>
                  <a:gd name="connsiteY3" fmla="*/ 0 h 402723"/>
                  <a:gd name="connsiteX4" fmla="*/ 483677 w 483677"/>
                  <a:gd name="connsiteY4" fmla="*/ 93785 h 402723"/>
                  <a:gd name="connsiteX5" fmla="*/ 318512 w 483677"/>
                  <a:gd name="connsiteY5" fmla="*/ 308636 h 402723"/>
                  <a:gd name="connsiteX6" fmla="*/ 75904 w 483677"/>
                  <a:gd name="connsiteY6" fmla="*/ 402704 h 402723"/>
                  <a:gd name="connsiteX7" fmla="*/ 35659 w 483677"/>
                  <a:gd name="connsiteY7" fmla="*/ 308635 h 402723"/>
                  <a:gd name="connsiteX0" fmla="*/ 35659 w 483677"/>
                  <a:gd name="connsiteY0" fmla="*/ 308635 h 403356"/>
                  <a:gd name="connsiteX1" fmla="*/ 1182 w 483677"/>
                  <a:gd name="connsiteY1" fmla="*/ 130855 h 403356"/>
                  <a:gd name="connsiteX2" fmla="*/ 39220 w 483677"/>
                  <a:gd name="connsiteY2" fmla="*/ 9991 h 403356"/>
                  <a:gd name="connsiteX3" fmla="*/ 139339 w 483677"/>
                  <a:gd name="connsiteY3" fmla="*/ 0 h 403356"/>
                  <a:gd name="connsiteX4" fmla="*/ 483677 w 483677"/>
                  <a:gd name="connsiteY4" fmla="*/ 93785 h 403356"/>
                  <a:gd name="connsiteX5" fmla="*/ 318512 w 483677"/>
                  <a:gd name="connsiteY5" fmla="*/ 308636 h 403356"/>
                  <a:gd name="connsiteX6" fmla="*/ 196383 w 483677"/>
                  <a:gd name="connsiteY6" fmla="*/ 367178 h 403356"/>
                  <a:gd name="connsiteX7" fmla="*/ 75904 w 483677"/>
                  <a:gd name="connsiteY7" fmla="*/ 402704 h 403356"/>
                  <a:gd name="connsiteX8" fmla="*/ 35659 w 483677"/>
                  <a:gd name="connsiteY8" fmla="*/ 308635 h 403356"/>
                  <a:gd name="connsiteX0" fmla="*/ 35659 w 483770"/>
                  <a:gd name="connsiteY0" fmla="*/ 308635 h 403356"/>
                  <a:gd name="connsiteX1" fmla="*/ 1182 w 483770"/>
                  <a:gd name="connsiteY1" fmla="*/ 130855 h 403356"/>
                  <a:gd name="connsiteX2" fmla="*/ 39220 w 483770"/>
                  <a:gd name="connsiteY2" fmla="*/ 9991 h 403356"/>
                  <a:gd name="connsiteX3" fmla="*/ 139339 w 483770"/>
                  <a:gd name="connsiteY3" fmla="*/ 0 h 403356"/>
                  <a:gd name="connsiteX4" fmla="*/ 389264 w 483770"/>
                  <a:gd name="connsiteY4" fmla="*/ 17133 h 403356"/>
                  <a:gd name="connsiteX5" fmla="*/ 483677 w 483770"/>
                  <a:gd name="connsiteY5" fmla="*/ 93785 h 403356"/>
                  <a:gd name="connsiteX6" fmla="*/ 318512 w 483770"/>
                  <a:gd name="connsiteY6" fmla="*/ 308636 h 403356"/>
                  <a:gd name="connsiteX7" fmla="*/ 196383 w 483770"/>
                  <a:gd name="connsiteY7" fmla="*/ 367178 h 403356"/>
                  <a:gd name="connsiteX8" fmla="*/ 75904 w 483770"/>
                  <a:gd name="connsiteY8" fmla="*/ 402704 h 403356"/>
                  <a:gd name="connsiteX9" fmla="*/ 35659 w 483770"/>
                  <a:gd name="connsiteY9" fmla="*/ 308635 h 403356"/>
                  <a:gd name="connsiteX0" fmla="*/ 35659 w 483738"/>
                  <a:gd name="connsiteY0" fmla="*/ 327481 h 422202"/>
                  <a:gd name="connsiteX1" fmla="*/ 1182 w 483738"/>
                  <a:gd name="connsiteY1" fmla="*/ 149701 h 422202"/>
                  <a:gd name="connsiteX2" fmla="*/ 39220 w 483738"/>
                  <a:gd name="connsiteY2" fmla="*/ 28837 h 422202"/>
                  <a:gd name="connsiteX3" fmla="*/ 139339 w 483738"/>
                  <a:gd name="connsiteY3" fmla="*/ 18846 h 422202"/>
                  <a:gd name="connsiteX4" fmla="*/ 296395 w 483738"/>
                  <a:gd name="connsiteY4" fmla="*/ 261 h 422202"/>
                  <a:gd name="connsiteX5" fmla="*/ 389264 w 483738"/>
                  <a:gd name="connsiteY5" fmla="*/ 35979 h 422202"/>
                  <a:gd name="connsiteX6" fmla="*/ 483677 w 483738"/>
                  <a:gd name="connsiteY6" fmla="*/ 112631 h 422202"/>
                  <a:gd name="connsiteX7" fmla="*/ 318512 w 483738"/>
                  <a:gd name="connsiteY7" fmla="*/ 327482 h 422202"/>
                  <a:gd name="connsiteX8" fmla="*/ 196383 w 483738"/>
                  <a:gd name="connsiteY8" fmla="*/ 386024 h 422202"/>
                  <a:gd name="connsiteX9" fmla="*/ 75904 w 483738"/>
                  <a:gd name="connsiteY9" fmla="*/ 421550 h 422202"/>
                  <a:gd name="connsiteX10" fmla="*/ 35659 w 483738"/>
                  <a:gd name="connsiteY10" fmla="*/ 327481 h 422202"/>
                  <a:gd name="connsiteX0" fmla="*/ 8173 w 456252"/>
                  <a:gd name="connsiteY0" fmla="*/ 327481 h 422202"/>
                  <a:gd name="connsiteX1" fmla="*/ 2271 w 456252"/>
                  <a:gd name="connsiteY1" fmla="*/ 156845 h 422202"/>
                  <a:gd name="connsiteX2" fmla="*/ 11734 w 456252"/>
                  <a:gd name="connsiteY2" fmla="*/ 28837 h 422202"/>
                  <a:gd name="connsiteX3" fmla="*/ 111853 w 456252"/>
                  <a:gd name="connsiteY3" fmla="*/ 18846 h 422202"/>
                  <a:gd name="connsiteX4" fmla="*/ 268909 w 456252"/>
                  <a:gd name="connsiteY4" fmla="*/ 261 h 422202"/>
                  <a:gd name="connsiteX5" fmla="*/ 361778 w 456252"/>
                  <a:gd name="connsiteY5" fmla="*/ 35979 h 422202"/>
                  <a:gd name="connsiteX6" fmla="*/ 456191 w 456252"/>
                  <a:gd name="connsiteY6" fmla="*/ 112631 h 422202"/>
                  <a:gd name="connsiteX7" fmla="*/ 291026 w 456252"/>
                  <a:gd name="connsiteY7" fmla="*/ 327482 h 422202"/>
                  <a:gd name="connsiteX8" fmla="*/ 168897 w 456252"/>
                  <a:gd name="connsiteY8" fmla="*/ 386024 h 422202"/>
                  <a:gd name="connsiteX9" fmla="*/ 48418 w 456252"/>
                  <a:gd name="connsiteY9" fmla="*/ 421550 h 422202"/>
                  <a:gd name="connsiteX10" fmla="*/ 8173 w 456252"/>
                  <a:gd name="connsiteY10" fmla="*/ 327481 h 422202"/>
                  <a:gd name="connsiteX0" fmla="*/ 28676 w 455324"/>
                  <a:gd name="connsiteY0" fmla="*/ 334625 h 422202"/>
                  <a:gd name="connsiteX1" fmla="*/ 1343 w 455324"/>
                  <a:gd name="connsiteY1" fmla="*/ 156845 h 422202"/>
                  <a:gd name="connsiteX2" fmla="*/ 10806 w 455324"/>
                  <a:gd name="connsiteY2" fmla="*/ 28837 h 422202"/>
                  <a:gd name="connsiteX3" fmla="*/ 110925 w 455324"/>
                  <a:gd name="connsiteY3" fmla="*/ 18846 h 422202"/>
                  <a:gd name="connsiteX4" fmla="*/ 267981 w 455324"/>
                  <a:gd name="connsiteY4" fmla="*/ 261 h 422202"/>
                  <a:gd name="connsiteX5" fmla="*/ 360850 w 455324"/>
                  <a:gd name="connsiteY5" fmla="*/ 35979 h 422202"/>
                  <a:gd name="connsiteX6" fmla="*/ 455263 w 455324"/>
                  <a:gd name="connsiteY6" fmla="*/ 112631 h 422202"/>
                  <a:gd name="connsiteX7" fmla="*/ 290098 w 455324"/>
                  <a:gd name="connsiteY7" fmla="*/ 327482 h 422202"/>
                  <a:gd name="connsiteX8" fmla="*/ 167969 w 455324"/>
                  <a:gd name="connsiteY8" fmla="*/ 386024 h 422202"/>
                  <a:gd name="connsiteX9" fmla="*/ 47490 w 455324"/>
                  <a:gd name="connsiteY9" fmla="*/ 421550 h 422202"/>
                  <a:gd name="connsiteX10" fmla="*/ 28676 w 455324"/>
                  <a:gd name="connsiteY10" fmla="*/ 334625 h 422202"/>
                  <a:gd name="connsiteX0" fmla="*/ 30044 w 456692"/>
                  <a:gd name="connsiteY0" fmla="*/ 334625 h 422202"/>
                  <a:gd name="connsiteX1" fmla="*/ 2711 w 456692"/>
                  <a:gd name="connsiteY1" fmla="*/ 156845 h 422202"/>
                  <a:gd name="connsiteX2" fmla="*/ 12174 w 456692"/>
                  <a:gd name="connsiteY2" fmla="*/ 28837 h 422202"/>
                  <a:gd name="connsiteX3" fmla="*/ 112293 w 456692"/>
                  <a:gd name="connsiteY3" fmla="*/ 18846 h 422202"/>
                  <a:gd name="connsiteX4" fmla="*/ 269349 w 456692"/>
                  <a:gd name="connsiteY4" fmla="*/ 261 h 422202"/>
                  <a:gd name="connsiteX5" fmla="*/ 362218 w 456692"/>
                  <a:gd name="connsiteY5" fmla="*/ 35979 h 422202"/>
                  <a:gd name="connsiteX6" fmla="*/ 456631 w 456692"/>
                  <a:gd name="connsiteY6" fmla="*/ 112631 h 422202"/>
                  <a:gd name="connsiteX7" fmla="*/ 291466 w 456692"/>
                  <a:gd name="connsiteY7" fmla="*/ 327482 h 422202"/>
                  <a:gd name="connsiteX8" fmla="*/ 169337 w 456692"/>
                  <a:gd name="connsiteY8" fmla="*/ 386024 h 422202"/>
                  <a:gd name="connsiteX9" fmla="*/ 48858 w 456692"/>
                  <a:gd name="connsiteY9" fmla="*/ 421550 h 422202"/>
                  <a:gd name="connsiteX10" fmla="*/ 30044 w 456692"/>
                  <a:gd name="connsiteY10" fmla="*/ 334625 h 422202"/>
                  <a:gd name="connsiteX0" fmla="*/ 30044 w 456692"/>
                  <a:gd name="connsiteY0" fmla="*/ 334625 h 428099"/>
                  <a:gd name="connsiteX1" fmla="*/ 2711 w 456692"/>
                  <a:gd name="connsiteY1" fmla="*/ 156845 h 428099"/>
                  <a:gd name="connsiteX2" fmla="*/ 12174 w 456692"/>
                  <a:gd name="connsiteY2" fmla="*/ 28837 h 428099"/>
                  <a:gd name="connsiteX3" fmla="*/ 112293 w 456692"/>
                  <a:gd name="connsiteY3" fmla="*/ 18846 h 428099"/>
                  <a:gd name="connsiteX4" fmla="*/ 269349 w 456692"/>
                  <a:gd name="connsiteY4" fmla="*/ 261 h 428099"/>
                  <a:gd name="connsiteX5" fmla="*/ 362218 w 456692"/>
                  <a:gd name="connsiteY5" fmla="*/ 35979 h 428099"/>
                  <a:gd name="connsiteX6" fmla="*/ 456631 w 456692"/>
                  <a:gd name="connsiteY6" fmla="*/ 112631 h 428099"/>
                  <a:gd name="connsiteX7" fmla="*/ 291466 w 456692"/>
                  <a:gd name="connsiteY7" fmla="*/ 327482 h 428099"/>
                  <a:gd name="connsiteX8" fmla="*/ 169337 w 456692"/>
                  <a:gd name="connsiteY8" fmla="*/ 386024 h 428099"/>
                  <a:gd name="connsiteX9" fmla="*/ 48858 w 456692"/>
                  <a:gd name="connsiteY9" fmla="*/ 421550 h 428099"/>
                  <a:gd name="connsiteX10" fmla="*/ 30044 w 456692"/>
                  <a:gd name="connsiteY10" fmla="*/ 334625 h 428099"/>
                  <a:gd name="connsiteX0" fmla="*/ 30044 w 464536"/>
                  <a:gd name="connsiteY0" fmla="*/ 334625 h 428099"/>
                  <a:gd name="connsiteX1" fmla="*/ 2711 w 464536"/>
                  <a:gd name="connsiteY1" fmla="*/ 156845 h 428099"/>
                  <a:gd name="connsiteX2" fmla="*/ 12174 w 464536"/>
                  <a:gd name="connsiteY2" fmla="*/ 28837 h 428099"/>
                  <a:gd name="connsiteX3" fmla="*/ 112293 w 464536"/>
                  <a:gd name="connsiteY3" fmla="*/ 18846 h 428099"/>
                  <a:gd name="connsiteX4" fmla="*/ 269349 w 464536"/>
                  <a:gd name="connsiteY4" fmla="*/ 261 h 428099"/>
                  <a:gd name="connsiteX5" fmla="*/ 362218 w 464536"/>
                  <a:gd name="connsiteY5" fmla="*/ 35979 h 428099"/>
                  <a:gd name="connsiteX6" fmla="*/ 440799 w 464536"/>
                  <a:gd name="connsiteY6" fmla="*/ 57411 h 428099"/>
                  <a:gd name="connsiteX7" fmla="*/ 456631 w 464536"/>
                  <a:gd name="connsiteY7" fmla="*/ 112631 h 428099"/>
                  <a:gd name="connsiteX8" fmla="*/ 291466 w 464536"/>
                  <a:gd name="connsiteY8" fmla="*/ 327482 h 428099"/>
                  <a:gd name="connsiteX9" fmla="*/ 169337 w 464536"/>
                  <a:gd name="connsiteY9" fmla="*/ 386024 h 428099"/>
                  <a:gd name="connsiteX10" fmla="*/ 48858 w 464536"/>
                  <a:gd name="connsiteY10" fmla="*/ 421550 h 428099"/>
                  <a:gd name="connsiteX11" fmla="*/ 30044 w 464536"/>
                  <a:gd name="connsiteY11" fmla="*/ 334625 h 428099"/>
                  <a:gd name="connsiteX0" fmla="*/ 30044 w 460416"/>
                  <a:gd name="connsiteY0" fmla="*/ 334625 h 428099"/>
                  <a:gd name="connsiteX1" fmla="*/ 2711 w 460416"/>
                  <a:gd name="connsiteY1" fmla="*/ 156845 h 428099"/>
                  <a:gd name="connsiteX2" fmla="*/ 12174 w 460416"/>
                  <a:gd name="connsiteY2" fmla="*/ 28837 h 428099"/>
                  <a:gd name="connsiteX3" fmla="*/ 112293 w 460416"/>
                  <a:gd name="connsiteY3" fmla="*/ 18846 h 428099"/>
                  <a:gd name="connsiteX4" fmla="*/ 269349 w 460416"/>
                  <a:gd name="connsiteY4" fmla="*/ 261 h 428099"/>
                  <a:gd name="connsiteX5" fmla="*/ 362218 w 460416"/>
                  <a:gd name="connsiteY5" fmla="*/ 35979 h 428099"/>
                  <a:gd name="connsiteX6" fmla="*/ 440799 w 460416"/>
                  <a:gd name="connsiteY6" fmla="*/ 57411 h 428099"/>
                  <a:gd name="connsiteX7" fmla="*/ 456631 w 460416"/>
                  <a:gd name="connsiteY7" fmla="*/ 112631 h 428099"/>
                  <a:gd name="connsiteX8" fmla="*/ 397936 w 460416"/>
                  <a:gd name="connsiteY8" fmla="*/ 207429 h 428099"/>
                  <a:gd name="connsiteX9" fmla="*/ 291466 w 460416"/>
                  <a:gd name="connsiteY9" fmla="*/ 327482 h 428099"/>
                  <a:gd name="connsiteX10" fmla="*/ 169337 w 460416"/>
                  <a:gd name="connsiteY10" fmla="*/ 386024 h 428099"/>
                  <a:gd name="connsiteX11" fmla="*/ 48858 w 460416"/>
                  <a:gd name="connsiteY11" fmla="*/ 421550 h 428099"/>
                  <a:gd name="connsiteX12" fmla="*/ 30044 w 460416"/>
                  <a:gd name="connsiteY12" fmla="*/ 334625 h 428099"/>
                  <a:gd name="connsiteX0" fmla="*/ 195499 w 625871"/>
                  <a:gd name="connsiteY0" fmla="*/ 334625 h 571706"/>
                  <a:gd name="connsiteX1" fmla="*/ 168166 w 625871"/>
                  <a:gd name="connsiteY1" fmla="*/ 156845 h 571706"/>
                  <a:gd name="connsiteX2" fmla="*/ 177629 w 625871"/>
                  <a:gd name="connsiteY2" fmla="*/ 28837 h 571706"/>
                  <a:gd name="connsiteX3" fmla="*/ 277748 w 625871"/>
                  <a:gd name="connsiteY3" fmla="*/ 18846 h 571706"/>
                  <a:gd name="connsiteX4" fmla="*/ 434804 w 625871"/>
                  <a:gd name="connsiteY4" fmla="*/ 261 h 571706"/>
                  <a:gd name="connsiteX5" fmla="*/ 527673 w 625871"/>
                  <a:gd name="connsiteY5" fmla="*/ 35979 h 571706"/>
                  <a:gd name="connsiteX6" fmla="*/ 606254 w 625871"/>
                  <a:gd name="connsiteY6" fmla="*/ 57411 h 571706"/>
                  <a:gd name="connsiteX7" fmla="*/ 622086 w 625871"/>
                  <a:gd name="connsiteY7" fmla="*/ 112631 h 571706"/>
                  <a:gd name="connsiteX8" fmla="*/ 563391 w 625871"/>
                  <a:gd name="connsiteY8" fmla="*/ 207429 h 571706"/>
                  <a:gd name="connsiteX9" fmla="*/ 456921 w 625871"/>
                  <a:gd name="connsiteY9" fmla="*/ 327482 h 571706"/>
                  <a:gd name="connsiteX10" fmla="*/ 334792 w 625871"/>
                  <a:gd name="connsiteY10" fmla="*/ 386024 h 571706"/>
                  <a:gd name="connsiteX11" fmla="*/ 0 w 625871"/>
                  <a:gd name="connsiteY11" fmla="*/ 571569 h 571706"/>
                  <a:gd name="connsiteX12" fmla="*/ 195499 w 625871"/>
                  <a:gd name="connsiteY12" fmla="*/ 334625 h 571706"/>
                  <a:gd name="connsiteX0" fmla="*/ 95487 w 625871"/>
                  <a:gd name="connsiteY0" fmla="*/ 348912 h 571706"/>
                  <a:gd name="connsiteX1" fmla="*/ 168166 w 625871"/>
                  <a:gd name="connsiteY1" fmla="*/ 156845 h 571706"/>
                  <a:gd name="connsiteX2" fmla="*/ 177629 w 625871"/>
                  <a:gd name="connsiteY2" fmla="*/ 28837 h 571706"/>
                  <a:gd name="connsiteX3" fmla="*/ 277748 w 625871"/>
                  <a:gd name="connsiteY3" fmla="*/ 18846 h 571706"/>
                  <a:gd name="connsiteX4" fmla="*/ 434804 w 625871"/>
                  <a:gd name="connsiteY4" fmla="*/ 261 h 571706"/>
                  <a:gd name="connsiteX5" fmla="*/ 527673 w 625871"/>
                  <a:gd name="connsiteY5" fmla="*/ 35979 h 571706"/>
                  <a:gd name="connsiteX6" fmla="*/ 606254 w 625871"/>
                  <a:gd name="connsiteY6" fmla="*/ 57411 h 571706"/>
                  <a:gd name="connsiteX7" fmla="*/ 622086 w 625871"/>
                  <a:gd name="connsiteY7" fmla="*/ 112631 h 571706"/>
                  <a:gd name="connsiteX8" fmla="*/ 563391 w 625871"/>
                  <a:gd name="connsiteY8" fmla="*/ 207429 h 571706"/>
                  <a:gd name="connsiteX9" fmla="*/ 456921 w 625871"/>
                  <a:gd name="connsiteY9" fmla="*/ 327482 h 571706"/>
                  <a:gd name="connsiteX10" fmla="*/ 334792 w 625871"/>
                  <a:gd name="connsiteY10" fmla="*/ 386024 h 571706"/>
                  <a:gd name="connsiteX11" fmla="*/ 0 w 625871"/>
                  <a:gd name="connsiteY11" fmla="*/ 571569 h 571706"/>
                  <a:gd name="connsiteX12" fmla="*/ 95487 w 625871"/>
                  <a:gd name="connsiteY12" fmla="*/ 348912 h 571706"/>
                  <a:gd name="connsiteX0" fmla="*/ 45481 w 625871"/>
                  <a:gd name="connsiteY0" fmla="*/ 377487 h 571706"/>
                  <a:gd name="connsiteX1" fmla="*/ 168166 w 625871"/>
                  <a:gd name="connsiteY1" fmla="*/ 156845 h 571706"/>
                  <a:gd name="connsiteX2" fmla="*/ 177629 w 625871"/>
                  <a:gd name="connsiteY2" fmla="*/ 28837 h 571706"/>
                  <a:gd name="connsiteX3" fmla="*/ 277748 w 625871"/>
                  <a:gd name="connsiteY3" fmla="*/ 18846 h 571706"/>
                  <a:gd name="connsiteX4" fmla="*/ 434804 w 625871"/>
                  <a:gd name="connsiteY4" fmla="*/ 261 h 571706"/>
                  <a:gd name="connsiteX5" fmla="*/ 527673 w 625871"/>
                  <a:gd name="connsiteY5" fmla="*/ 35979 h 571706"/>
                  <a:gd name="connsiteX6" fmla="*/ 606254 w 625871"/>
                  <a:gd name="connsiteY6" fmla="*/ 57411 h 571706"/>
                  <a:gd name="connsiteX7" fmla="*/ 622086 w 625871"/>
                  <a:gd name="connsiteY7" fmla="*/ 112631 h 571706"/>
                  <a:gd name="connsiteX8" fmla="*/ 563391 w 625871"/>
                  <a:gd name="connsiteY8" fmla="*/ 207429 h 571706"/>
                  <a:gd name="connsiteX9" fmla="*/ 456921 w 625871"/>
                  <a:gd name="connsiteY9" fmla="*/ 327482 h 571706"/>
                  <a:gd name="connsiteX10" fmla="*/ 334792 w 625871"/>
                  <a:gd name="connsiteY10" fmla="*/ 386024 h 571706"/>
                  <a:gd name="connsiteX11" fmla="*/ 0 w 625871"/>
                  <a:gd name="connsiteY11" fmla="*/ 571569 h 571706"/>
                  <a:gd name="connsiteX12" fmla="*/ 45481 w 625871"/>
                  <a:gd name="connsiteY12" fmla="*/ 377487 h 571706"/>
                  <a:gd name="connsiteX0" fmla="*/ 45481 w 625871"/>
                  <a:gd name="connsiteY0" fmla="*/ 377487 h 571706"/>
                  <a:gd name="connsiteX1" fmla="*/ 168166 w 625871"/>
                  <a:gd name="connsiteY1" fmla="*/ 156845 h 571706"/>
                  <a:gd name="connsiteX2" fmla="*/ 227635 w 625871"/>
                  <a:gd name="connsiteY2" fmla="*/ 71700 h 571706"/>
                  <a:gd name="connsiteX3" fmla="*/ 277748 w 625871"/>
                  <a:gd name="connsiteY3" fmla="*/ 18846 h 571706"/>
                  <a:gd name="connsiteX4" fmla="*/ 434804 w 625871"/>
                  <a:gd name="connsiteY4" fmla="*/ 261 h 571706"/>
                  <a:gd name="connsiteX5" fmla="*/ 527673 w 625871"/>
                  <a:gd name="connsiteY5" fmla="*/ 35979 h 571706"/>
                  <a:gd name="connsiteX6" fmla="*/ 606254 w 625871"/>
                  <a:gd name="connsiteY6" fmla="*/ 57411 h 571706"/>
                  <a:gd name="connsiteX7" fmla="*/ 622086 w 625871"/>
                  <a:gd name="connsiteY7" fmla="*/ 112631 h 571706"/>
                  <a:gd name="connsiteX8" fmla="*/ 563391 w 625871"/>
                  <a:gd name="connsiteY8" fmla="*/ 207429 h 571706"/>
                  <a:gd name="connsiteX9" fmla="*/ 456921 w 625871"/>
                  <a:gd name="connsiteY9" fmla="*/ 327482 h 571706"/>
                  <a:gd name="connsiteX10" fmla="*/ 334792 w 625871"/>
                  <a:gd name="connsiteY10" fmla="*/ 386024 h 571706"/>
                  <a:gd name="connsiteX11" fmla="*/ 0 w 625871"/>
                  <a:gd name="connsiteY11" fmla="*/ 571569 h 571706"/>
                  <a:gd name="connsiteX12" fmla="*/ 45481 w 625871"/>
                  <a:gd name="connsiteY12" fmla="*/ 377487 h 571706"/>
                  <a:gd name="connsiteX0" fmla="*/ 45481 w 625871"/>
                  <a:gd name="connsiteY0" fmla="*/ 377487 h 572078"/>
                  <a:gd name="connsiteX1" fmla="*/ 168166 w 625871"/>
                  <a:gd name="connsiteY1" fmla="*/ 156845 h 572078"/>
                  <a:gd name="connsiteX2" fmla="*/ 227635 w 625871"/>
                  <a:gd name="connsiteY2" fmla="*/ 71700 h 572078"/>
                  <a:gd name="connsiteX3" fmla="*/ 277748 w 625871"/>
                  <a:gd name="connsiteY3" fmla="*/ 18846 h 572078"/>
                  <a:gd name="connsiteX4" fmla="*/ 434804 w 625871"/>
                  <a:gd name="connsiteY4" fmla="*/ 261 h 572078"/>
                  <a:gd name="connsiteX5" fmla="*/ 527673 w 625871"/>
                  <a:gd name="connsiteY5" fmla="*/ 35979 h 572078"/>
                  <a:gd name="connsiteX6" fmla="*/ 606254 w 625871"/>
                  <a:gd name="connsiteY6" fmla="*/ 57411 h 572078"/>
                  <a:gd name="connsiteX7" fmla="*/ 622086 w 625871"/>
                  <a:gd name="connsiteY7" fmla="*/ 112631 h 572078"/>
                  <a:gd name="connsiteX8" fmla="*/ 563391 w 625871"/>
                  <a:gd name="connsiteY8" fmla="*/ 207429 h 572078"/>
                  <a:gd name="connsiteX9" fmla="*/ 456921 w 625871"/>
                  <a:gd name="connsiteY9" fmla="*/ 327482 h 572078"/>
                  <a:gd name="connsiteX10" fmla="*/ 420517 w 625871"/>
                  <a:gd name="connsiteY10" fmla="*/ 486037 h 572078"/>
                  <a:gd name="connsiteX11" fmla="*/ 0 w 625871"/>
                  <a:gd name="connsiteY11" fmla="*/ 571569 h 572078"/>
                  <a:gd name="connsiteX12" fmla="*/ 45481 w 625871"/>
                  <a:gd name="connsiteY12" fmla="*/ 377487 h 572078"/>
                  <a:gd name="connsiteX0" fmla="*/ 45481 w 625871"/>
                  <a:gd name="connsiteY0" fmla="*/ 377487 h 572078"/>
                  <a:gd name="connsiteX1" fmla="*/ 168166 w 625871"/>
                  <a:gd name="connsiteY1" fmla="*/ 156845 h 572078"/>
                  <a:gd name="connsiteX2" fmla="*/ 227635 w 625871"/>
                  <a:gd name="connsiteY2" fmla="*/ 71700 h 572078"/>
                  <a:gd name="connsiteX3" fmla="*/ 277748 w 625871"/>
                  <a:gd name="connsiteY3" fmla="*/ 18846 h 572078"/>
                  <a:gd name="connsiteX4" fmla="*/ 434804 w 625871"/>
                  <a:gd name="connsiteY4" fmla="*/ 261 h 572078"/>
                  <a:gd name="connsiteX5" fmla="*/ 527673 w 625871"/>
                  <a:gd name="connsiteY5" fmla="*/ 35979 h 572078"/>
                  <a:gd name="connsiteX6" fmla="*/ 606254 w 625871"/>
                  <a:gd name="connsiteY6" fmla="*/ 57411 h 572078"/>
                  <a:gd name="connsiteX7" fmla="*/ 622086 w 625871"/>
                  <a:gd name="connsiteY7" fmla="*/ 112631 h 572078"/>
                  <a:gd name="connsiteX8" fmla="*/ 563391 w 625871"/>
                  <a:gd name="connsiteY8" fmla="*/ 207429 h 572078"/>
                  <a:gd name="connsiteX9" fmla="*/ 478352 w 625871"/>
                  <a:gd name="connsiteY9" fmla="*/ 356057 h 572078"/>
                  <a:gd name="connsiteX10" fmla="*/ 420517 w 625871"/>
                  <a:gd name="connsiteY10" fmla="*/ 486037 h 572078"/>
                  <a:gd name="connsiteX11" fmla="*/ 0 w 625871"/>
                  <a:gd name="connsiteY11" fmla="*/ 571569 h 572078"/>
                  <a:gd name="connsiteX12" fmla="*/ 45481 w 625871"/>
                  <a:gd name="connsiteY12" fmla="*/ 377487 h 572078"/>
                  <a:gd name="connsiteX0" fmla="*/ 45481 w 625871"/>
                  <a:gd name="connsiteY0" fmla="*/ 377487 h 572078"/>
                  <a:gd name="connsiteX1" fmla="*/ 168166 w 625871"/>
                  <a:gd name="connsiteY1" fmla="*/ 156845 h 572078"/>
                  <a:gd name="connsiteX2" fmla="*/ 227635 w 625871"/>
                  <a:gd name="connsiteY2" fmla="*/ 71700 h 572078"/>
                  <a:gd name="connsiteX3" fmla="*/ 277748 w 625871"/>
                  <a:gd name="connsiteY3" fmla="*/ 18846 h 572078"/>
                  <a:gd name="connsiteX4" fmla="*/ 434804 w 625871"/>
                  <a:gd name="connsiteY4" fmla="*/ 261 h 572078"/>
                  <a:gd name="connsiteX5" fmla="*/ 527673 w 625871"/>
                  <a:gd name="connsiteY5" fmla="*/ 35979 h 572078"/>
                  <a:gd name="connsiteX6" fmla="*/ 606254 w 625871"/>
                  <a:gd name="connsiteY6" fmla="*/ 57411 h 572078"/>
                  <a:gd name="connsiteX7" fmla="*/ 622086 w 625871"/>
                  <a:gd name="connsiteY7" fmla="*/ 112631 h 572078"/>
                  <a:gd name="connsiteX8" fmla="*/ 563391 w 625871"/>
                  <a:gd name="connsiteY8" fmla="*/ 207429 h 572078"/>
                  <a:gd name="connsiteX9" fmla="*/ 478352 w 625871"/>
                  <a:gd name="connsiteY9" fmla="*/ 356057 h 572078"/>
                  <a:gd name="connsiteX10" fmla="*/ 420517 w 625871"/>
                  <a:gd name="connsiteY10" fmla="*/ 486037 h 572078"/>
                  <a:gd name="connsiteX11" fmla="*/ 0 w 625871"/>
                  <a:gd name="connsiteY11" fmla="*/ 571569 h 572078"/>
                  <a:gd name="connsiteX12" fmla="*/ 45481 w 625871"/>
                  <a:gd name="connsiteY12" fmla="*/ 377487 h 572078"/>
                  <a:gd name="connsiteX0" fmla="*/ 45481 w 625871"/>
                  <a:gd name="connsiteY0" fmla="*/ 377487 h 573185"/>
                  <a:gd name="connsiteX1" fmla="*/ 168166 w 625871"/>
                  <a:gd name="connsiteY1" fmla="*/ 156845 h 573185"/>
                  <a:gd name="connsiteX2" fmla="*/ 227635 w 625871"/>
                  <a:gd name="connsiteY2" fmla="*/ 71700 h 573185"/>
                  <a:gd name="connsiteX3" fmla="*/ 277748 w 625871"/>
                  <a:gd name="connsiteY3" fmla="*/ 18846 h 573185"/>
                  <a:gd name="connsiteX4" fmla="*/ 434804 w 625871"/>
                  <a:gd name="connsiteY4" fmla="*/ 261 h 573185"/>
                  <a:gd name="connsiteX5" fmla="*/ 527673 w 625871"/>
                  <a:gd name="connsiteY5" fmla="*/ 35979 h 573185"/>
                  <a:gd name="connsiteX6" fmla="*/ 606254 w 625871"/>
                  <a:gd name="connsiteY6" fmla="*/ 57411 h 573185"/>
                  <a:gd name="connsiteX7" fmla="*/ 622086 w 625871"/>
                  <a:gd name="connsiteY7" fmla="*/ 112631 h 573185"/>
                  <a:gd name="connsiteX8" fmla="*/ 563391 w 625871"/>
                  <a:gd name="connsiteY8" fmla="*/ 207429 h 573185"/>
                  <a:gd name="connsiteX9" fmla="*/ 478352 w 625871"/>
                  <a:gd name="connsiteY9" fmla="*/ 356057 h 573185"/>
                  <a:gd name="connsiteX10" fmla="*/ 420517 w 625871"/>
                  <a:gd name="connsiteY10" fmla="*/ 514612 h 573185"/>
                  <a:gd name="connsiteX11" fmla="*/ 0 w 625871"/>
                  <a:gd name="connsiteY11" fmla="*/ 571569 h 573185"/>
                  <a:gd name="connsiteX12" fmla="*/ 45481 w 625871"/>
                  <a:gd name="connsiteY12" fmla="*/ 377487 h 573185"/>
                  <a:gd name="connsiteX0" fmla="*/ 45481 w 625871"/>
                  <a:gd name="connsiteY0" fmla="*/ 377487 h 583273"/>
                  <a:gd name="connsiteX1" fmla="*/ 168166 w 625871"/>
                  <a:gd name="connsiteY1" fmla="*/ 156845 h 583273"/>
                  <a:gd name="connsiteX2" fmla="*/ 227635 w 625871"/>
                  <a:gd name="connsiteY2" fmla="*/ 71700 h 583273"/>
                  <a:gd name="connsiteX3" fmla="*/ 277748 w 625871"/>
                  <a:gd name="connsiteY3" fmla="*/ 18846 h 583273"/>
                  <a:gd name="connsiteX4" fmla="*/ 434804 w 625871"/>
                  <a:gd name="connsiteY4" fmla="*/ 261 h 583273"/>
                  <a:gd name="connsiteX5" fmla="*/ 527673 w 625871"/>
                  <a:gd name="connsiteY5" fmla="*/ 35979 h 583273"/>
                  <a:gd name="connsiteX6" fmla="*/ 606254 w 625871"/>
                  <a:gd name="connsiteY6" fmla="*/ 57411 h 583273"/>
                  <a:gd name="connsiteX7" fmla="*/ 622086 w 625871"/>
                  <a:gd name="connsiteY7" fmla="*/ 112631 h 583273"/>
                  <a:gd name="connsiteX8" fmla="*/ 563391 w 625871"/>
                  <a:gd name="connsiteY8" fmla="*/ 207429 h 583273"/>
                  <a:gd name="connsiteX9" fmla="*/ 478352 w 625871"/>
                  <a:gd name="connsiteY9" fmla="*/ 356057 h 583273"/>
                  <a:gd name="connsiteX10" fmla="*/ 420517 w 625871"/>
                  <a:gd name="connsiteY10" fmla="*/ 514612 h 583273"/>
                  <a:gd name="connsiteX11" fmla="*/ 0 w 625871"/>
                  <a:gd name="connsiteY11" fmla="*/ 571569 h 583273"/>
                  <a:gd name="connsiteX12" fmla="*/ 45481 w 625871"/>
                  <a:gd name="connsiteY12" fmla="*/ 377487 h 583273"/>
                  <a:gd name="connsiteX0" fmla="*/ 45481 w 625871"/>
                  <a:gd name="connsiteY0" fmla="*/ 377487 h 582772"/>
                  <a:gd name="connsiteX1" fmla="*/ 168166 w 625871"/>
                  <a:gd name="connsiteY1" fmla="*/ 156845 h 582772"/>
                  <a:gd name="connsiteX2" fmla="*/ 227635 w 625871"/>
                  <a:gd name="connsiteY2" fmla="*/ 71700 h 582772"/>
                  <a:gd name="connsiteX3" fmla="*/ 277748 w 625871"/>
                  <a:gd name="connsiteY3" fmla="*/ 18846 h 582772"/>
                  <a:gd name="connsiteX4" fmla="*/ 434804 w 625871"/>
                  <a:gd name="connsiteY4" fmla="*/ 261 h 582772"/>
                  <a:gd name="connsiteX5" fmla="*/ 527673 w 625871"/>
                  <a:gd name="connsiteY5" fmla="*/ 35979 h 582772"/>
                  <a:gd name="connsiteX6" fmla="*/ 606254 w 625871"/>
                  <a:gd name="connsiteY6" fmla="*/ 57411 h 582772"/>
                  <a:gd name="connsiteX7" fmla="*/ 622086 w 625871"/>
                  <a:gd name="connsiteY7" fmla="*/ 112631 h 582772"/>
                  <a:gd name="connsiteX8" fmla="*/ 563391 w 625871"/>
                  <a:gd name="connsiteY8" fmla="*/ 207429 h 582772"/>
                  <a:gd name="connsiteX9" fmla="*/ 478352 w 625871"/>
                  <a:gd name="connsiteY9" fmla="*/ 356057 h 582772"/>
                  <a:gd name="connsiteX10" fmla="*/ 420517 w 625871"/>
                  <a:gd name="connsiteY10" fmla="*/ 514612 h 582772"/>
                  <a:gd name="connsiteX11" fmla="*/ 287739 w 625871"/>
                  <a:gd name="connsiteY11" fmla="*/ 546012 h 582772"/>
                  <a:gd name="connsiteX12" fmla="*/ 0 w 625871"/>
                  <a:gd name="connsiteY12" fmla="*/ 571569 h 582772"/>
                  <a:gd name="connsiteX13" fmla="*/ 45481 w 625871"/>
                  <a:gd name="connsiteY13" fmla="*/ 377487 h 582772"/>
                  <a:gd name="connsiteX0" fmla="*/ 45481 w 625871"/>
                  <a:gd name="connsiteY0" fmla="*/ 377487 h 582772"/>
                  <a:gd name="connsiteX1" fmla="*/ 168166 w 625871"/>
                  <a:gd name="connsiteY1" fmla="*/ 156845 h 582772"/>
                  <a:gd name="connsiteX2" fmla="*/ 227635 w 625871"/>
                  <a:gd name="connsiteY2" fmla="*/ 71700 h 582772"/>
                  <a:gd name="connsiteX3" fmla="*/ 277748 w 625871"/>
                  <a:gd name="connsiteY3" fmla="*/ 18846 h 582772"/>
                  <a:gd name="connsiteX4" fmla="*/ 434804 w 625871"/>
                  <a:gd name="connsiteY4" fmla="*/ 261 h 582772"/>
                  <a:gd name="connsiteX5" fmla="*/ 527673 w 625871"/>
                  <a:gd name="connsiteY5" fmla="*/ 35979 h 582772"/>
                  <a:gd name="connsiteX6" fmla="*/ 606254 w 625871"/>
                  <a:gd name="connsiteY6" fmla="*/ 57411 h 582772"/>
                  <a:gd name="connsiteX7" fmla="*/ 622086 w 625871"/>
                  <a:gd name="connsiteY7" fmla="*/ 112631 h 582772"/>
                  <a:gd name="connsiteX8" fmla="*/ 563391 w 625871"/>
                  <a:gd name="connsiteY8" fmla="*/ 207429 h 582772"/>
                  <a:gd name="connsiteX9" fmla="*/ 478352 w 625871"/>
                  <a:gd name="connsiteY9" fmla="*/ 356057 h 582772"/>
                  <a:gd name="connsiteX10" fmla="*/ 420517 w 625871"/>
                  <a:gd name="connsiteY10" fmla="*/ 514612 h 582772"/>
                  <a:gd name="connsiteX11" fmla="*/ 287739 w 625871"/>
                  <a:gd name="connsiteY11" fmla="*/ 546012 h 582772"/>
                  <a:gd name="connsiteX12" fmla="*/ 0 w 625871"/>
                  <a:gd name="connsiteY12" fmla="*/ 571569 h 582772"/>
                  <a:gd name="connsiteX13" fmla="*/ 45481 w 625871"/>
                  <a:gd name="connsiteY13" fmla="*/ 377487 h 582772"/>
                  <a:gd name="connsiteX0" fmla="*/ 45481 w 608227"/>
                  <a:gd name="connsiteY0" fmla="*/ 377487 h 582772"/>
                  <a:gd name="connsiteX1" fmla="*/ 168166 w 608227"/>
                  <a:gd name="connsiteY1" fmla="*/ 156845 h 582772"/>
                  <a:gd name="connsiteX2" fmla="*/ 227635 w 608227"/>
                  <a:gd name="connsiteY2" fmla="*/ 71700 h 582772"/>
                  <a:gd name="connsiteX3" fmla="*/ 277748 w 608227"/>
                  <a:gd name="connsiteY3" fmla="*/ 18846 h 582772"/>
                  <a:gd name="connsiteX4" fmla="*/ 434804 w 608227"/>
                  <a:gd name="connsiteY4" fmla="*/ 261 h 582772"/>
                  <a:gd name="connsiteX5" fmla="*/ 527673 w 608227"/>
                  <a:gd name="connsiteY5" fmla="*/ 35979 h 582772"/>
                  <a:gd name="connsiteX6" fmla="*/ 606254 w 608227"/>
                  <a:gd name="connsiteY6" fmla="*/ 57411 h 582772"/>
                  <a:gd name="connsiteX7" fmla="*/ 529217 w 608227"/>
                  <a:gd name="connsiteY7" fmla="*/ 119774 h 582772"/>
                  <a:gd name="connsiteX8" fmla="*/ 563391 w 608227"/>
                  <a:gd name="connsiteY8" fmla="*/ 207429 h 582772"/>
                  <a:gd name="connsiteX9" fmla="*/ 478352 w 608227"/>
                  <a:gd name="connsiteY9" fmla="*/ 356057 h 582772"/>
                  <a:gd name="connsiteX10" fmla="*/ 420517 w 608227"/>
                  <a:gd name="connsiteY10" fmla="*/ 514612 h 582772"/>
                  <a:gd name="connsiteX11" fmla="*/ 287739 w 608227"/>
                  <a:gd name="connsiteY11" fmla="*/ 546012 h 582772"/>
                  <a:gd name="connsiteX12" fmla="*/ 0 w 608227"/>
                  <a:gd name="connsiteY12" fmla="*/ 571569 h 582772"/>
                  <a:gd name="connsiteX13" fmla="*/ 45481 w 608227"/>
                  <a:gd name="connsiteY13" fmla="*/ 377487 h 582772"/>
                  <a:gd name="connsiteX0" fmla="*/ 45481 w 567916"/>
                  <a:gd name="connsiteY0" fmla="*/ 377487 h 582772"/>
                  <a:gd name="connsiteX1" fmla="*/ 168166 w 567916"/>
                  <a:gd name="connsiteY1" fmla="*/ 156845 h 582772"/>
                  <a:gd name="connsiteX2" fmla="*/ 227635 w 567916"/>
                  <a:gd name="connsiteY2" fmla="*/ 71700 h 582772"/>
                  <a:gd name="connsiteX3" fmla="*/ 277748 w 567916"/>
                  <a:gd name="connsiteY3" fmla="*/ 18846 h 582772"/>
                  <a:gd name="connsiteX4" fmla="*/ 434804 w 567916"/>
                  <a:gd name="connsiteY4" fmla="*/ 261 h 582772"/>
                  <a:gd name="connsiteX5" fmla="*/ 527673 w 567916"/>
                  <a:gd name="connsiteY5" fmla="*/ 35979 h 582772"/>
                  <a:gd name="connsiteX6" fmla="*/ 470523 w 567916"/>
                  <a:gd name="connsiteY6" fmla="*/ 71698 h 582772"/>
                  <a:gd name="connsiteX7" fmla="*/ 529217 w 567916"/>
                  <a:gd name="connsiteY7" fmla="*/ 119774 h 582772"/>
                  <a:gd name="connsiteX8" fmla="*/ 563391 w 567916"/>
                  <a:gd name="connsiteY8" fmla="*/ 207429 h 582772"/>
                  <a:gd name="connsiteX9" fmla="*/ 478352 w 567916"/>
                  <a:gd name="connsiteY9" fmla="*/ 356057 h 582772"/>
                  <a:gd name="connsiteX10" fmla="*/ 420517 w 567916"/>
                  <a:gd name="connsiteY10" fmla="*/ 514612 h 582772"/>
                  <a:gd name="connsiteX11" fmla="*/ 287739 w 567916"/>
                  <a:gd name="connsiteY11" fmla="*/ 546012 h 582772"/>
                  <a:gd name="connsiteX12" fmla="*/ 0 w 567916"/>
                  <a:gd name="connsiteY12" fmla="*/ 571569 h 582772"/>
                  <a:gd name="connsiteX13" fmla="*/ 45481 w 567916"/>
                  <a:gd name="connsiteY13" fmla="*/ 377487 h 582772"/>
                  <a:gd name="connsiteX0" fmla="*/ 45481 w 567916"/>
                  <a:gd name="connsiteY0" fmla="*/ 377487 h 582772"/>
                  <a:gd name="connsiteX1" fmla="*/ 168166 w 567916"/>
                  <a:gd name="connsiteY1" fmla="*/ 156845 h 582772"/>
                  <a:gd name="connsiteX2" fmla="*/ 227635 w 567916"/>
                  <a:gd name="connsiteY2" fmla="*/ 71700 h 582772"/>
                  <a:gd name="connsiteX3" fmla="*/ 277748 w 567916"/>
                  <a:gd name="connsiteY3" fmla="*/ 18846 h 582772"/>
                  <a:gd name="connsiteX4" fmla="*/ 434804 w 567916"/>
                  <a:gd name="connsiteY4" fmla="*/ 261 h 582772"/>
                  <a:gd name="connsiteX5" fmla="*/ 449092 w 567916"/>
                  <a:gd name="connsiteY5" fmla="*/ 43123 h 582772"/>
                  <a:gd name="connsiteX6" fmla="*/ 470523 w 567916"/>
                  <a:gd name="connsiteY6" fmla="*/ 71698 h 582772"/>
                  <a:gd name="connsiteX7" fmla="*/ 529217 w 567916"/>
                  <a:gd name="connsiteY7" fmla="*/ 119774 h 582772"/>
                  <a:gd name="connsiteX8" fmla="*/ 563391 w 567916"/>
                  <a:gd name="connsiteY8" fmla="*/ 207429 h 582772"/>
                  <a:gd name="connsiteX9" fmla="*/ 478352 w 567916"/>
                  <a:gd name="connsiteY9" fmla="*/ 356057 h 582772"/>
                  <a:gd name="connsiteX10" fmla="*/ 420517 w 567916"/>
                  <a:gd name="connsiteY10" fmla="*/ 514612 h 582772"/>
                  <a:gd name="connsiteX11" fmla="*/ 287739 w 567916"/>
                  <a:gd name="connsiteY11" fmla="*/ 546012 h 582772"/>
                  <a:gd name="connsiteX12" fmla="*/ 0 w 567916"/>
                  <a:gd name="connsiteY12" fmla="*/ 571569 h 582772"/>
                  <a:gd name="connsiteX13" fmla="*/ 45481 w 567916"/>
                  <a:gd name="connsiteY13" fmla="*/ 377487 h 582772"/>
                  <a:gd name="connsiteX0" fmla="*/ 45481 w 530363"/>
                  <a:gd name="connsiteY0" fmla="*/ 377487 h 582772"/>
                  <a:gd name="connsiteX1" fmla="*/ 168166 w 530363"/>
                  <a:gd name="connsiteY1" fmla="*/ 156845 h 582772"/>
                  <a:gd name="connsiteX2" fmla="*/ 227635 w 530363"/>
                  <a:gd name="connsiteY2" fmla="*/ 71700 h 582772"/>
                  <a:gd name="connsiteX3" fmla="*/ 277748 w 530363"/>
                  <a:gd name="connsiteY3" fmla="*/ 18846 h 582772"/>
                  <a:gd name="connsiteX4" fmla="*/ 434804 w 530363"/>
                  <a:gd name="connsiteY4" fmla="*/ 261 h 582772"/>
                  <a:gd name="connsiteX5" fmla="*/ 449092 w 530363"/>
                  <a:gd name="connsiteY5" fmla="*/ 43123 h 582772"/>
                  <a:gd name="connsiteX6" fmla="*/ 470523 w 530363"/>
                  <a:gd name="connsiteY6" fmla="*/ 71698 h 582772"/>
                  <a:gd name="connsiteX7" fmla="*/ 529217 w 530363"/>
                  <a:gd name="connsiteY7" fmla="*/ 119774 h 582772"/>
                  <a:gd name="connsiteX8" fmla="*/ 506241 w 530363"/>
                  <a:gd name="connsiteY8" fmla="*/ 214573 h 582772"/>
                  <a:gd name="connsiteX9" fmla="*/ 478352 w 530363"/>
                  <a:gd name="connsiteY9" fmla="*/ 356057 h 582772"/>
                  <a:gd name="connsiteX10" fmla="*/ 420517 w 530363"/>
                  <a:gd name="connsiteY10" fmla="*/ 514612 h 582772"/>
                  <a:gd name="connsiteX11" fmla="*/ 287739 w 530363"/>
                  <a:gd name="connsiteY11" fmla="*/ 546012 h 582772"/>
                  <a:gd name="connsiteX12" fmla="*/ 0 w 530363"/>
                  <a:gd name="connsiteY12" fmla="*/ 571569 h 582772"/>
                  <a:gd name="connsiteX13" fmla="*/ 45481 w 530363"/>
                  <a:gd name="connsiteY13" fmla="*/ 377487 h 582772"/>
                  <a:gd name="connsiteX0" fmla="*/ 45481 w 530363"/>
                  <a:gd name="connsiteY0" fmla="*/ 377487 h 585472"/>
                  <a:gd name="connsiteX1" fmla="*/ 168166 w 530363"/>
                  <a:gd name="connsiteY1" fmla="*/ 156845 h 585472"/>
                  <a:gd name="connsiteX2" fmla="*/ 227635 w 530363"/>
                  <a:gd name="connsiteY2" fmla="*/ 71700 h 585472"/>
                  <a:gd name="connsiteX3" fmla="*/ 277748 w 530363"/>
                  <a:gd name="connsiteY3" fmla="*/ 18846 h 585472"/>
                  <a:gd name="connsiteX4" fmla="*/ 434804 w 530363"/>
                  <a:gd name="connsiteY4" fmla="*/ 261 h 585472"/>
                  <a:gd name="connsiteX5" fmla="*/ 449092 w 530363"/>
                  <a:gd name="connsiteY5" fmla="*/ 43123 h 585472"/>
                  <a:gd name="connsiteX6" fmla="*/ 470523 w 530363"/>
                  <a:gd name="connsiteY6" fmla="*/ 71698 h 585472"/>
                  <a:gd name="connsiteX7" fmla="*/ 529217 w 530363"/>
                  <a:gd name="connsiteY7" fmla="*/ 119774 h 585472"/>
                  <a:gd name="connsiteX8" fmla="*/ 506241 w 530363"/>
                  <a:gd name="connsiteY8" fmla="*/ 214573 h 585472"/>
                  <a:gd name="connsiteX9" fmla="*/ 478352 w 530363"/>
                  <a:gd name="connsiteY9" fmla="*/ 356057 h 585472"/>
                  <a:gd name="connsiteX10" fmla="*/ 449092 w 530363"/>
                  <a:gd name="connsiteY10" fmla="*/ 564618 h 585472"/>
                  <a:gd name="connsiteX11" fmla="*/ 287739 w 530363"/>
                  <a:gd name="connsiteY11" fmla="*/ 546012 h 585472"/>
                  <a:gd name="connsiteX12" fmla="*/ 0 w 530363"/>
                  <a:gd name="connsiteY12" fmla="*/ 571569 h 585472"/>
                  <a:gd name="connsiteX13" fmla="*/ 45481 w 530363"/>
                  <a:gd name="connsiteY13" fmla="*/ 377487 h 585472"/>
                  <a:gd name="connsiteX0" fmla="*/ 45481 w 511127"/>
                  <a:gd name="connsiteY0" fmla="*/ 377487 h 585472"/>
                  <a:gd name="connsiteX1" fmla="*/ 168166 w 511127"/>
                  <a:gd name="connsiteY1" fmla="*/ 156845 h 585472"/>
                  <a:gd name="connsiteX2" fmla="*/ 227635 w 511127"/>
                  <a:gd name="connsiteY2" fmla="*/ 71700 h 585472"/>
                  <a:gd name="connsiteX3" fmla="*/ 277748 w 511127"/>
                  <a:gd name="connsiteY3" fmla="*/ 18846 h 585472"/>
                  <a:gd name="connsiteX4" fmla="*/ 434804 w 511127"/>
                  <a:gd name="connsiteY4" fmla="*/ 261 h 585472"/>
                  <a:gd name="connsiteX5" fmla="*/ 449092 w 511127"/>
                  <a:gd name="connsiteY5" fmla="*/ 43123 h 585472"/>
                  <a:gd name="connsiteX6" fmla="*/ 470523 w 511127"/>
                  <a:gd name="connsiteY6" fmla="*/ 71698 h 585472"/>
                  <a:gd name="connsiteX7" fmla="*/ 479211 w 511127"/>
                  <a:gd name="connsiteY7" fmla="*/ 176924 h 585472"/>
                  <a:gd name="connsiteX8" fmla="*/ 506241 w 511127"/>
                  <a:gd name="connsiteY8" fmla="*/ 214573 h 585472"/>
                  <a:gd name="connsiteX9" fmla="*/ 478352 w 511127"/>
                  <a:gd name="connsiteY9" fmla="*/ 356057 h 585472"/>
                  <a:gd name="connsiteX10" fmla="*/ 449092 w 511127"/>
                  <a:gd name="connsiteY10" fmla="*/ 564618 h 585472"/>
                  <a:gd name="connsiteX11" fmla="*/ 287739 w 511127"/>
                  <a:gd name="connsiteY11" fmla="*/ 546012 h 585472"/>
                  <a:gd name="connsiteX12" fmla="*/ 0 w 511127"/>
                  <a:gd name="connsiteY12" fmla="*/ 571569 h 585472"/>
                  <a:gd name="connsiteX13" fmla="*/ 45481 w 511127"/>
                  <a:gd name="connsiteY13" fmla="*/ 377487 h 585472"/>
                  <a:gd name="connsiteX0" fmla="*/ 45481 w 511127"/>
                  <a:gd name="connsiteY0" fmla="*/ 377487 h 585472"/>
                  <a:gd name="connsiteX1" fmla="*/ 168166 w 511127"/>
                  <a:gd name="connsiteY1" fmla="*/ 156845 h 585472"/>
                  <a:gd name="connsiteX2" fmla="*/ 227635 w 511127"/>
                  <a:gd name="connsiteY2" fmla="*/ 71700 h 585472"/>
                  <a:gd name="connsiteX3" fmla="*/ 277748 w 511127"/>
                  <a:gd name="connsiteY3" fmla="*/ 18846 h 585472"/>
                  <a:gd name="connsiteX4" fmla="*/ 434804 w 511127"/>
                  <a:gd name="connsiteY4" fmla="*/ 261 h 585472"/>
                  <a:gd name="connsiteX5" fmla="*/ 449092 w 511127"/>
                  <a:gd name="connsiteY5" fmla="*/ 43123 h 585472"/>
                  <a:gd name="connsiteX6" fmla="*/ 470523 w 511127"/>
                  <a:gd name="connsiteY6" fmla="*/ 71698 h 585472"/>
                  <a:gd name="connsiteX7" fmla="*/ 479211 w 511127"/>
                  <a:gd name="connsiteY7" fmla="*/ 176924 h 585472"/>
                  <a:gd name="connsiteX8" fmla="*/ 506241 w 511127"/>
                  <a:gd name="connsiteY8" fmla="*/ 214573 h 585472"/>
                  <a:gd name="connsiteX9" fmla="*/ 506927 w 511127"/>
                  <a:gd name="connsiteY9" fmla="*/ 377488 h 585472"/>
                  <a:gd name="connsiteX10" fmla="*/ 449092 w 511127"/>
                  <a:gd name="connsiteY10" fmla="*/ 564618 h 585472"/>
                  <a:gd name="connsiteX11" fmla="*/ 287739 w 511127"/>
                  <a:gd name="connsiteY11" fmla="*/ 546012 h 585472"/>
                  <a:gd name="connsiteX12" fmla="*/ 0 w 511127"/>
                  <a:gd name="connsiteY12" fmla="*/ 571569 h 585472"/>
                  <a:gd name="connsiteX13" fmla="*/ 45481 w 511127"/>
                  <a:gd name="connsiteY13" fmla="*/ 377487 h 585472"/>
                  <a:gd name="connsiteX0" fmla="*/ 45481 w 511127"/>
                  <a:gd name="connsiteY0" fmla="*/ 424559 h 632544"/>
                  <a:gd name="connsiteX1" fmla="*/ 168166 w 511127"/>
                  <a:gd name="connsiteY1" fmla="*/ 203917 h 632544"/>
                  <a:gd name="connsiteX2" fmla="*/ 227635 w 511127"/>
                  <a:gd name="connsiteY2" fmla="*/ 118772 h 632544"/>
                  <a:gd name="connsiteX3" fmla="*/ 277748 w 511127"/>
                  <a:gd name="connsiteY3" fmla="*/ 65918 h 632544"/>
                  <a:gd name="connsiteX4" fmla="*/ 394897 w 511127"/>
                  <a:gd name="connsiteY4" fmla="*/ 153 h 632544"/>
                  <a:gd name="connsiteX5" fmla="*/ 434804 w 511127"/>
                  <a:gd name="connsiteY5" fmla="*/ 47333 h 632544"/>
                  <a:gd name="connsiteX6" fmla="*/ 449092 w 511127"/>
                  <a:gd name="connsiteY6" fmla="*/ 90195 h 632544"/>
                  <a:gd name="connsiteX7" fmla="*/ 470523 w 511127"/>
                  <a:gd name="connsiteY7" fmla="*/ 118770 h 632544"/>
                  <a:gd name="connsiteX8" fmla="*/ 479211 w 511127"/>
                  <a:gd name="connsiteY8" fmla="*/ 223996 h 632544"/>
                  <a:gd name="connsiteX9" fmla="*/ 506241 w 511127"/>
                  <a:gd name="connsiteY9" fmla="*/ 261645 h 632544"/>
                  <a:gd name="connsiteX10" fmla="*/ 506927 w 511127"/>
                  <a:gd name="connsiteY10" fmla="*/ 424560 h 632544"/>
                  <a:gd name="connsiteX11" fmla="*/ 449092 w 511127"/>
                  <a:gd name="connsiteY11" fmla="*/ 611690 h 632544"/>
                  <a:gd name="connsiteX12" fmla="*/ 287739 w 511127"/>
                  <a:gd name="connsiteY12" fmla="*/ 593084 h 632544"/>
                  <a:gd name="connsiteX13" fmla="*/ 0 w 511127"/>
                  <a:gd name="connsiteY13" fmla="*/ 618641 h 632544"/>
                  <a:gd name="connsiteX14" fmla="*/ 45481 w 511127"/>
                  <a:gd name="connsiteY14" fmla="*/ 424559 h 632544"/>
                  <a:gd name="connsiteX0" fmla="*/ 45481 w 511127"/>
                  <a:gd name="connsiteY0" fmla="*/ 424559 h 886348"/>
                  <a:gd name="connsiteX1" fmla="*/ 168166 w 511127"/>
                  <a:gd name="connsiteY1" fmla="*/ 203917 h 886348"/>
                  <a:gd name="connsiteX2" fmla="*/ 227635 w 511127"/>
                  <a:gd name="connsiteY2" fmla="*/ 118772 h 886348"/>
                  <a:gd name="connsiteX3" fmla="*/ 277748 w 511127"/>
                  <a:gd name="connsiteY3" fmla="*/ 65918 h 886348"/>
                  <a:gd name="connsiteX4" fmla="*/ 394897 w 511127"/>
                  <a:gd name="connsiteY4" fmla="*/ 153 h 886348"/>
                  <a:gd name="connsiteX5" fmla="*/ 434804 w 511127"/>
                  <a:gd name="connsiteY5" fmla="*/ 47333 h 886348"/>
                  <a:gd name="connsiteX6" fmla="*/ 449092 w 511127"/>
                  <a:gd name="connsiteY6" fmla="*/ 90195 h 886348"/>
                  <a:gd name="connsiteX7" fmla="*/ 470523 w 511127"/>
                  <a:gd name="connsiteY7" fmla="*/ 118770 h 886348"/>
                  <a:gd name="connsiteX8" fmla="*/ 479211 w 511127"/>
                  <a:gd name="connsiteY8" fmla="*/ 223996 h 886348"/>
                  <a:gd name="connsiteX9" fmla="*/ 506241 w 511127"/>
                  <a:gd name="connsiteY9" fmla="*/ 261645 h 886348"/>
                  <a:gd name="connsiteX10" fmla="*/ 506927 w 511127"/>
                  <a:gd name="connsiteY10" fmla="*/ 424560 h 886348"/>
                  <a:gd name="connsiteX11" fmla="*/ 477667 w 511127"/>
                  <a:gd name="connsiteY11" fmla="*/ 883152 h 886348"/>
                  <a:gd name="connsiteX12" fmla="*/ 287739 w 511127"/>
                  <a:gd name="connsiteY12" fmla="*/ 593084 h 886348"/>
                  <a:gd name="connsiteX13" fmla="*/ 0 w 511127"/>
                  <a:gd name="connsiteY13" fmla="*/ 618641 h 886348"/>
                  <a:gd name="connsiteX14" fmla="*/ 45481 w 511127"/>
                  <a:gd name="connsiteY14" fmla="*/ 424559 h 886348"/>
                  <a:gd name="connsiteX0" fmla="*/ 45481 w 511127"/>
                  <a:gd name="connsiteY0" fmla="*/ 424559 h 891942"/>
                  <a:gd name="connsiteX1" fmla="*/ 168166 w 511127"/>
                  <a:gd name="connsiteY1" fmla="*/ 203917 h 891942"/>
                  <a:gd name="connsiteX2" fmla="*/ 227635 w 511127"/>
                  <a:gd name="connsiteY2" fmla="*/ 118772 h 891942"/>
                  <a:gd name="connsiteX3" fmla="*/ 277748 w 511127"/>
                  <a:gd name="connsiteY3" fmla="*/ 65918 h 891942"/>
                  <a:gd name="connsiteX4" fmla="*/ 394897 w 511127"/>
                  <a:gd name="connsiteY4" fmla="*/ 153 h 891942"/>
                  <a:gd name="connsiteX5" fmla="*/ 434804 w 511127"/>
                  <a:gd name="connsiteY5" fmla="*/ 47333 h 891942"/>
                  <a:gd name="connsiteX6" fmla="*/ 449092 w 511127"/>
                  <a:gd name="connsiteY6" fmla="*/ 90195 h 891942"/>
                  <a:gd name="connsiteX7" fmla="*/ 470523 w 511127"/>
                  <a:gd name="connsiteY7" fmla="*/ 118770 h 891942"/>
                  <a:gd name="connsiteX8" fmla="*/ 479211 w 511127"/>
                  <a:gd name="connsiteY8" fmla="*/ 223996 h 891942"/>
                  <a:gd name="connsiteX9" fmla="*/ 506241 w 511127"/>
                  <a:gd name="connsiteY9" fmla="*/ 261645 h 891942"/>
                  <a:gd name="connsiteX10" fmla="*/ 506927 w 511127"/>
                  <a:gd name="connsiteY10" fmla="*/ 424560 h 891942"/>
                  <a:gd name="connsiteX11" fmla="*/ 477667 w 511127"/>
                  <a:gd name="connsiteY11" fmla="*/ 883152 h 891942"/>
                  <a:gd name="connsiteX12" fmla="*/ 323458 w 511127"/>
                  <a:gd name="connsiteY12" fmla="*/ 793109 h 891942"/>
                  <a:gd name="connsiteX13" fmla="*/ 0 w 511127"/>
                  <a:gd name="connsiteY13" fmla="*/ 618641 h 891942"/>
                  <a:gd name="connsiteX14" fmla="*/ 45481 w 511127"/>
                  <a:gd name="connsiteY14" fmla="*/ 424559 h 891942"/>
                  <a:gd name="connsiteX0" fmla="*/ 45481 w 685520"/>
                  <a:gd name="connsiteY0" fmla="*/ 424559 h 891942"/>
                  <a:gd name="connsiteX1" fmla="*/ 168166 w 685520"/>
                  <a:gd name="connsiteY1" fmla="*/ 203917 h 891942"/>
                  <a:gd name="connsiteX2" fmla="*/ 227635 w 685520"/>
                  <a:gd name="connsiteY2" fmla="*/ 118772 h 891942"/>
                  <a:gd name="connsiteX3" fmla="*/ 277748 w 685520"/>
                  <a:gd name="connsiteY3" fmla="*/ 65918 h 891942"/>
                  <a:gd name="connsiteX4" fmla="*/ 394897 w 685520"/>
                  <a:gd name="connsiteY4" fmla="*/ 153 h 891942"/>
                  <a:gd name="connsiteX5" fmla="*/ 434804 w 685520"/>
                  <a:gd name="connsiteY5" fmla="*/ 47333 h 891942"/>
                  <a:gd name="connsiteX6" fmla="*/ 449092 w 685520"/>
                  <a:gd name="connsiteY6" fmla="*/ 90195 h 891942"/>
                  <a:gd name="connsiteX7" fmla="*/ 470523 w 685520"/>
                  <a:gd name="connsiteY7" fmla="*/ 118770 h 891942"/>
                  <a:gd name="connsiteX8" fmla="*/ 479211 w 685520"/>
                  <a:gd name="connsiteY8" fmla="*/ 223996 h 891942"/>
                  <a:gd name="connsiteX9" fmla="*/ 506241 w 685520"/>
                  <a:gd name="connsiteY9" fmla="*/ 261645 h 891942"/>
                  <a:gd name="connsiteX10" fmla="*/ 685520 w 685520"/>
                  <a:gd name="connsiteY10" fmla="*/ 431704 h 891942"/>
                  <a:gd name="connsiteX11" fmla="*/ 477667 w 685520"/>
                  <a:gd name="connsiteY11" fmla="*/ 883152 h 891942"/>
                  <a:gd name="connsiteX12" fmla="*/ 323458 w 685520"/>
                  <a:gd name="connsiteY12" fmla="*/ 793109 h 891942"/>
                  <a:gd name="connsiteX13" fmla="*/ 0 w 685520"/>
                  <a:gd name="connsiteY13" fmla="*/ 618641 h 891942"/>
                  <a:gd name="connsiteX14" fmla="*/ 45481 w 685520"/>
                  <a:gd name="connsiteY14" fmla="*/ 424559 h 891942"/>
                  <a:gd name="connsiteX0" fmla="*/ 45481 w 692396"/>
                  <a:gd name="connsiteY0" fmla="*/ 424559 h 891942"/>
                  <a:gd name="connsiteX1" fmla="*/ 168166 w 692396"/>
                  <a:gd name="connsiteY1" fmla="*/ 203917 h 891942"/>
                  <a:gd name="connsiteX2" fmla="*/ 227635 w 692396"/>
                  <a:gd name="connsiteY2" fmla="*/ 118772 h 891942"/>
                  <a:gd name="connsiteX3" fmla="*/ 277748 w 692396"/>
                  <a:gd name="connsiteY3" fmla="*/ 65918 h 891942"/>
                  <a:gd name="connsiteX4" fmla="*/ 394897 w 692396"/>
                  <a:gd name="connsiteY4" fmla="*/ 153 h 891942"/>
                  <a:gd name="connsiteX5" fmla="*/ 434804 w 692396"/>
                  <a:gd name="connsiteY5" fmla="*/ 47333 h 891942"/>
                  <a:gd name="connsiteX6" fmla="*/ 449092 w 692396"/>
                  <a:gd name="connsiteY6" fmla="*/ 90195 h 891942"/>
                  <a:gd name="connsiteX7" fmla="*/ 470523 w 692396"/>
                  <a:gd name="connsiteY7" fmla="*/ 118770 h 891942"/>
                  <a:gd name="connsiteX8" fmla="*/ 479211 w 692396"/>
                  <a:gd name="connsiteY8" fmla="*/ 223996 h 891942"/>
                  <a:gd name="connsiteX9" fmla="*/ 506241 w 692396"/>
                  <a:gd name="connsiteY9" fmla="*/ 261645 h 891942"/>
                  <a:gd name="connsiteX10" fmla="*/ 685520 w 692396"/>
                  <a:gd name="connsiteY10" fmla="*/ 431704 h 891942"/>
                  <a:gd name="connsiteX11" fmla="*/ 655650 w 692396"/>
                  <a:gd name="connsiteY11" fmla="*/ 669009 h 891942"/>
                  <a:gd name="connsiteX12" fmla="*/ 477667 w 692396"/>
                  <a:gd name="connsiteY12" fmla="*/ 883152 h 891942"/>
                  <a:gd name="connsiteX13" fmla="*/ 323458 w 692396"/>
                  <a:gd name="connsiteY13" fmla="*/ 793109 h 891942"/>
                  <a:gd name="connsiteX14" fmla="*/ 0 w 692396"/>
                  <a:gd name="connsiteY14" fmla="*/ 618641 h 891942"/>
                  <a:gd name="connsiteX15" fmla="*/ 45481 w 692396"/>
                  <a:gd name="connsiteY15" fmla="*/ 424559 h 891942"/>
                  <a:gd name="connsiteX0" fmla="*/ 45481 w 692396"/>
                  <a:gd name="connsiteY0" fmla="*/ 424559 h 891942"/>
                  <a:gd name="connsiteX1" fmla="*/ 168166 w 692396"/>
                  <a:gd name="connsiteY1" fmla="*/ 203917 h 891942"/>
                  <a:gd name="connsiteX2" fmla="*/ 227635 w 692396"/>
                  <a:gd name="connsiteY2" fmla="*/ 118772 h 891942"/>
                  <a:gd name="connsiteX3" fmla="*/ 277748 w 692396"/>
                  <a:gd name="connsiteY3" fmla="*/ 65918 h 891942"/>
                  <a:gd name="connsiteX4" fmla="*/ 394897 w 692396"/>
                  <a:gd name="connsiteY4" fmla="*/ 153 h 891942"/>
                  <a:gd name="connsiteX5" fmla="*/ 434804 w 692396"/>
                  <a:gd name="connsiteY5" fmla="*/ 47333 h 891942"/>
                  <a:gd name="connsiteX6" fmla="*/ 449092 w 692396"/>
                  <a:gd name="connsiteY6" fmla="*/ 90195 h 891942"/>
                  <a:gd name="connsiteX7" fmla="*/ 470523 w 692396"/>
                  <a:gd name="connsiteY7" fmla="*/ 118770 h 891942"/>
                  <a:gd name="connsiteX8" fmla="*/ 479211 w 692396"/>
                  <a:gd name="connsiteY8" fmla="*/ 223996 h 891942"/>
                  <a:gd name="connsiteX9" fmla="*/ 627685 w 692396"/>
                  <a:gd name="connsiteY9" fmla="*/ 225926 h 891942"/>
                  <a:gd name="connsiteX10" fmla="*/ 685520 w 692396"/>
                  <a:gd name="connsiteY10" fmla="*/ 431704 h 891942"/>
                  <a:gd name="connsiteX11" fmla="*/ 655650 w 692396"/>
                  <a:gd name="connsiteY11" fmla="*/ 669009 h 891942"/>
                  <a:gd name="connsiteX12" fmla="*/ 477667 w 692396"/>
                  <a:gd name="connsiteY12" fmla="*/ 883152 h 891942"/>
                  <a:gd name="connsiteX13" fmla="*/ 323458 w 692396"/>
                  <a:gd name="connsiteY13" fmla="*/ 793109 h 891942"/>
                  <a:gd name="connsiteX14" fmla="*/ 0 w 692396"/>
                  <a:gd name="connsiteY14" fmla="*/ 618641 h 891942"/>
                  <a:gd name="connsiteX15" fmla="*/ 45481 w 692396"/>
                  <a:gd name="connsiteY15" fmla="*/ 424559 h 891942"/>
                  <a:gd name="connsiteX0" fmla="*/ 45481 w 692396"/>
                  <a:gd name="connsiteY0" fmla="*/ 424559 h 891942"/>
                  <a:gd name="connsiteX1" fmla="*/ 168166 w 692396"/>
                  <a:gd name="connsiteY1" fmla="*/ 203917 h 891942"/>
                  <a:gd name="connsiteX2" fmla="*/ 227635 w 692396"/>
                  <a:gd name="connsiteY2" fmla="*/ 118772 h 891942"/>
                  <a:gd name="connsiteX3" fmla="*/ 277748 w 692396"/>
                  <a:gd name="connsiteY3" fmla="*/ 65918 h 891942"/>
                  <a:gd name="connsiteX4" fmla="*/ 394897 w 692396"/>
                  <a:gd name="connsiteY4" fmla="*/ 153 h 891942"/>
                  <a:gd name="connsiteX5" fmla="*/ 434804 w 692396"/>
                  <a:gd name="connsiteY5" fmla="*/ 47333 h 891942"/>
                  <a:gd name="connsiteX6" fmla="*/ 449092 w 692396"/>
                  <a:gd name="connsiteY6" fmla="*/ 90195 h 891942"/>
                  <a:gd name="connsiteX7" fmla="*/ 470523 w 692396"/>
                  <a:gd name="connsiteY7" fmla="*/ 118770 h 891942"/>
                  <a:gd name="connsiteX8" fmla="*/ 564936 w 692396"/>
                  <a:gd name="connsiteY8" fmla="*/ 131128 h 891942"/>
                  <a:gd name="connsiteX9" fmla="*/ 627685 w 692396"/>
                  <a:gd name="connsiteY9" fmla="*/ 225926 h 891942"/>
                  <a:gd name="connsiteX10" fmla="*/ 685520 w 692396"/>
                  <a:gd name="connsiteY10" fmla="*/ 431704 h 891942"/>
                  <a:gd name="connsiteX11" fmla="*/ 655650 w 692396"/>
                  <a:gd name="connsiteY11" fmla="*/ 669009 h 891942"/>
                  <a:gd name="connsiteX12" fmla="*/ 477667 w 692396"/>
                  <a:gd name="connsiteY12" fmla="*/ 883152 h 891942"/>
                  <a:gd name="connsiteX13" fmla="*/ 323458 w 692396"/>
                  <a:gd name="connsiteY13" fmla="*/ 793109 h 891942"/>
                  <a:gd name="connsiteX14" fmla="*/ 0 w 692396"/>
                  <a:gd name="connsiteY14" fmla="*/ 618641 h 891942"/>
                  <a:gd name="connsiteX15" fmla="*/ 45481 w 692396"/>
                  <a:gd name="connsiteY15" fmla="*/ 424559 h 891942"/>
                  <a:gd name="connsiteX0" fmla="*/ 45481 w 692396"/>
                  <a:gd name="connsiteY0" fmla="*/ 424559 h 891942"/>
                  <a:gd name="connsiteX1" fmla="*/ 168166 w 692396"/>
                  <a:gd name="connsiteY1" fmla="*/ 203917 h 891942"/>
                  <a:gd name="connsiteX2" fmla="*/ 227635 w 692396"/>
                  <a:gd name="connsiteY2" fmla="*/ 118772 h 891942"/>
                  <a:gd name="connsiteX3" fmla="*/ 277748 w 692396"/>
                  <a:gd name="connsiteY3" fmla="*/ 65918 h 891942"/>
                  <a:gd name="connsiteX4" fmla="*/ 394897 w 692396"/>
                  <a:gd name="connsiteY4" fmla="*/ 153 h 891942"/>
                  <a:gd name="connsiteX5" fmla="*/ 434804 w 692396"/>
                  <a:gd name="connsiteY5" fmla="*/ 47333 h 891942"/>
                  <a:gd name="connsiteX6" fmla="*/ 449092 w 692396"/>
                  <a:gd name="connsiteY6" fmla="*/ 90195 h 891942"/>
                  <a:gd name="connsiteX7" fmla="*/ 527673 w 692396"/>
                  <a:gd name="connsiteY7" fmla="*/ 68764 h 891942"/>
                  <a:gd name="connsiteX8" fmla="*/ 564936 w 692396"/>
                  <a:gd name="connsiteY8" fmla="*/ 131128 h 891942"/>
                  <a:gd name="connsiteX9" fmla="*/ 627685 w 692396"/>
                  <a:gd name="connsiteY9" fmla="*/ 225926 h 891942"/>
                  <a:gd name="connsiteX10" fmla="*/ 685520 w 692396"/>
                  <a:gd name="connsiteY10" fmla="*/ 431704 h 891942"/>
                  <a:gd name="connsiteX11" fmla="*/ 655650 w 692396"/>
                  <a:gd name="connsiteY11" fmla="*/ 669009 h 891942"/>
                  <a:gd name="connsiteX12" fmla="*/ 477667 w 692396"/>
                  <a:gd name="connsiteY12" fmla="*/ 883152 h 891942"/>
                  <a:gd name="connsiteX13" fmla="*/ 323458 w 692396"/>
                  <a:gd name="connsiteY13" fmla="*/ 793109 h 891942"/>
                  <a:gd name="connsiteX14" fmla="*/ 0 w 692396"/>
                  <a:gd name="connsiteY14" fmla="*/ 618641 h 891942"/>
                  <a:gd name="connsiteX15" fmla="*/ 45481 w 692396"/>
                  <a:gd name="connsiteY15" fmla="*/ 424559 h 891942"/>
                  <a:gd name="connsiteX0" fmla="*/ 45481 w 692396"/>
                  <a:gd name="connsiteY0" fmla="*/ 425034 h 892417"/>
                  <a:gd name="connsiteX1" fmla="*/ 168166 w 692396"/>
                  <a:gd name="connsiteY1" fmla="*/ 204392 h 892417"/>
                  <a:gd name="connsiteX2" fmla="*/ 227635 w 692396"/>
                  <a:gd name="connsiteY2" fmla="*/ 119247 h 892417"/>
                  <a:gd name="connsiteX3" fmla="*/ 277748 w 692396"/>
                  <a:gd name="connsiteY3" fmla="*/ 66393 h 892417"/>
                  <a:gd name="connsiteX4" fmla="*/ 394897 w 692396"/>
                  <a:gd name="connsiteY4" fmla="*/ 628 h 892417"/>
                  <a:gd name="connsiteX5" fmla="*/ 463379 w 692396"/>
                  <a:gd name="connsiteY5" fmla="*/ 12089 h 892417"/>
                  <a:gd name="connsiteX6" fmla="*/ 449092 w 692396"/>
                  <a:gd name="connsiteY6" fmla="*/ 90670 h 892417"/>
                  <a:gd name="connsiteX7" fmla="*/ 527673 w 692396"/>
                  <a:gd name="connsiteY7" fmla="*/ 69239 h 892417"/>
                  <a:gd name="connsiteX8" fmla="*/ 564936 w 692396"/>
                  <a:gd name="connsiteY8" fmla="*/ 131603 h 892417"/>
                  <a:gd name="connsiteX9" fmla="*/ 627685 w 692396"/>
                  <a:gd name="connsiteY9" fmla="*/ 226401 h 892417"/>
                  <a:gd name="connsiteX10" fmla="*/ 685520 w 692396"/>
                  <a:gd name="connsiteY10" fmla="*/ 432179 h 892417"/>
                  <a:gd name="connsiteX11" fmla="*/ 655650 w 692396"/>
                  <a:gd name="connsiteY11" fmla="*/ 669484 h 892417"/>
                  <a:gd name="connsiteX12" fmla="*/ 477667 w 692396"/>
                  <a:gd name="connsiteY12" fmla="*/ 883627 h 892417"/>
                  <a:gd name="connsiteX13" fmla="*/ 323458 w 692396"/>
                  <a:gd name="connsiteY13" fmla="*/ 793584 h 892417"/>
                  <a:gd name="connsiteX14" fmla="*/ 0 w 692396"/>
                  <a:gd name="connsiteY14" fmla="*/ 619116 h 892417"/>
                  <a:gd name="connsiteX15" fmla="*/ 45481 w 692396"/>
                  <a:gd name="connsiteY15" fmla="*/ 425034 h 892417"/>
                  <a:gd name="connsiteX0" fmla="*/ 45481 w 692396"/>
                  <a:gd name="connsiteY0" fmla="*/ 425034 h 892417"/>
                  <a:gd name="connsiteX1" fmla="*/ 41287 w 692396"/>
                  <a:gd name="connsiteY1" fmla="*/ 298010 h 892417"/>
                  <a:gd name="connsiteX2" fmla="*/ 168166 w 692396"/>
                  <a:gd name="connsiteY2" fmla="*/ 204392 h 892417"/>
                  <a:gd name="connsiteX3" fmla="*/ 227635 w 692396"/>
                  <a:gd name="connsiteY3" fmla="*/ 119247 h 892417"/>
                  <a:gd name="connsiteX4" fmla="*/ 277748 w 692396"/>
                  <a:gd name="connsiteY4" fmla="*/ 66393 h 892417"/>
                  <a:gd name="connsiteX5" fmla="*/ 394897 w 692396"/>
                  <a:gd name="connsiteY5" fmla="*/ 628 h 892417"/>
                  <a:gd name="connsiteX6" fmla="*/ 463379 w 692396"/>
                  <a:gd name="connsiteY6" fmla="*/ 12089 h 892417"/>
                  <a:gd name="connsiteX7" fmla="*/ 449092 w 692396"/>
                  <a:gd name="connsiteY7" fmla="*/ 90670 h 892417"/>
                  <a:gd name="connsiteX8" fmla="*/ 527673 w 692396"/>
                  <a:gd name="connsiteY8" fmla="*/ 69239 h 892417"/>
                  <a:gd name="connsiteX9" fmla="*/ 564936 w 692396"/>
                  <a:gd name="connsiteY9" fmla="*/ 131603 h 892417"/>
                  <a:gd name="connsiteX10" fmla="*/ 627685 w 692396"/>
                  <a:gd name="connsiteY10" fmla="*/ 226401 h 892417"/>
                  <a:gd name="connsiteX11" fmla="*/ 685520 w 692396"/>
                  <a:gd name="connsiteY11" fmla="*/ 432179 h 892417"/>
                  <a:gd name="connsiteX12" fmla="*/ 655650 w 692396"/>
                  <a:gd name="connsiteY12" fmla="*/ 669484 h 892417"/>
                  <a:gd name="connsiteX13" fmla="*/ 477667 w 692396"/>
                  <a:gd name="connsiteY13" fmla="*/ 883627 h 892417"/>
                  <a:gd name="connsiteX14" fmla="*/ 323458 w 692396"/>
                  <a:gd name="connsiteY14" fmla="*/ 793584 h 892417"/>
                  <a:gd name="connsiteX15" fmla="*/ 0 w 692396"/>
                  <a:gd name="connsiteY15" fmla="*/ 619116 h 892417"/>
                  <a:gd name="connsiteX16" fmla="*/ 45481 w 692396"/>
                  <a:gd name="connsiteY16" fmla="*/ 425034 h 892417"/>
                  <a:gd name="connsiteX0" fmla="*/ 0 w 711208"/>
                  <a:gd name="connsiteY0" fmla="*/ 367884 h 892417"/>
                  <a:gd name="connsiteX1" fmla="*/ 60099 w 711208"/>
                  <a:gd name="connsiteY1" fmla="*/ 298010 h 892417"/>
                  <a:gd name="connsiteX2" fmla="*/ 186978 w 711208"/>
                  <a:gd name="connsiteY2" fmla="*/ 204392 h 892417"/>
                  <a:gd name="connsiteX3" fmla="*/ 246447 w 711208"/>
                  <a:gd name="connsiteY3" fmla="*/ 119247 h 892417"/>
                  <a:gd name="connsiteX4" fmla="*/ 296560 w 711208"/>
                  <a:gd name="connsiteY4" fmla="*/ 66393 h 892417"/>
                  <a:gd name="connsiteX5" fmla="*/ 413709 w 711208"/>
                  <a:gd name="connsiteY5" fmla="*/ 628 h 892417"/>
                  <a:gd name="connsiteX6" fmla="*/ 482191 w 711208"/>
                  <a:gd name="connsiteY6" fmla="*/ 12089 h 892417"/>
                  <a:gd name="connsiteX7" fmla="*/ 467904 w 711208"/>
                  <a:gd name="connsiteY7" fmla="*/ 90670 h 892417"/>
                  <a:gd name="connsiteX8" fmla="*/ 546485 w 711208"/>
                  <a:gd name="connsiteY8" fmla="*/ 69239 h 892417"/>
                  <a:gd name="connsiteX9" fmla="*/ 583748 w 711208"/>
                  <a:gd name="connsiteY9" fmla="*/ 131603 h 892417"/>
                  <a:gd name="connsiteX10" fmla="*/ 646497 w 711208"/>
                  <a:gd name="connsiteY10" fmla="*/ 226401 h 892417"/>
                  <a:gd name="connsiteX11" fmla="*/ 704332 w 711208"/>
                  <a:gd name="connsiteY11" fmla="*/ 432179 h 892417"/>
                  <a:gd name="connsiteX12" fmla="*/ 674462 w 711208"/>
                  <a:gd name="connsiteY12" fmla="*/ 669484 h 892417"/>
                  <a:gd name="connsiteX13" fmla="*/ 496479 w 711208"/>
                  <a:gd name="connsiteY13" fmla="*/ 883627 h 892417"/>
                  <a:gd name="connsiteX14" fmla="*/ 342270 w 711208"/>
                  <a:gd name="connsiteY14" fmla="*/ 793584 h 892417"/>
                  <a:gd name="connsiteX15" fmla="*/ 18812 w 711208"/>
                  <a:gd name="connsiteY15" fmla="*/ 619116 h 892417"/>
                  <a:gd name="connsiteX16" fmla="*/ 0 w 711208"/>
                  <a:gd name="connsiteY16" fmla="*/ 367884 h 892417"/>
                  <a:gd name="connsiteX0" fmla="*/ 0 w 711208"/>
                  <a:gd name="connsiteY0" fmla="*/ 367884 h 892417"/>
                  <a:gd name="connsiteX1" fmla="*/ 60099 w 711208"/>
                  <a:gd name="connsiteY1" fmla="*/ 298010 h 892417"/>
                  <a:gd name="connsiteX2" fmla="*/ 186978 w 711208"/>
                  <a:gd name="connsiteY2" fmla="*/ 204392 h 892417"/>
                  <a:gd name="connsiteX3" fmla="*/ 246447 w 711208"/>
                  <a:gd name="connsiteY3" fmla="*/ 119247 h 892417"/>
                  <a:gd name="connsiteX4" fmla="*/ 296560 w 711208"/>
                  <a:gd name="connsiteY4" fmla="*/ 66393 h 892417"/>
                  <a:gd name="connsiteX5" fmla="*/ 413709 w 711208"/>
                  <a:gd name="connsiteY5" fmla="*/ 628 h 892417"/>
                  <a:gd name="connsiteX6" fmla="*/ 482191 w 711208"/>
                  <a:gd name="connsiteY6" fmla="*/ 12089 h 892417"/>
                  <a:gd name="connsiteX7" fmla="*/ 467904 w 711208"/>
                  <a:gd name="connsiteY7" fmla="*/ 90670 h 892417"/>
                  <a:gd name="connsiteX8" fmla="*/ 546485 w 711208"/>
                  <a:gd name="connsiteY8" fmla="*/ 69239 h 892417"/>
                  <a:gd name="connsiteX9" fmla="*/ 583748 w 711208"/>
                  <a:gd name="connsiteY9" fmla="*/ 131603 h 892417"/>
                  <a:gd name="connsiteX10" fmla="*/ 646497 w 711208"/>
                  <a:gd name="connsiteY10" fmla="*/ 226401 h 892417"/>
                  <a:gd name="connsiteX11" fmla="*/ 704332 w 711208"/>
                  <a:gd name="connsiteY11" fmla="*/ 432179 h 892417"/>
                  <a:gd name="connsiteX12" fmla="*/ 674462 w 711208"/>
                  <a:gd name="connsiteY12" fmla="*/ 669484 h 892417"/>
                  <a:gd name="connsiteX13" fmla="*/ 496479 w 711208"/>
                  <a:gd name="connsiteY13" fmla="*/ 883627 h 892417"/>
                  <a:gd name="connsiteX14" fmla="*/ 342270 w 711208"/>
                  <a:gd name="connsiteY14" fmla="*/ 793584 h 892417"/>
                  <a:gd name="connsiteX15" fmla="*/ 68818 w 711208"/>
                  <a:gd name="connsiteY15" fmla="*/ 597685 h 892417"/>
                  <a:gd name="connsiteX16" fmla="*/ 0 w 711208"/>
                  <a:gd name="connsiteY16" fmla="*/ 367884 h 892417"/>
                  <a:gd name="connsiteX0" fmla="*/ 0 w 711208"/>
                  <a:gd name="connsiteY0" fmla="*/ 367884 h 895949"/>
                  <a:gd name="connsiteX1" fmla="*/ 60099 w 711208"/>
                  <a:gd name="connsiteY1" fmla="*/ 298010 h 895949"/>
                  <a:gd name="connsiteX2" fmla="*/ 186978 w 711208"/>
                  <a:gd name="connsiteY2" fmla="*/ 204392 h 895949"/>
                  <a:gd name="connsiteX3" fmla="*/ 246447 w 711208"/>
                  <a:gd name="connsiteY3" fmla="*/ 119247 h 895949"/>
                  <a:gd name="connsiteX4" fmla="*/ 296560 w 711208"/>
                  <a:gd name="connsiteY4" fmla="*/ 66393 h 895949"/>
                  <a:gd name="connsiteX5" fmla="*/ 413709 w 711208"/>
                  <a:gd name="connsiteY5" fmla="*/ 628 h 895949"/>
                  <a:gd name="connsiteX6" fmla="*/ 482191 w 711208"/>
                  <a:gd name="connsiteY6" fmla="*/ 12089 h 895949"/>
                  <a:gd name="connsiteX7" fmla="*/ 467904 w 711208"/>
                  <a:gd name="connsiteY7" fmla="*/ 90670 h 895949"/>
                  <a:gd name="connsiteX8" fmla="*/ 546485 w 711208"/>
                  <a:gd name="connsiteY8" fmla="*/ 69239 h 895949"/>
                  <a:gd name="connsiteX9" fmla="*/ 583748 w 711208"/>
                  <a:gd name="connsiteY9" fmla="*/ 131603 h 895949"/>
                  <a:gd name="connsiteX10" fmla="*/ 646497 w 711208"/>
                  <a:gd name="connsiteY10" fmla="*/ 226401 h 895949"/>
                  <a:gd name="connsiteX11" fmla="*/ 704332 w 711208"/>
                  <a:gd name="connsiteY11" fmla="*/ 432179 h 895949"/>
                  <a:gd name="connsiteX12" fmla="*/ 674462 w 711208"/>
                  <a:gd name="connsiteY12" fmla="*/ 669484 h 895949"/>
                  <a:gd name="connsiteX13" fmla="*/ 496479 w 711208"/>
                  <a:gd name="connsiteY13" fmla="*/ 883627 h 895949"/>
                  <a:gd name="connsiteX14" fmla="*/ 395802 w 711208"/>
                  <a:gd name="connsiteY14" fmla="*/ 875539 h 895949"/>
                  <a:gd name="connsiteX15" fmla="*/ 342270 w 711208"/>
                  <a:gd name="connsiteY15" fmla="*/ 793584 h 895949"/>
                  <a:gd name="connsiteX16" fmla="*/ 68818 w 711208"/>
                  <a:gd name="connsiteY16" fmla="*/ 597685 h 895949"/>
                  <a:gd name="connsiteX17" fmla="*/ 0 w 711208"/>
                  <a:gd name="connsiteY17" fmla="*/ 367884 h 895949"/>
                  <a:gd name="connsiteX0" fmla="*/ 0 w 711208"/>
                  <a:gd name="connsiteY0" fmla="*/ 367884 h 895949"/>
                  <a:gd name="connsiteX1" fmla="*/ 60099 w 711208"/>
                  <a:gd name="connsiteY1" fmla="*/ 298010 h 895949"/>
                  <a:gd name="connsiteX2" fmla="*/ 186978 w 711208"/>
                  <a:gd name="connsiteY2" fmla="*/ 204392 h 895949"/>
                  <a:gd name="connsiteX3" fmla="*/ 246447 w 711208"/>
                  <a:gd name="connsiteY3" fmla="*/ 119247 h 895949"/>
                  <a:gd name="connsiteX4" fmla="*/ 296560 w 711208"/>
                  <a:gd name="connsiteY4" fmla="*/ 66393 h 895949"/>
                  <a:gd name="connsiteX5" fmla="*/ 413709 w 711208"/>
                  <a:gd name="connsiteY5" fmla="*/ 628 h 895949"/>
                  <a:gd name="connsiteX6" fmla="*/ 482191 w 711208"/>
                  <a:gd name="connsiteY6" fmla="*/ 12089 h 895949"/>
                  <a:gd name="connsiteX7" fmla="*/ 467904 w 711208"/>
                  <a:gd name="connsiteY7" fmla="*/ 90670 h 895949"/>
                  <a:gd name="connsiteX8" fmla="*/ 546485 w 711208"/>
                  <a:gd name="connsiteY8" fmla="*/ 69239 h 895949"/>
                  <a:gd name="connsiteX9" fmla="*/ 583748 w 711208"/>
                  <a:gd name="connsiteY9" fmla="*/ 131603 h 895949"/>
                  <a:gd name="connsiteX10" fmla="*/ 646497 w 711208"/>
                  <a:gd name="connsiteY10" fmla="*/ 226401 h 895949"/>
                  <a:gd name="connsiteX11" fmla="*/ 704332 w 711208"/>
                  <a:gd name="connsiteY11" fmla="*/ 432179 h 895949"/>
                  <a:gd name="connsiteX12" fmla="*/ 674462 w 711208"/>
                  <a:gd name="connsiteY12" fmla="*/ 669484 h 895949"/>
                  <a:gd name="connsiteX13" fmla="*/ 496479 w 711208"/>
                  <a:gd name="connsiteY13" fmla="*/ 883627 h 895949"/>
                  <a:gd name="connsiteX14" fmla="*/ 395802 w 711208"/>
                  <a:gd name="connsiteY14" fmla="*/ 875539 h 895949"/>
                  <a:gd name="connsiteX15" fmla="*/ 342270 w 711208"/>
                  <a:gd name="connsiteY15" fmla="*/ 793584 h 895949"/>
                  <a:gd name="connsiteX16" fmla="*/ 231496 w 711208"/>
                  <a:gd name="connsiteY16" fmla="*/ 696945 h 895949"/>
                  <a:gd name="connsiteX17" fmla="*/ 68818 w 711208"/>
                  <a:gd name="connsiteY17" fmla="*/ 597685 h 895949"/>
                  <a:gd name="connsiteX18" fmla="*/ 0 w 711208"/>
                  <a:gd name="connsiteY18" fmla="*/ 367884 h 895949"/>
                  <a:gd name="connsiteX0" fmla="*/ 0 w 711208"/>
                  <a:gd name="connsiteY0" fmla="*/ 367884 h 895949"/>
                  <a:gd name="connsiteX1" fmla="*/ 60099 w 711208"/>
                  <a:gd name="connsiteY1" fmla="*/ 298010 h 895949"/>
                  <a:gd name="connsiteX2" fmla="*/ 186978 w 711208"/>
                  <a:gd name="connsiteY2" fmla="*/ 204392 h 895949"/>
                  <a:gd name="connsiteX3" fmla="*/ 246447 w 711208"/>
                  <a:gd name="connsiteY3" fmla="*/ 119247 h 895949"/>
                  <a:gd name="connsiteX4" fmla="*/ 296560 w 711208"/>
                  <a:gd name="connsiteY4" fmla="*/ 66393 h 895949"/>
                  <a:gd name="connsiteX5" fmla="*/ 413709 w 711208"/>
                  <a:gd name="connsiteY5" fmla="*/ 628 h 895949"/>
                  <a:gd name="connsiteX6" fmla="*/ 482191 w 711208"/>
                  <a:gd name="connsiteY6" fmla="*/ 12089 h 895949"/>
                  <a:gd name="connsiteX7" fmla="*/ 467904 w 711208"/>
                  <a:gd name="connsiteY7" fmla="*/ 90670 h 895949"/>
                  <a:gd name="connsiteX8" fmla="*/ 546485 w 711208"/>
                  <a:gd name="connsiteY8" fmla="*/ 69239 h 895949"/>
                  <a:gd name="connsiteX9" fmla="*/ 583748 w 711208"/>
                  <a:gd name="connsiteY9" fmla="*/ 131603 h 895949"/>
                  <a:gd name="connsiteX10" fmla="*/ 646497 w 711208"/>
                  <a:gd name="connsiteY10" fmla="*/ 226401 h 895949"/>
                  <a:gd name="connsiteX11" fmla="*/ 704332 w 711208"/>
                  <a:gd name="connsiteY11" fmla="*/ 432179 h 895949"/>
                  <a:gd name="connsiteX12" fmla="*/ 674462 w 711208"/>
                  <a:gd name="connsiteY12" fmla="*/ 669484 h 895949"/>
                  <a:gd name="connsiteX13" fmla="*/ 496479 w 711208"/>
                  <a:gd name="connsiteY13" fmla="*/ 883627 h 895949"/>
                  <a:gd name="connsiteX14" fmla="*/ 395802 w 711208"/>
                  <a:gd name="connsiteY14" fmla="*/ 875539 h 895949"/>
                  <a:gd name="connsiteX15" fmla="*/ 342270 w 711208"/>
                  <a:gd name="connsiteY15" fmla="*/ 793584 h 895949"/>
                  <a:gd name="connsiteX16" fmla="*/ 231496 w 711208"/>
                  <a:gd name="connsiteY16" fmla="*/ 696945 h 895949"/>
                  <a:gd name="connsiteX17" fmla="*/ 118824 w 711208"/>
                  <a:gd name="connsiteY17" fmla="*/ 590541 h 895949"/>
                  <a:gd name="connsiteX18" fmla="*/ 0 w 711208"/>
                  <a:gd name="connsiteY18" fmla="*/ 367884 h 895949"/>
                  <a:gd name="connsiteX0" fmla="*/ 0 w 711208"/>
                  <a:gd name="connsiteY0" fmla="*/ 367884 h 895949"/>
                  <a:gd name="connsiteX1" fmla="*/ 60099 w 711208"/>
                  <a:gd name="connsiteY1" fmla="*/ 298010 h 895949"/>
                  <a:gd name="connsiteX2" fmla="*/ 186978 w 711208"/>
                  <a:gd name="connsiteY2" fmla="*/ 204392 h 895949"/>
                  <a:gd name="connsiteX3" fmla="*/ 246447 w 711208"/>
                  <a:gd name="connsiteY3" fmla="*/ 119247 h 895949"/>
                  <a:gd name="connsiteX4" fmla="*/ 346566 w 711208"/>
                  <a:gd name="connsiteY4" fmla="*/ 87824 h 895949"/>
                  <a:gd name="connsiteX5" fmla="*/ 413709 w 711208"/>
                  <a:gd name="connsiteY5" fmla="*/ 628 h 895949"/>
                  <a:gd name="connsiteX6" fmla="*/ 482191 w 711208"/>
                  <a:gd name="connsiteY6" fmla="*/ 12089 h 895949"/>
                  <a:gd name="connsiteX7" fmla="*/ 467904 w 711208"/>
                  <a:gd name="connsiteY7" fmla="*/ 90670 h 895949"/>
                  <a:gd name="connsiteX8" fmla="*/ 546485 w 711208"/>
                  <a:gd name="connsiteY8" fmla="*/ 69239 h 895949"/>
                  <a:gd name="connsiteX9" fmla="*/ 583748 w 711208"/>
                  <a:gd name="connsiteY9" fmla="*/ 131603 h 895949"/>
                  <a:gd name="connsiteX10" fmla="*/ 646497 w 711208"/>
                  <a:gd name="connsiteY10" fmla="*/ 226401 h 895949"/>
                  <a:gd name="connsiteX11" fmla="*/ 704332 w 711208"/>
                  <a:gd name="connsiteY11" fmla="*/ 432179 h 895949"/>
                  <a:gd name="connsiteX12" fmla="*/ 674462 w 711208"/>
                  <a:gd name="connsiteY12" fmla="*/ 669484 h 895949"/>
                  <a:gd name="connsiteX13" fmla="*/ 496479 w 711208"/>
                  <a:gd name="connsiteY13" fmla="*/ 883627 h 895949"/>
                  <a:gd name="connsiteX14" fmla="*/ 395802 w 711208"/>
                  <a:gd name="connsiteY14" fmla="*/ 875539 h 895949"/>
                  <a:gd name="connsiteX15" fmla="*/ 342270 w 711208"/>
                  <a:gd name="connsiteY15" fmla="*/ 793584 h 895949"/>
                  <a:gd name="connsiteX16" fmla="*/ 231496 w 711208"/>
                  <a:gd name="connsiteY16" fmla="*/ 696945 h 895949"/>
                  <a:gd name="connsiteX17" fmla="*/ 118824 w 711208"/>
                  <a:gd name="connsiteY17" fmla="*/ 590541 h 895949"/>
                  <a:gd name="connsiteX18" fmla="*/ 0 w 711208"/>
                  <a:gd name="connsiteY18" fmla="*/ 367884 h 895949"/>
                  <a:gd name="connsiteX0" fmla="*/ 0 w 711208"/>
                  <a:gd name="connsiteY0" fmla="*/ 367884 h 895949"/>
                  <a:gd name="connsiteX1" fmla="*/ 60099 w 711208"/>
                  <a:gd name="connsiteY1" fmla="*/ 298010 h 895949"/>
                  <a:gd name="connsiteX2" fmla="*/ 186978 w 711208"/>
                  <a:gd name="connsiteY2" fmla="*/ 204392 h 895949"/>
                  <a:gd name="connsiteX3" fmla="*/ 296453 w 711208"/>
                  <a:gd name="connsiteY3" fmla="*/ 162110 h 895949"/>
                  <a:gd name="connsiteX4" fmla="*/ 346566 w 711208"/>
                  <a:gd name="connsiteY4" fmla="*/ 87824 h 895949"/>
                  <a:gd name="connsiteX5" fmla="*/ 413709 w 711208"/>
                  <a:gd name="connsiteY5" fmla="*/ 628 h 895949"/>
                  <a:gd name="connsiteX6" fmla="*/ 482191 w 711208"/>
                  <a:gd name="connsiteY6" fmla="*/ 12089 h 895949"/>
                  <a:gd name="connsiteX7" fmla="*/ 467904 w 711208"/>
                  <a:gd name="connsiteY7" fmla="*/ 90670 h 895949"/>
                  <a:gd name="connsiteX8" fmla="*/ 546485 w 711208"/>
                  <a:gd name="connsiteY8" fmla="*/ 69239 h 895949"/>
                  <a:gd name="connsiteX9" fmla="*/ 583748 w 711208"/>
                  <a:gd name="connsiteY9" fmla="*/ 131603 h 895949"/>
                  <a:gd name="connsiteX10" fmla="*/ 646497 w 711208"/>
                  <a:gd name="connsiteY10" fmla="*/ 226401 h 895949"/>
                  <a:gd name="connsiteX11" fmla="*/ 704332 w 711208"/>
                  <a:gd name="connsiteY11" fmla="*/ 432179 h 895949"/>
                  <a:gd name="connsiteX12" fmla="*/ 674462 w 711208"/>
                  <a:gd name="connsiteY12" fmla="*/ 669484 h 895949"/>
                  <a:gd name="connsiteX13" fmla="*/ 496479 w 711208"/>
                  <a:gd name="connsiteY13" fmla="*/ 883627 h 895949"/>
                  <a:gd name="connsiteX14" fmla="*/ 395802 w 711208"/>
                  <a:gd name="connsiteY14" fmla="*/ 875539 h 895949"/>
                  <a:gd name="connsiteX15" fmla="*/ 342270 w 711208"/>
                  <a:gd name="connsiteY15" fmla="*/ 793584 h 895949"/>
                  <a:gd name="connsiteX16" fmla="*/ 231496 w 711208"/>
                  <a:gd name="connsiteY16" fmla="*/ 696945 h 895949"/>
                  <a:gd name="connsiteX17" fmla="*/ 118824 w 711208"/>
                  <a:gd name="connsiteY17" fmla="*/ 590541 h 895949"/>
                  <a:gd name="connsiteX18" fmla="*/ 0 w 711208"/>
                  <a:gd name="connsiteY18" fmla="*/ 367884 h 895949"/>
                  <a:gd name="connsiteX0" fmla="*/ 0 w 711208"/>
                  <a:gd name="connsiteY0" fmla="*/ 367884 h 895949"/>
                  <a:gd name="connsiteX1" fmla="*/ 60099 w 711208"/>
                  <a:gd name="connsiteY1" fmla="*/ 298010 h 895949"/>
                  <a:gd name="connsiteX2" fmla="*/ 201265 w 711208"/>
                  <a:gd name="connsiteY2" fmla="*/ 240111 h 895949"/>
                  <a:gd name="connsiteX3" fmla="*/ 296453 w 711208"/>
                  <a:gd name="connsiteY3" fmla="*/ 162110 h 895949"/>
                  <a:gd name="connsiteX4" fmla="*/ 346566 w 711208"/>
                  <a:gd name="connsiteY4" fmla="*/ 87824 h 895949"/>
                  <a:gd name="connsiteX5" fmla="*/ 413709 w 711208"/>
                  <a:gd name="connsiteY5" fmla="*/ 628 h 895949"/>
                  <a:gd name="connsiteX6" fmla="*/ 482191 w 711208"/>
                  <a:gd name="connsiteY6" fmla="*/ 12089 h 895949"/>
                  <a:gd name="connsiteX7" fmla="*/ 467904 w 711208"/>
                  <a:gd name="connsiteY7" fmla="*/ 90670 h 895949"/>
                  <a:gd name="connsiteX8" fmla="*/ 546485 w 711208"/>
                  <a:gd name="connsiteY8" fmla="*/ 69239 h 895949"/>
                  <a:gd name="connsiteX9" fmla="*/ 583748 w 711208"/>
                  <a:gd name="connsiteY9" fmla="*/ 131603 h 895949"/>
                  <a:gd name="connsiteX10" fmla="*/ 646497 w 711208"/>
                  <a:gd name="connsiteY10" fmla="*/ 226401 h 895949"/>
                  <a:gd name="connsiteX11" fmla="*/ 704332 w 711208"/>
                  <a:gd name="connsiteY11" fmla="*/ 432179 h 895949"/>
                  <a:gd name="connsiteX12" fmla="*/ 674462 w 711208"/>
                  <a:gd name="connsiteY12" fmla="*/ 669484 h 895949"/>
                  <a:gd name="connsiteX13" fmla="*/ 496479 w 711208"/>
                  <a:gd name="connsiteY13" fmla="*/ 883627 h 895949"/>
                  <a:gd name="connsiteX14" fmla="*/ 395802 w 711208"/>
                  <a:gd name="connsiteY14" fmla="*/ 875539 h 895949"/>
                  <a:gd name="connsiteX15" fmla="*/ 342270 w 711208"/>
                  <a:gd name="connsiteY15" fmla="*/ 793584 h 895949"/>
                  <a:gd name="connsiteX16" fmla="*/ 231496 w 711208"/>
                  <a:gd name="connsiteY16" fmla="*/ 696945 h 895949"/>
                  <a:gd name="connsiteX17" fmla="*/ 118824 w 711208"/>
                  <a:gd name="connsiteY17" fmla="*/ 590541 h 895949"/>
                  <a:gd name="connsiteX18" fmla="*/ 0 w 711208"/>
                  <a:gd name="connsiteY18" fmla="*/ 367884 h 895949"/>
                  <a:gd name="connsiteX0" fmla="*/ 0 w 711208"/>
                  <a:gd name="connsiteY0" fmla="*/ 367884 h 895949"/>
                  <a:gd name="connsiteX1" fmla="*/ 74387 w 711208"/>
                  <a:gd name="connsiteY1" fmla="*/ 333728 h 895949"/>
                  <a:gd name="connsiteX2" fmla="*/ 201265 w 711208"/>
                  <a:gd name="connsiteY2" fmla="*/ 240111 h 895949"/>
                  <a:gd name="connsiteX3" fmla="*/ 296453 w 711208"/>
                  <a:gd name="connsiteY3" fmla="*/ 162110 h 895949"/>
                  <a:gd name="connsiteX4" fmla="*/ 346566 w 711208"/>
                  <a:gd name="connsiteY4" fmla="*/ 87824 h 895949"/>
                  <a:gd name="connsiteX5" fmla="*/ 413709 w 711208"/>
                  <a:gd name="connsiteY5" fmla="*/ 628 h 895949"/>
                  <a:gd name="connsiteX6" fmla="*/ 482191 w 711208"/>
                  <a:gd name="connsiteY6" fmla="*/ 12089 h 895949"/>
                  <a:gd name="connsiteX7" fmla="*/ 467904 w 711208"/>
                  <a:gd name="connsiteY7" fmla="*/ 90670 h 895949"/>
                  <a:gd name="connsiteX8" fmla="*/ 546485 w 711208"/>
                  <a:gd name="connsiteY8" fmla="*/ 69239 h 895949"/>
                  <a:gd name="connsiteX9" fmla="*/ 583748 w 711208"/>
                  <a:gd name="connsiteY9" fmla="*/ 131603 h 895949"/>
                  <a:gd name="connsiteX10" fmla="*/ 646497 w 711208"/>
                  <a:gd name="connsiteY10" fmla="*/ 226401 h 895949"/>
                  <a:gd name="connsiteX11" fmla="*/ 704332 w 711208"/>
                  <a:gd name="connsiteY11" fmla="*/ 432179 h 895949"/>
                  <a:gd name="connsiteX12" fmla="*/ 674462 w 711208"/>
                  <a:gd name="connsiteY12" fmla="*/ 669484 h 895949"/>
                  <a:gd name="connsiteX13" fmla="*/ 496479 w 711208"/>
                  <a:gd name="connsiteY13" fmla="*/ 883627 h 895949"/>
                  <a:gd name="connsiteX14" fmla="*/ 395802 w 711208"/>
                  <a:gd name="connsiteY14" fmla="*/ 875539 h 895949"/>
                  <a:gd name="connsiteX15" fmla="*/ 342270 w 711208"/>
                  <a:gd name="connsiteY15" fmla="*/ 793584 h 895949"/>
                  <a:gd name="connsiteX16" fmla="*/ 231496 w 711208"/>
                  <a:gd name="connsiteY16" fmla="*/ 696945 h 895949"/>
                  <a:gd name="connsiteX17" fmla="*/ 118824 w 711208"/>
                  <a:gd name="connsiteY17" fmla="*/ 590541 h 895949"/>
                  <a:gd name="connsiteX18" fmla="*/ 0 w 711208"/>
                  <a:gd name="connsiteY18" fmla="*/ 367884 h 895949"/>
                  <a:gd name="connsiteX0" fmla="*/ 0 w 711208"/>
                  <a:gd name="connsiteY0" fmla="*/ 367884 h 895949"/>
                  <a:gd name="connsiteX1" fmla="*/ 74387 w 711208"/>
                  <a:gd name="connsiteY1" fmla="*/ 333728 h 895949"/>
                  <a:gd name="connsiteX2" fmla="*/ 201265 w 711208"/>
                  <a:gd name="connsiteY2" fmla="*/ 240111 h 895949"/>
                  <a:gd name="connsiteX3" fmla="*/ 296453 w 711208"/>
                  <a:gd name="connsiteY3" fmla="*/ 162110 h 895949"/>
                  <a:gd name="connsiteX4" fmla="*/ 346566 w 711208"/>
                  <a:gd name="connsiteY4" fmla="*/ 87824 h 895949"/>
                  <a:gd name="connsiteX5" fmla="*/ 413709 w 711208"/>
                  <a:gd name="connsiteY5" fmla="*/ 628 h 895949"/>
                  <a:gd name="connsiteX6" fmla="*/ 482191 w 711208"/>
                  <a:gd name="connsiteY6" fmla="*/ 12089 h 895949"/>
                  <a:gd name="connsiteX7" fmla="*/ 510766 w 711208"/>
                  <a:gd name="connsiteY7" fmla="*/ 62095 h 895949"/>
                  <a:gd name="connsiteX8" fmla="*/ 546485 w 711208"/>
                  <a:gd name="connsiteY8" fmla="*/ 69239 h 895949"/>
                  <a:gd name="connsiteX9" fmla="*/ 583748 w 711208"/>
                  <a:gd name="connsiteY9" fmla="*/ 131603 h 895949"/>
                  <a:gd name="connsiteX10" fmla="*/ 646497 w 711208"/>
                  <a:gd name="connsiteY10" fmla="*/ 226401 h 895949"/>
                  <a:gd name="connsiteX11" fmla="*/ 704332 w 711208"/>
                  <a:gd name="connsiteY11" fmla="*/ 432179 h 895949"/>
                  <a:gd name="connsiteX12" fmla="*/ 674462 w 711208"/>
                  <a:gd name="connsiteY12" fmla="*/ 669484 h 895949"/>
                  <a:gd name="connsiteX13" fmla="*/ 496479 w 711208"/>
                  <a:gd name="connsiteY13" fmla="*/ 883627 h 895949"/>
                  <a:gd name="connsiteX14" fmla="*/ 395802 w 711208"/>
                  <a:gd name="connsiteY14" fmla="*/ 875539 h 895949"/>
                  <a:gd name="connsiteX15" fmla="*/ 342270 w 711208"/>
                  <a:gd name="connsiteY15" fmla="*/ 793584 h 895949"/>
                  <a:gd name="connsiteX16" fmla="*/ 231496 w 711208"/>
                  <a:gd name="connsiteY16" fmla="*/ 696945 h 895949"/>
                  <a:gd name="connsiteX17" fmla="*/ 118824 w 711208"/>
                  <a:gd name="connsiteY17" fmla="*/ 590541 h 895949"/>
                  <a:gd name="connsiteX18" fmla="*/ 0 w 711208"/>
                  <a:gd name="connsiteY18" fmla="*/ 367884 h 895949"/>
                  <a:gd name="connsiteX0" fmla="*/ 0 w 711208"/>
                  <a:gd name="connsiteY0" fmla="*/ 367884 h 895949"/>
                  <a:gd name="connsiteX1" fmla="*/ 74387 w 711208"/>
                  <a:gd name="connsiteY1" fmla="*/ 333728 h 895949"/>
                  <a:gd name="connsiteX2" fmla="*/ 201265 w 711208"/>
                  <a:gd name="connsiteY2" fmla="*/ 240111 h 895949"/>
                  <a:gd name="connsiteX3" fmla="*/ 296453 w 711208"/>
                  <a:gd name="connsiteY3" fmla="*/ 162110 h 895949"/>
                  <a:gd name="connsiteX4" fmla="*/ 346566 w 711208"/>
                  <a:gd name="connsiteY4" fmla="*/ 87824 h 895949"/>
                  <a:gd name="connsiteX5" fmla="*/ 413709 w 711208"/>
                  <a:gd name="connsiteY5" fmla="*/ 628 h 895949"/>
                  <a:gd name="connsiteX6" fmla="*/ 482191 w 711208"/>
                  <a:gd name="connsiteY6" fmla="*/ 12089 h 895949"/>
                  <a:gd name="connsiteX7" fmla="*/ 510766 w 711208"/>
                  <a:gd name="connsiteY7" fmla="*/ 62095 h 895949"/>
                  <a:gd name="connsiteX8" fmla="*/ 546485 w 711208"/>
                  <a:gd name="connsiteY8" fmla="*/ 69239 h 895949"/>
                  <a:gd name="connsiteX9" fmla="*/ 583748 w 711208"/>
                  <a:gd name="connsiteY9" fmla="*/ 131603 h 895949"/>
                  <a:gd name="connsiteX10" fmla="*/ 646497 w 711208"/>
                  <a:gd name="connsiteY10" fmla="*/ 226401 h 895949"/>
                  <a:gd name="connsiteX11" fmla="*/ 702983 w 711208"/>
                  <a:gd name="connsiteY11" fmla="*/ 339758 h 895949"/>
                  <a:gd name="connsiteX12" fmla="*/ 704332 w 711208"/>
                  <a:gd name="connsiteY12" fmla="*/ 432179 h 895949"/>
                  <a:gd name="connsiteX13" fmla="*/ 674462 w 711208"/>
                  <a:gd name="connsiteY13" fmla="*/ 669484 h 895949"/>
                  <a:gd name="connsiteX14" fmla="*/ 496479 w 711208"/>
                  <a:gd name="connsiteY14" fmla="*/ 883627 h 895949"/>
                  <a:gd name="connsiteX15" fmla="*/ 395802 w 711208"/>
                  <a:gd name="connsiteY15" fmla="*/ 875539 h 895949"/>
                  <a:gd name="connsiteX16" fmla="*/ 342270 w 711208"/>
                  <a:gd name="connsiteY16" fmla="*/ 793584 h 895949"/>
                  <a:gd name="connsiteX17" fmla="*/ 231496 w 711208"/>
                  <a:gd name="connsiteY17" fmla="*/ 696945 h 895949"/>
                  <a:gd name="connsiteX18" fmla="*/ 118824 w 711208"/>
                  <a:gd name="connsiteY18" fmla="*/ 590541 h 895949"/>
                  <a:gd name="connsiteX19" fmla="*/ 0 w 711208"/>
                  <a:gd name="connsiteY19" fmla="*/ 367884 h 895949"/>
                  <a:gd name="connsiteX0" fmla="*/ 0 w 711208"/>
                  <a:gd name="connsiteY0" fmla="*/ 367884 h 911010"/>
                  <a:gd name="connsiteX1" fmla="*/ 74387 w 711208"/>
                  <a:gd name="connsiteY1" fmla="*/ 333728 h 911010"/>
                  <a:gd name="connsiteX2" fmla="*/ 201265 w 711208"/>
                  <a:gd name="connsiteY2" fmla="*/ 240111 h 911010"/>
                  <a:gd name="connsiteX3" fmla="*/ 296453 w 711208"/>
                  <a:gd name="connsiteY3" fmla="*/ 162110 h 911010"/>
                  <a:gd name="connsiteX4" fmla="*/ 346566 w 711208"/>
                  <a:gd name="connsiteY4" fmla="*/ 87824 h 911010"/>
                  <a:gd name="connsiteX5" fmla="*/ 413709 w 711208"/>
                  <a:gd name="connsiteY5" fmla="*/ 628 h 911010"/>
                  <a:gd name="connsiteX6" fmla="*/ 482191 w 711208"/>
                  <a:gd name="connsiteY6" fmla="*/ 12089 h 911010"/>
                  <a:gd name="connsiteX7" fmla="*/ 510766 w 711208"/>
                  <a:gd name="connsiteY7" fmla="*/ 62095 h 911010"/>
                  <a:gd name="connsiteX8" fmla="*/ 546485 w 711208"/>
                  <a:gd name="connsiteY8" fmla="*/ 69239 h 911010"/>
                  <a:gd name="connsiteX9" fmla="*/ 583748 w 711208"/>
                  <a:gd name="connsiteY9" fmla="*/ 131603 h 911010"/>
                  <a:gd name="connsiteX10" fmla="*/ 646497 w 711208"/>
                  <a:gd name="connsiteY10" fmla="*/ 226401 h 911010"/>
                  <a:gd name="connsiteX11" fmla="*/ 702983 w 711208"/>
                  <a:gd name="connsiteY11" fmla="*/ 339758 h 911010"/>
                  <a:gd name="connsiteX12" fmla="*/ 704332 w 711208"/>
                  <a:gd name="connsiteY12" fmla="*/ 432179 h 911010"/>
                  <a:gd name="connsiteX13" fmla="*/ 674462 w 711208"/>
                  <a:gd name="connsiteY13" fmla="*/ 669484 h 911010"/>
                  <a:gd name="connsiteX14" fmla="*/ 496479 w 711208"/>
                  <a:gd name="connsiteY14" fmla="*/ 883627 h 911010"/>
                  <a:gd name="connsiteX15" fmla="*/ 445808 w 711208"/>
                  <a:gd name="connsiteY15" fmla="*/ 904114 h 911010"/>
                  <a:gd name="connsiteX16" fmla="*/ 342270 w 711208"/>
                  <a:gd name="connsiteY16" fmla="*/ 793584 h 911010"/>
                  <a:gd name="connsiteX17" fmla="*/ 231496 w 711208"/>
                  <a:gd name="connsiteY17" fmla="*/ 696945 h 911010"/>
                  <a:gd name="connsiteX18" fmla="*/ 118824 w 711208"/>
                  <a:gd name="connsiteY18" fmla="*/ 590541 h 911010"/>
                  <a:gd name="connsiteX19" fmla="*/ 0 w 711208"/>
                  <a:gd name="connsiteY19" fmla="*/ 367884 h 91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11208" h="911010">
                    <a:moveTo>
                      <a:pt x="0" y="367884"/>
                    </a:moveTo>
                    <a:cubicBezTo>
                      <a:pt x="17597" y="313176"/>
                      <a:pt x="53939" y="370502"/>
                      <a:pt x="74387" y="333728"/>
                    </a:cubicBezTo>
                    <a:cubicBezTo>
                      <a:pt x="94835" y="296954"/>
                      <a:pt x="180923" y="268714"/>
                      <a:pt x="201265" y="240111"/>
                    </a:cubicBezTo>
                    <a:cubicBezTo>
                      <a:pt x="213944" y="214110"/>
                      <a:pt x="283774" y="188111"/>
                      <a:pt x="296453" y="162110"/>
                    </a:cubicBezTo>
                    <a:lnTo>
                      <a:pt x="346566" y="87824"/>
                    </a:lnTo>
                    <a:cubicBezTo>
                      <a:pt x="370871" y="77579"/>
                      <a:pt x="387533" y="3725"/>
                      <a:pt x="413709" y="628"/>
                    </a:cubicBezTo>
                    <a:cubicBezTo>
                      <a:pt x="439885" y="-2469"/>
                      <a:pt x="469587" y="6607"/>
                      <a:pt x="482191" y="12089"/>
                    </a:cubicBezTo>
                    <a:cubicBezTo>
                      <a:pt x="494796" y="17571"/>
                      <a:pt x="488144" y="52570"/>
                      <a:pt x="510766" y="62095"/>
                    </a:cubicBezTo>
                    <a:cubicBezTo>
                      <a:pt x="533388" y="71620"/>
                      <a:pt x="530750" y="56464"/>
                      <a:pt x="546485" y="69239"/>
                    </a:cubicBezTo>
                    <a:cubicBezTo>
                      <a:pt x="562220" y="82014"/>
                      <a:pt x="593273" y="108981"/>
                      <a:pt x="583748" y="131603"/>
                    </a:cubicBezTo>
                    <a:cubicBezTo>
                      <a:pt x="559421" y="158440"/>
                      <a:pt x="670824" y="199564"/>
                      <a:pt x="646497" y="226401"/>
                    </a:cubicBezTo>
                    <a:cubicBezTo>
                      <a:pt x="660416" y="259903"/>
                      <a:pt x="693344" y="305462"/>
                      <a:pt x="702983" y="339758"/>
                    </a:cubicBezTo>
                    <a:cubicBezTo>
                      <a:pt x="712622" y="374054"/>
                      <a:pt x="703133" y="376034"/>
                      <a:pt x="704332" y="432179"/>
                    </a:cubicBezTo>
                    <a:cubicBezTo>
                      <a:pt x="719708" y="496501"/>
                      <a:pt x="709104" y="594243"/>
                      <a:pt x="674462" y="669484"/>
                    </a:cubicBezTo>
                    <a:cubicBezTo>
                      <a:pt x="639820" y="744725"/>
                      <a:pt x="540541" y="858810"/>
                      <a:pt x="496479" y="883627"/>
                    </a:cubicBezTo>
                    <a:cubicBezTo>
                      <a:pt x="452417" y="908444"/>
                      <a:pt x="471509" y="919121"/>
                      <a:pt x="445808" y="904114"/>
                    </a:cubicBezTo>
                    <a:cubicBezTo>
                      <a:pt x="420107" y="889107"/>
                      <a:pt x="376798" y="822159"/>
                      <a:pt x="342270" y="793584"/>
                    </a:cubicBezTo>
                    <a:cubicBezTo>
                      <a:pt x="307742" y="765009"/>
                      <a:pt x="277071" y="729595"/>
                      <a:pt x="231496" y="696945"/>
                    </a:cubicBezTo>
                    <a:cubicBezTo>
                      <a:pt x="185921" y="664295"/>
                      <a:pt x="150263" y="646575"/>
                      <a:pt x="118824" y="590541"/>
                    </a:cubicBezTo>
                    <a:lnTo>
                      <a:pt x="0" y="367884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25400" cap="flat">
                <a:solidFill>
                  <a:schemeClr val="accent3">
                    <a:lumMod val="40000"/>
                    <a:lumOff val="60000"/>
                  </a:schemeClr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F7A3837-AB71-7847-8ECF-0E4CDEF1EF64}"/>
                  </a:ext>
                </a:extLst>
              </p:cNvPr>
              <p:cNvGrpSpPr/>
              <p:nvPr/>
            </p:nvGrpSpPr>
            <p:grpSpPr>
              <a:xfrm>
                <a:off x="2879123" y="2833817"/>
                <a:ext cx="4646141" cy="2813221"/>
                <a:chOff x="2879123" y="2833817"/>
                <a:chExt cx="4646141" cy="2813221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0CF7A131-1FD2-BE44-899B-76F2CCF3A1DD}"/>
                    </a:ext>
                  </a:extLst>
                </p:cNvPr>
                <p:cNvGrpSpPr/>
                <p:nvPr/>
              </p:nvGrpSpPr>
              <p:grpSpPr>
                <a:xfrm>
                  <a:off x="2879123" y="2833817"/>
                  <a:ext cx="4646141" cy="2813221"/>
                  <a:chOff x="2879123" y="2833817"/>
                  <a:chExt cx="4646141" cy="2813221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B32E0AE7-3930-CF46-934F-A0FE448EB8A0}"/>
                      </a:ext>
                    </a:extLst>
                  </p:cNvPr>
                  <p:cNvGrpSpPr/>
                  <p:nvPr/>
                </p:nvGrpSpPr>
                <p:grpSpPr>
                  <a:xfrm>
                    <a:off x="2879123" y="2833817"/>
                    <a:ext cx="4646141" cy="2813221"/>
                    <a:chOff x="2879123" y="2833817"/>
                    <a:chExt cx="4646141" cy="2813221"/>
                  </a:xfrm>
                </p:grpSpPr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id="{CDD19710-276C-F642-901E-957EE7A423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10678" y="3002218"/>
                      <a:ext cx="1616664" cy="1525847"/>
                    </a:xfrm>
                    <a:prstGeom prst="ellipse">
                      <a:avLst/>
                    </a:prstGeom>
                    <a:noFill/>
                    <a:ln w="57150" cap="flat">
                      <a:solidFill>
                        <a:srgbClr val="7030A0"/>
                      </a:solidFill>
                      <a:prstDash val="solid"/>
                      <a:round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p:txBody>
                </p:sp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526CD89A-D397-4240-B269-F30567F09E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07164" y="3088795"/>
                      <a:ext cx="2748528" cy="2212253"/>
                    </a:xfrm>
                    <a:prstGeom prst="ellipse">
                      <a:avLst/>
                    </a:prstGeom>
                    <a:noFill/>
                    <a:ln w="57150" cap="flat">
                      <a:solidFill>
                        <a:srgbClr val="C00000"/>
                      </a:solidFill>
                      <a:prstDash val="solid"/>
                      <a:round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2B481329-F506-D049-AD8B-748830AABF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0071" y="4033372"/>
                      <a:ext cx="1300746" cy="1168823"/>
                    </a:xfrm>
                    <a:prstGeom prst="ellipse">
                      <a:avLst/>
                    </a:prstGeom>
                    <a:noFill/>
                    <a:ln w="57150" cap="flat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p:txBody>
                </p:sp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C2002A09-B3B0-6243-998D-98159B56C6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79123" y="2833817"/>
                      <a:ext cx="4646141" cy="2813221"/>
                    </a:xfrm>
                    <a:prstGeom prst="rect">
                      <a:avLst/>
                    </a:prstGeom>
                    <a:noFill/>
                    <a:ln w="57150" cap="flat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p:txBody>
                </p: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27B36A99-BF94-0541-A36C-E76FCC257B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43823" y="3304797"/>
                      <a:ext cx="287918" cy="707884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4000" b="1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sz="4000" b="1" i="0" u="none" strike="noStrike" cap="none" spc="0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933E686D-9C56-0D4E-9D29-C32B43B493D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95274" y="3304797"/>
                      <a:ext cx="287918" cy="707884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4000" b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sz="4000" b="1" i="0" u="none" strike="noStrike" cap="none" spc="0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A394286E-20A2-AC4D-B657-8FB0028CEE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97428" y="4494311"/>
                      <a:ext cx="309736" cy="707884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4000" b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sz="4000" b="1" i="0" u="none" strike="noStrike" cap="none" spc="0" normalizeH="0" baseline="0">
                        <a:ln>
                          <a:noFill/>
                        </a:ln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9" name="Triangle 27">
                    <a:extLst>
                      <a:ext uri="{FF2B5EF4-FFF2-40B4-BE49-F238E27FC236}">
                        <a16:creationId xmlns:a16="http://schemas.microsoft.com/office/drawing/2014/main" id="{16E68FE2-5EE4-4946-BB9A-234205257134}"/>
                      </a:ext>
                    </a:extLst>
                  </p:cNvPr>
                  <p:cNvSpPr/>
                  <p:nvPr/>
                </p:nvSpPr>
                <p:spPr>
                  <a:xfrm>
                    <a:off x="4334266" y="3407416"/>
                    <a:ext cx="511127" cy="632544"/>
                  </a:xfrm>
                  <a:custGeom>
                    <a:avLst/>
                    <a:gdLst>
                      <a:gd name="connsiteX0" fmla="*/ 0 w 432486"/>
                      <a:gd name="connsiteY0" fmla="*/ 481630 h 481630"/>
                      <a:gd name="connsiteX1" fmla="*/ 216243 w 432486"/>
                      <a:gd name="connsiteY1" fmla="*/ 0 h 481630"/>
                      <a:gd name="connsiteX2" fmla="*/ 432486 w 432486"/>
                      <a:gd name="connsiteY2" fmla="*/ 481630 h 481630"/>
                      <a:gd name="connsiteX3" fmla="*/ 0 w 432486"/>
                      <a:gd name="connsiteY3" fmla="*/ 481630 h 481630"/>
                      <a:gd name="connsiteX0" fmla="*/ 0 w 560581"/>
                      <a:gd name="connsiteY0" fmla="*/ 481630 h 481630"/>
                      <a:gd name="connsiteX1" fmla="*/ 216243 w 560581"/>
                      <a:gd name="connsiteY1" fmla="*/ 0 h 481630"/>
                      <a:gd name="connsiteX2" fmla="*/ 560581 w 560581"/>
                      <a:gd name="connsiteY2" fmla="*/ 93785 h 481630"/>
                      <a:gd name="connsiteX3" fmla="*/ 432486 w 560581"/>
                      <a:gd name="connsiteY3" fmla="*/ 481630 h 481630"/>
                      <a:gd name="connsiteX4" fmla="*/ 0 w 560581"/>
                      <a:gd name="connsiteY4" fmla="*/ 481630 h 481630"/>
                      <a:gd name="connsiteX0" fmla="*/ 0 w 560581"/>
                      <a:gd name="connsiteY0" fmla="*/ 481630 h 481630"/>
                      <a:gd name="connsiteX1" fmla="*/ 216243 w 560581"/>
                      <a:gd name="connsiteY1" fmla="*/ 0 h 481630"/>
                      <a:gd name="connsiteX2" fmla="*/ 560581 w 560581"/>
                      <a:gd name="connsiteY2" fmla="*/ 93785 h 481630"/>
                      <a:gd name="connsiteX3" fmla="*/ 395416 w 560581"/>
                      <a:gd name="connsiteY3" fmla="*/ 308636 h 481630"/>
                      <a:gd name="connsiteX4" fmla="*/ 0 w 560581"/>
                      <a:gd name="connsiteY4" fmla="*/ 481630 h 481630"/>
                      <a:gd name="connsiteX0" fmla="*/ 0 w 412300"/>
                      <a:gd name="connsiteY0" fmla="*/ 308635 h 308636"/>
                      <a:gd name="connsiteX1" fmla="*/ 67962 w 412300"/>
                      <a:gd name="connsiteY1" fmla="*/ 0 h 308636"/>
                      <a:gd name="connsiteX2" fmla="*/ 412300 w 412300"/>
                      <a:gd name="connsiteY2" fmla="*/ 93785 h 308636"/>
                      <a:gd name="connsiteX3" fmla="*/ 247135 w 412300"/>
                      <a:gd name="connsiteY3" fmla="*/ 308636 h 308636"/>
                      <a:gd name="connsiteX4" fmla="*/ 0 w 412300"/>
                      <a:gd name="connsiteY4" fmla="*/ 308635 h 308636"/>
                      <a:gd name="connsiteX0" fmla="*/ 21741 w 434041"/>
                      <a:gd name="connsiteY0" fmla="*/ 308635 h 308636"/>
                      <a:gd name="connsiteX1" fmla="*/ 1553 w 434041"/>
                      <a:gd name="connsiteY1" fmla="*/ 130855 h 308636"/>
                      <a:gd name="connsiteX2" fmla="*/ 89703 w 434041"/>
                      <a:gd name="connsiteY2" fmla="*/ 0 h 308636"/>
                      <a:gd name="connsiteX3" fmla="*/ 434041 w 434041"/>
                      <a:gd name="connsiteY3" fmla="*/ 93785 h 308636"/>
                      <a:gd name="connsiteX4" fmla="*/ 268876 w 434041"/>
                      <a:gd name="connsiteY4" fmla="*/ 308636 h 308636"/>
                      <a:gd name="connsiteX5" fmla="*/ 21741 w 434041"/>
                      <a:gd name="connsiteY5" fmla="*/ 308635 h 308636"/>
                      <a:gd name="connsiteX0" fmla="*/ 21741 w 434041"/>
                      <a:gd name="connsiteY0" fmla="*/ 308635 h 402723"/>
                      <a:gd name="connsiteX1" fmla="*/ 1553 w 434041"/>
                      <a:gd name="connsiteY1" fmla="*/ 130855 h 402723"/>
                      <a:gd name="connsiteX2" fmla="*/ 89703 w 434041"/>
                      <a:gd name="connsiteY2" fmla="*/ 0 h 402723"/>
                      <a:gd name="connsiteX3" fmla="*/ 434041 w 434041"/>
                      <a:gd name="connsiteY3" fmla="*/ 93785 h 402723"/>
                      <a:gd name="connsiteX4" fmla="*/ 268876 w 434041"/>
                      <a:gd name="connsiteY4" fmla="*/ 308636 h 402723"/>
                      <a:gd name="connsiteX5" fmla="*/ 26268 w 434041"/>
                      <a:gd name="connsiteY5" fmla="*/ 402704 h 402723"/>
                      <a:gd name="connsiteX6" fmla="*/ 21741 w 434041"/>
                      <a:gd name="connsiteY6" fmla="*/ 308635 h 402723"/>
                      <a:gd name="connsiteX0" fmla="*/ 0 w 448018"/>
                      <a:gd name="connsiteY0" fmla="*/ 308635 h 402723"/>
                      <a:gd name="connsiteX1" fmla="*/ 15530 w 448018"/>
                      <a:gd name="connsiteY1" fmla="*/ 130855 h 402723"/>
                      <a:gd name="connsiteX2" fmla="*/ 103680 w 448018"/>
                      <a:gd name="connsiteY2" fmla="*/ 0 h 402723"/>
                      <a:gd name="connsiteX3" fmla="*/ 448018 w 448018"/>
                      <a:gd name="connsiteY3" fmla="*/ 93785 h 402723"/>
                      <a:gd name="connsiteX4" fmla="*/ 282853 w 448018"/>
                      <a:gd name="connsiteY4" fmla="*/ 308636 h 402723"/>
                      <a:gd name="connsiteX5" fmla="*/ 40245 w 448018"/>
                      <a:gd name="connsiteY5" fmla="*/ 402704 h 402723"/>
                      <a:gd name="connsiteX6" fmla="*/ 0 w 448018"/>
                      <a:gd name="connsiteY6" fmla="*/ 308635 h 402723"/>
                      <a:gd name="connsiteX0" fmla="*/ 0 w 448018"/>
                      <a:gd name="connsiteY0" fmla="*/ 308635 h 402723"/>
                      <a:gd name="connsiteX1" fmla="*/ 15530 w 448018"/>
                      <a:gd name="connsiteY1" fmla="*/ 130855 h 402723"/>
                      <a:gd name="connsiteX2" fmla="*/ 3561 w 448018"/>
                      <a:gd name="connsiteY2" fmla="*/ 9991 h 402723"/>
                      <a:gd name="connsiteX3" fmla="*/ 103680 w 448018"/>
                      <a:gd name="connsiteY3" fmla="*/ 0 h 402723"/>
                      <a:gd name="connsiteX4" fmla="*/ 448018 w 448018"/>
                      <a:gd name="connsiteY4" fmla="*/ 93785 h 402723"/>
                      <a:gd name="connsiteX5" fmla="*/ 282853 w 448018"/>
                      <a:gd name="connsiteY5" fmla="*/ 308636 h 402723"/>
                      <a:gd name="connsiteX6" fmla="*/ 40245 w 448018"/>
                      <a:gd name="connsiteY6" fmla="*/ 402704 h 402723"/>
                      <a:gd name="connsiteX7" fmla="*/ 0 w 448018"/>
                      <a:gd name="connsiteY7" fmla="*/ 308635 h 402723"/>
                      <a:gd name="connsiteX0" fmla="*/ 35659 w 483677"/>
                      <a:gd name="connsiteY0" fmla="*/ 308635 h 402723"/>
                      <a:gd name="connsiteX1" fmla="*/ 1182 w 483677"/>
                      <a:gd name="connsiteY1" fmla="*/ 130855 h 402723"/>
                      <a:gd name="connsiteX2" fmla="*/ 39220 w 483677"/>
                      <a:gd name="connsiteY2" fmla="*/ 9991 h 402723"/>
                      <a:gd name="connsiteX3" fmla="*/ 139339 w 483677"/>
                      <a:gd name="connsiteY3" fmla="*/ 0 h 402723"/>
                      <a:gd name="connsiteX4" fmla="*/ 483677 w 483677"/>
                      <a:gd name="connsiteY4" fmla="*/ 93785 h 402723"/>
                      <a:gd name="connsiteX5" fmla="*/ 318512 w 483677"/>
                      <a:gd name="connsiteY5" fmla="*/ 308636 h 402723"/>
                      <a:gd name="connsiteX6" fmla="*/ 75904 w 483677"/>
                      <a:gd name="connsiteY6" fmla="*/ 402704 h 402723"/>
                      <a:gd name="connsiteX7" fmla="*/ 35659 w 483677"/>
                      <a:gd name="connsiteY7" fmla="*/ 308635 h 402723"/>
                      <a:gd name="connsiteX0" fmla="*/ 35659 w 483677"/>
                      <a:gd name="connsiteY0" fmla="*/ 308635 h 403356"/>
                      <a:gd name="connsiteX1" fmla="*/ 1182 w 483677"/>
                      <a:gd name="connsiteY1" fmla="*/ 130855 h 403356"/>
                      <a:gd name="connsiteX2" fmla="*/ 39220 w 483677"/>
                      <a:gd name="connsiteY2" fmla="*/ 9991 h 403356"/>
                      <a:gd name="connsiteX3" fmla="*/ 139339 w 483677"/>
                      <a:gd name="connsiteY3" fmla="*/ 0 h 403356"/>
                      <a:gd name="connsiteX4" fmla="*/ 483677 w 483677"/>
                      <a:gd name="connsiteY4" fmla="*/ 93785 h 403356"/>
                      <a:gd name="connsiteX5" fmla="*/ 318512 w 483677"/>
                      <a:gd name="connsiteY5" fmla="*/ 308636 h 403356"/>
                      <a:gd name="connsiteX6" fmla="*/ 196383 w 483677"/>
                      <a:gd name="connsiteY6" fmla="*/ 367178 h 403356"/>
                      <a:gd name="connsiteX7" fmla="*/ 75904 w 483677"/>
                      <a:gd name="connsiteY7" fmla="*/ 402704 h 403356"/>
                      <a:gd name="connsiteX8" fmla="*/ 35659 w 483677"/>
                      <a:gd name="connsiteY8" fmla="*/ 308635 h 403356"/>
                      <a:gd name="connsiteX0" fmla="*/ 35659 w 483770"/>
                      <a:gd name="connsiteY0" fmla="*/ 308635 h 403356"/>
                      <a:gd name="connsiteX1" fmla="*/ 1182 w 483770"/>
                      <a:gd name="connsiteY1" fmla="*/ 130855 h 403356"/>
                      <a:gd name="connsiteX2" fmla="*/ 39220 w 483770"/>
                      <a:gd name="connsiteY2" fmla="*/ 9991 h 403356"/>
                      <a:gd name="connsiteX3" fmla="*/ 139339 w 483770"/>
                      <a:gd name="connsiteY3" fmla="*/ 0 h 403356"/>
                      <a:gd name="connsiteX4" fmla="*/ 389264 w 483770"/>
                      <a:gd name="connsiteY4" fmla="*/ 17133 h 403356"/>
                      <a:gd name="connsiteX5" fmla="*/ 483677 w 483770"/>
                      <a:gd name="connsiteY5" fmla="*/ 93785 h 403356"/>
                      <a:gd name="connsiteX6" fmla="*/ 318512 w 483770"/>
                      <a:gd name="connsiteY6" fmla="*/ 308636 h 403356"/>
                      <a:gd name="connsiteX7" fmla="*/ 196383 w 483770"/>
                      <a:gd name="connsiteY7" fmla="*/ 367178 h 403356"/>
                      <a:gd name="connsiteX8" fmla="*/ 75904 w 483770"/>
                      <a:gd name="connsiteY8" fmla="*/ 402704 h 403356"/>
                      <a:gd name="connsiteX9" fmla="*/ 35659 w 483770"/>
                      <a:gd name="connsiteY9" fmla="*/ 308635 h 403356"/>
                      <a:gd name="connsiteX0" fmla="*/ 35659 w 483738"/>
                      <a:gd name="connsiteY0" fmla="*/ 327481 h 422202"/>
                      <a:gd name="connsiteX1" fmla="*/ 1182 w 483738"/>
                      <a:gd name="connsiteY1" fmla="*/ 149701 h 422202"/>
                      <a:gd name="connsiteX2" fmla="*/ 39220 w 483738"/>
                      <a:gd name="connsiteY2" fmla="*/ 28837 h 422202"/>
                      <a:gd name="connsiteX3" fmla="*/ 139339 w 483738"/>
                      <a:gd name="connsiteY3" fmla="*/ 18846 h 422202"/>
                      <a:gd name="connsiteX4" fmla="*/ 296395 w 483738"/>
                      <a:gd name="connsiteY4" fmla="*/ 261 h 422202"/>
                      <a:gd name="connsiteX5" fmla="*/ 389264 w 483738"/>
                      <a:gd name="connsiteY5" fmla="*/ 35979 h 422202"/>
                      <a:gd name="connsiteX6" fmla="*/ 483677 w 483738"/>
                      <a:gd name="connsiteY6" fmla="*/ 112631 h 422202"/>
                      <a:gd name="connsiteX7" fmla="*/ 318512 w 483738"/>
                      <a:gd name="connsiteY7" fmla="*/ 327482 h 422202"/>
                      <a:gd name="connsiteX8" fmla="*/ 196383 w 483738"/>
                      <a:gd name="connsiteY8" fmla="*/ 386024 h 422202"/>
                      <a:gd name="connsiteX9" fmla="*/ 75904 w 483738"/>
                      <a:gd name="connsiteY9" fmla="*/ 421550 h 422202"/>
                      <a:gd name="connsiteX10" fmla="*/ 35659 w 483738"/>
                      <a:gd name="connsiteY10" fmla="*/ 327481 h 422202"/>
                      <a:gd name="connsiteX0" fmla="*/ 8173 w 456252"/>
                      <a:gd name="connsiteY0" fmla="*/ 327481 h 422202"/>
                      <a:gd name="connsiteX1" fmla="*/ 2271 w 456252"/>
                      <a:gd name="connsiteY1" fmla="*/ 156845 h 422202"/>
                      <a:gd name="connsiteX2" fmla="*/ 11734 w 456252"/>
                      <a:gd name="connsiteY2" fmla="*/ 28837 h 422202"/>
                      <a:gd name="connsiteX3" fmla="*/ 111853 w 456252"/>
                      <a:gd name="connsiteY3" fmla="*/ 18846 h 422202"/>
                      <a:gd name="connsiteX4" fmla="*/ 268909 w 456252"/>
                      <a:gd name="connsiteY4" fmla="*/ 261 h 422202"/>
                      <a:gd name="connsiteX5" fmla="*/ 361778 w 456252"/>
                      <a:gd name="connsiteY5" fmla="*/ 35979 h 422202"/>
                      <a:gd name="connsiteX6" fmla="*/ 456191 w 456252"/>
                      <a:gd name="connsiteY6" fmla="*/ 112631 h 422202"/>
                      <a:gd name="connsiteX7" fmla="*/ 291026 w 456252"/>
                      <a:gd name="connsiteY7" fmla="*/ 327482 h 422202"/>
                      <a:gd name="connsiteX8" fmla="*/ 168897 w 456252"/>
                      <a:gd name="connsiteY8" fmla="*/ 386024 h 422202"/>
                      <a:gd name="connsiteX9" fmla="*/ 48418 w 456252"/>
                      <a:gd name="connsiteY9" fmla="*/ 421550 h 422202"/>
                      <a:gd name="connsiteX10" fmla="*/ 8173 w 456252"/>
                      <a:gd name="connsiteY10" fmla="*/ 327481 h 422202"/>
                      <a:gd name="connsiteX0" fmla="*/ 28676 w 455324"/>
                      <a:gd name="connsiteY0" fmla="*/ 334625 h 422202"/>
                      <a:gd name="connsiteX1" fmla="*/ 1343 w 455324"/>
                      <a:gd name="connsiteY1" fmla="*/ 156845 h 422202"/>
                      <a:gd name="connsiteX2" fmla="*/ 10806 w 455324"/>
                      <a:gd name="connsiteY2" fmla="*/ 28837 h 422202"/>
                      <a:gd name="connsiteX3" fmla="*/ 110925 w 455324"/>
                      <a:gd name="connsiteY3" fmla="*/ 18846 h 422202"/>
                      <a:gd name="connsiteX4" fmla="*/ 267981 w 455324"/>
                      <a:gd name="connsiteY4" fmla="*/ 261 h 422202"/>
                      <a:gd name="connsiteX5" fmla="*/ 360850 w 455324"/>
                      <a:gd name="connsiteY5" fmla="*/ 35979 h 422202"/>
                      <a:gd name="connsiteX6" fmla="*/ 455263 w 455324"/>
                      <a:gd name="connsiteY6" fmla="*/ 112631 h 422202"/>
                      <a:gd name="connsiteX7" fmla="*/ 290098 w 455324"/>
                      <a:gd name="connsiteY7" fmla="*/ 327482 h 422202"/>
                      <a:gd name="connsiteX8" fmla="*/ 167969 w 455324"/>
                      <a:gd name="connsiteY8" fmla="*/ 386024 h 422202"/>
                      <a:gd name="connsiteX9" fmla="*/ 47490 w 455324"/>
                      <a:gd name="connsiteY9" fmla="*/ 421550 h 422202"/>
                      <a:gd name="connsiteX10" fmla="*/ 28676 w 455324"/>
                      <a:gd name="connsiteY10" fmla="*/ 334625 h 422202"/>
                      <a:gd name="connsiteX0" fmla="*/ 30044 w 456692"/>
                      <a:gd name="connsiteY0" fmla="*/ 334625 h 422202"/>
                      <a:gd name="connsiteX1" fmla="*/ 2711 w 456692"/>
                      <a:gd name="connsiteY1" fmla="*/ 156845 h 422202"/>
                      <a:gd name="connsiteX2" fmla="*/ 12174 w 456692"/>
                      <a:gd name="connsiteY2" fmla="*/ 28837 h 422202"/>
                      <a:gd name="connsiteX3" fmla="*/ 112293 w 456692"/>
                      <a:gd name="connsiteY3" fmla="*/ 18846 h 422202"/>
                      <a:gd name="connsiteX4" fmla="*/ 269349 w 456692"/>
                      <a:gd name="connsiteY4" fmla="*/ 261 h 422202"/>
                      <a:gd name="connsiteX5" fmla="*/ 362218 w 456692"/>
                      <a:gd name="connsiteY5" fmla="*/ 35979 h 422202"/>
                      <a:gd name="connsiteX6" fmla="*/ 456631 w 456692"/>
                      <a:gd name="connsiteY6" fmla="*/ 112631 h 422202"/>
                      <a:gd name="connsiteX7" fmla="*/ 291466 w 456692"/>
                      <a:gd name="connsiteY7" fmla="*/ 327482 h 422202"/>
                      <a:gd name="connsiteX8" fmla="*/ 169337 w 456692"/>
                      <a:gd name="connsiteY8" fmla="*/ 386024 h 422202"/>
                      <a:gd name="connsiteX9" fmla="*/ 48858 w 456692"/>
                      <a:gd name="connsiteY9" fmla="*/ 421550 h 422202"/>
                      <a:gd name="connsiteX10" fmla="*/ 30044 w 456692"/>
                      <a:gd name="connsiteY10" fmla="*/ 334625 h 422202"/>
                      <a:gd name="connsiteX0" fmla="*/ 30044 w 456692"/>
                      <a:gd name="connsiteY0" fmla="*/ 334625 h 428099"/>
                      <a:gd name="connsiteX1" fmla="*/ 2711 w 456692"/>
                      <a:gd name="connsiteY1" fmla="*/ 156845 h 428099"/>
                      <a:gd name="connsiteX2" fmla="*/ 12174 w 456692"/>
                      <a:gd name="connsiteY2" fmla="*/ 28837 h 428099"/>
                      <a:gd name="connsiteX3" fmla="*/ 112293 w 456692"/>
                      <a:gd name="connsiteY3" fmla="*/ 18846 h 428099"/>
                      <a:gd name="connsiteX4" fmla="*/ 269349 w 456692"/>
                      <a:gd name="connsiteY4" fmla="*/ 261 h 428099"/>
                      <a:gd name="connsiteX5" fmla="*/ 362218 w 456692"/>
                      <a:gd name="connsiteY5" fmla="*/ 35979 h 428099"/>
                      <a:gd name="connsiteX6" fmla="*/ 456631 w 456692"/>
                      <a:gd name="connsiteY6" fmla="*/ 112631 h 428099"/>
                      <a:gd name="connsiteX7" fmla="*/ 291466 w 456692"/>
                      <a:gd name="connsiteY7" fmla="*/ 327482 h 428099"/>
                      <a:gd name="connsiteX8" fmla="*/ 169337 w 456692"/>
                      <a:gd name="connsiteY8" fmla="*/ 386024 h 428099"/>
                      <a:gd name="connsiteX9" fmla="*/ 48858 w 456692"/>
                      <a:gd name="connsiteY9" fmla="*/ 421550 h 428099"/>
                      <a:gd name="connsiteX10" fmla="*/ 30044 w 456692"/>
                      <a:gd name="connsiteY10" fmla="*/ 334625 h 428099"/>
                      <a:gd name="connsiteX0" fmla="*/ 30044 w 464536"/>
                      <a:gd name="connsiteY0" fmla="*/ 334625 h 428099"/>
                      <a:gd name="connsiteX1" fmla="*/ 2711 w 464536"/>
                      <a:gd name="connsiteY1" fmla="*/ 156845 h 428099"/>
                      <a:gd name="connsiteX2" fmla="*/ 12174 w 464536"/>
                      <a:gd name="connsiteY2" fmla="*/ 28837 h 428099"/>
                      <a:gd name="connsiteX3" fmla="*/ 112293 w 464536"/>
                      <a:gd name="connsiteY3" fmla="*/ 18846 h 428099"/>
                      <a:gd name="connsiteX4" fmla="*/ 269349 w 464536"/>
                      <a:gd name="connsiteY4" fmla="*/ 261 h 428099"/>
                      <a:gd name="connsiteX5" fmla="*/ 362218 w 464536"/>
                      <a:gd name="connsiteY5" fmla="*/ 35979 h 428099"/>
                      <a:gd name="connsiteX6" fmla="*/ 440799 w 464536"/>
                      <a:gd name="connsiteY6" fmla="*/ 57411 h 428099"/>
                      <a:gd name="connsiteX7" fmla="*/ 456631 w 464536"/>
                      <a:gd name="connsiteY7" fmla="*/ 112631 h 428099"/>
                      <a:gd name="connsiteX8" fmla="*/ 291466 w 464536"/>
                      <a:gd name="connsiteY8" fmla="*/ 327482 h 428099"/>
                      <a:gd name="connsiteX9" fmla="*/ 169337 w 464536"/>
                      <a:gd name="connsiteY9" fmla="*/ 386024 h 428099"/>
                      <a:gd name="connsiteX10" fmla="*/ 48858 w 464536"/>
                      <a:gd name="connsiteY10" fmla="*/ 421550 h 428099"/>
                      <a:gd name="connsiteX11" fmla="*/ 30044 w 464536"/>
                      <a:gd name="connsiteY11" fmla="*/ 334625 h 428099"/>
                      <a:gd name="connsiteX0" fmla="*/ 30044 w 460416"/>
                      <a:gd name="connsiteY0" fmla="*/ 334625 h 428099"/>
                      <a:gd name="connsiteX1" fmla="*/ 2711 w 460416"/>
                      <a:gd name="connsiteY1" fmla="*/ 156845 h 428099"/>
                      <a:gd name="connsiteX2" fmla="*/ 12174 w 460416"/>
                      <a:gd name="connsiteY2" fmla="*/ 28837 h 428099"/>
                      <a:gd name="connsiteX3" fmla="*/ 112293 w 460416"/>
                      <a:gd name="connsiteY3" fmla="*/ 18846 h 428099"/>
                      <a:gd name="connsiteX4" fmla="*/ 269349 w 460416"/>
                      <a:gd name="connsiteY4" fmla="*/ 261 h 428099"/>
                      <a:gd name="connsiteX5" fmla="*/ 362218 w 460416"/>
                      <a:gd name="connsiteY5" fmla="*/ 35979 h 428099"/>
                      <a:gd name="connsiteX6" fmla="*/ 440799 w 460416"/>
                      <a:gd name="connsiteY6" fmla="*/ 57411 h 428099"/>
                      <a:gd name="connsiteX7" fmla="*/ 456631 w 460416"/>
                      <a:gd name="connsiteY7" fmla="*/ 112631 h 428099"/>
                      <a:gd name="connsiteX8" fmla="*/ 397936 w 460416"/>
                      <a:gd name="connsiteY8" fmla="*/ 207429 h 428099"/>
                      <a:gd name="connsiteX9" fmla="*/ 291466 w 460416"/>
                      <a:gd name="connsiteY9" fmla="*/ 327482 h 428099"/>
                      <a:gd name="connsiteX10" fmla="*/ 169337 w 460416"/>
                      <a:gd name="connsiteY10" fmla="*/ 386024 h 428099"/>
                      <a:gd name="connsiteX11" fmla="*/ 48858 w 460416"/>
                      <a:gd name="connsiteY11" fmla="*/ 421550 h 428099"/>
                      <a:gd name="connsiteX12" fmla="*/ 30044 w 460416"/>
                      <a:gd name="connsiteY12" fmla="*/ 334625 h 428099"/>
                      <a:gd name="connsiteX0" fmla="*/ 195499 w 625871"/>
                      <a:gd name="connsiteY0" fmla="*/ 334625 h 571706"/>
                      <a:gd name="connsiteX1" fmla="*/ 168166 w 625871"/>
                      <a:gd name="connsiteY1" fmla="*/ 156845 h 571706"/>
                      <a:gd name="connsiteX2" fmla="*/ 177629 w 625871"/>
                      <a:gd name="connsiteY2" fmla="*/ 28837 h 571706"/>
                      <a:gd name="connsiteX3" fmla="*/ 277748 w 625871"/>
                      <a:gd name="connsiteY3" fmla="*/ 18846 h 571706"/>
                      <a:gd name="connsiteX4" fmla="*/ 434804 w 625871"/>
                      <a:gd name="connsiteY4" fmla="*/ 261 h 571706"/>
                      <a:gd name="connsiteX5" fmla="*/ 527673 w 625871"/>
                      <a:gd name="connsiteY5" fmla="*/ 35979 h 571706"/>
                      <a:gd name="connsiteX6" fmla="*/ 606254 w 625871"/>
                      <a:gd name="connsiteY6" fmla="*/ 57411 h 571706"/>
                      <a:gd name="connsiteX7" fmla="*/ 622086 w 625871"/>
                      <a:gd name="connsiteY7" fmla="*/ 112631 h 571706"/>
                      <a:gd name="connsiteX8" fmla="*/ 563391 w 625871"/>
                      <a:gd name="connsiteY8" fmla="*/ 207429 h 571706"/>
                      <a:gd name="connsiteX9" fmla="*/ 456921 w 625871"/>
                      <a:gd name="connsiteY9" fmla="*/ 327482 h 571706"/>
                      <a:gd name="connsiteX10" fmla="*/ 334792 w 625871"/>
                      <a:gd name="connsiteY10" fmla="*/ 386024 h 571706"/>
                      <a:gd name="connsiteX11" fmla="*/ 0 w 625871"/>
                      <a:gd name="connsiteY11" fmla="*/ 571569 h 571706"/>
                      <a:gd name="connsiteX12" fmla="*/ 195499 w 625871"/>
                      <a:gd name="connsiteY12" fmla="*/ 334625 h 571706"/>
                      <a:gd name="connsiteX0" fmla="*/ 95487 w 625871"/>
                      <a:gd name="connsiteY0" fmla="*/ 348912 h 571706"/>
                      <a:gd name="connsiteX1" fmla="*/ 168166 w 625871"/>
                      <a:gd name="connsiteY1" fmla="*/ 156845 h 571706"/>
                      <a:gd name="connsiteX2" fmla="*/ 177629 w 625871"/>
                      <a:gd name="connsiteY2" fmla="*/ 28837 h 571706"/>
                      <a:gd name="connsiteX3" fmla="*/ 277748 w 625871"/>
                      <a:gd name="connsiteY3" fmla="*/ 18846 h 571706"/>
                      <a:gd name="connsiteX4" fmla="*/ 434804 w 625871"/>
                      <a:gd name="connsiteY4" fmla="*/ 261 h 571706"/>
                      <a:gd name="connsiteX5" fmla="*/ 527673 w 625871"/>
                      <a:gd name="connsiteY5" fmla="*/ 35979 h 571706"/>
                      <a:gd name="connsiteX6" fmla="*/ 606254 w 625871"/>
                      <a:gd name="connsiteY6" fmla="*/ 57411 h 571706"/>
                      <a:gd name="connsiteX7" fmla="*/ 622086 w 625871"/>
                      <a:gd name="connsiteY7" fmla="*/ 112631 h 571706"/>
                      <a:gd name="connsiteX8" fmla="*/ 563391 w 625871"/>
                      <a:gd name="connsiteY8" fmla="*/ 207429 h 571706"/>
                      <a:gd name="connsiteX9" fmla="*/ 456921 w 625871"/>
                      <a:gd name="connsiteY9" fmla="*/ 327482 h 571706"/>
                      <a:gd name="connsiteX10" fmla="*/ 334792 w 625871"/>
                      <a:gd name="connsiteY10" fmla="*/ 386024 h 571706"/>
                      <a:gd name="connsiteX11" fmla="*/ 0 w 625871"/>
                      <a:gd name="connsiteY11" fmla="*/ 571569 h 571706"/>
                      <a:gd name="connsiteX12" fmla="*/ 95487 w 625871"/>
                      <a:gd name="connsiteY12" fmla="*/ 348912 h 571706"/>
                      <a:gd name="connsiteX0" fmla="*/ 45481 w 625871"/>
                      <a:gd name="connsiteY0" fmla="*/ 377487 h 571706"/>
                      <a:gd name="connsiteX1" fmla="*/ 168166 w 625871"/>
                      <a:gd name="connsiteY1" fmla="*/ 156845 h 571706"/>
                      <a:gd name="connsiteX2" fmla="*/ 177629 w 625871"/>
                      <a:gd name="connsiteY2" fmla="*/ 28837 h 571706"/>
                      <a:gd name="connsiteX3" fmla="*/ 277748 w 625871"/>
                      <a:gd name="connsiteY3" fmla="*/ 18846 h 571706"/>
                      <a:gd name="connsiteX4" fmla="*/ 434804 w 625871"/>
                      <a:gd name="connsiteY4" fmla="*/ 261 h 571706"/>
                      <a:gd name="connsiteX5" fmla="*/ 527673 w 625871"/>
                      <a:gd name="connsiteY5" fmla="*/ 35979 h 571706"/>
                      <a:gd name="connsiteX6" fmla="*/ 606254 w 625871"/>
                      <a:gd name="connsiteY6" fmla="*/ 57411 h 571706"/>
                      <a:gd name="connsiteX7" fmla="*/ 622086 w 625871"/>
                      <a:gd name="connsiteY7" fmla="*/ 112631 h 571706"/>
                      <a:gd name="connsiteX8" fmla="*/ 563391 w 625871"/>
                      <a:gd name="connsiteY8" fmla="*/ 207429 h 571706"/>
                      <a:gd name="connsiteX9" fmla="*/ 456921 w 625871"/>
                      <a:gd name="connsiteY9" fmla="*/ 327482 h 571706"/>
                      <a:gd name="connsiteX10" fmla="*/ 334792 w 625871"/>
                      <a:gd name="connsiteY10" fmla="*/ 386024 h 571706"/>
                      <a:gd name="connsiteX11" fmla="*/ 0 w 625871"/>
                      <a:gd name="connsiteY11" fmla="*/ 571569 h 571706"/>
                      <a:gd name="connsiteX12" fmla="*/ 45481 w 625871"/>
                      <a:gd name="connsiteY12" fmla="*/ 377487 h 571706"/>
                      <a:gd name="connsiteX0" fmla="*/ 45481 w 625871"/>
                      <a:gd name="connsiteY0" fmla="*/ 377487 h 571706"/>
                      <a:gd name="connsiteX1" fmla="*/ 168166 w 625871"/>
                      <a:gd name="connsiteY1" fmla="*/ 156845 h 571706"/>
                      <a:gd name="connsiteX2" fmla="*/ 227635 w 625871"/>
                      <a:gd name="connsiteY2" fmla="*/ 71700 h 571706"/>
                      <a:gd name="connsiteX3" fmla="*/ 277748 w 625871"/>
                      <a:gd name="connsiteY3" fmla="*/ 18846 h 571706"/>
                      <a:gd name="connsiteX4" fmla="*/ 434804 w 625871"/>
                      <a:gd name="connsiteY4" fmla="*/ 261 h 571706"/>
                      <a:gd name="connsiteX5" fmla="*/ 527673 w 625871"/>
                      <a:gd name="connsiteY5" fmla="*/ 35979 h 571706"/>
                      <a:gd name="connsiteX6" fmla="*/ 606254 w 625871"/>
                      <a:gd name="connsiteY6" fmla="*/ 57411 h 571706"/>
                      <a:gd name="connsiteX7" fmla="*/ 622086 w 625871"/>
                      <a:gd name="connsiteY7" fmla="*/ 112631 h 571706"/>
                      <a:gd name="connsiteX8" fmla="*/ 563391 w 625871"/>
                      <a:gd name="connsiteY8" fmla="*/ 207429 h 571706"/>
                      <a:gd name="connsiteX9" fmla="*/ 456921 w 625871"/>
                      <a:gd name="connsiteY9" fmla="*/ 327482 h 571706"/>
                      <a:gd name="connsiteX10" fmla="*/ 334792 w 625871"/>
                      <a:gd name="connsiteY10" fmla="*/ 386024 h 571706"/>
                      <a:gd name="connsiteX11" fmla="*/ 0 w 625871"/>
                      <a:gd name="connsiteY11" fmla="*/ 571569 h 571706"/>
                      <a:gd name="connsiteX12" fmla="*/ 45481 w 625871"/>
                      <a:gd name="connsiteY12" fmla="*/ 377487 h 571706"/>
                      <a:gd name="connsiteX0" fmla="*/ 45481 w 625871"/>
                      <a:gd name="connsiteY0" fmla="*/ 377487 h 572078"/>
                      <a:gd name="connsiteX1" fmla="*/ 168166 w 625871"/>
                      <a:gd name="connsiteY1" fmla="*/ 156845 h 572078"/>
                      <a:gd name="connsiteX2" fmla="*/ 227635 w 625871"/>
                      <a:gd name="connsiteY2" fmla="*/ 71700 h 572078"/>
                      <a:gd name="connsiteX3" fmla="*/ 277748 w 625871"/>
                      <a:gd name="connsiteY3" fmla="*/ 18846 h 572078"/>
                      <a:gd name="connsiteX4" fmla="*/ 434804 w 625871"/>
                      <a:gd name="connsiteY4" fmla="*/ 261 h 572078"/>
                      <a:gd name="connsiteX5" fmla="*/ 527673 w 625871"/>
                      <a:gd name="connsiteY5" fmla="*/ 35979 h 572078"/>
                      <a:gd name="connsiteX6" fmla="*/ 606254 w 625871"/>
                      <a:gd name="connsiteY6" fmla="*/ 57411 h 572078"/>
                      <a:gd name="connsiteX7" fmla="*/ 622086 w 625871"/>
                      <a:gd name="connsiteY7" fmla="*/ 112631 h 572078"/>
                      <a:gd name="connsiteX8" fmla="*/ 563391 w 625871"/>
                      <a:gd name="connsiteY8" fmla="*/ 207429 h 572078"/>
                      <a:gd name="connsiteX9" fmla="*/ 456921 w 625871"/>
                      <a:gd name="connsiteY9" fmla="*/ 327482 h 572078"/>
                      <a:gd name="connsiteX10" fmla="*/ 420517 w 625871"/>
                      <a:gd name="connsiteY10" fmla="*/ 486037 h 572078"/>
                      <a:gd name="connsiteX11" fmla="*/ 0 w 625871"/>
                      <a:gd name="connsiteY11" fmla="*/ 571569 h 572078"/>
                      <a:gd name="connsiteX12" fmla="*/ 45481 w 625871"/>
                      <a:gd name="connsiteY12" fmla="*/ 377487 h 572078"/>
                      <a:gd name="connsiteX0" fmla="*/ 45481 w 625871"/>
                      <a:gd name="connsiteY0" fmla="*/ 377487 h 572078"/>
                      <a:gd name="connsiteX1" fmla="*/ 168166 w 625871"/>
                      <a:gd name="connsiteY1" fmla="*/ 156845 h 572078"/>
                      <a:gd name="connsiteX2" fmla="*/ 227635 w 625871"/>
                      <a:gd name="connsiteY2" fmla="*/ 71700 h 572078"/>
                      <a:gd name="connsiteX3" fmla="*/ 277748 w 625871"/>
                      <a:gd name="connsiteY3" fmla="*/ 18846 h 572078"/>
                      <a:gd name="connsiteX4" fmla="*/ 434804 w 625871"/>
                      <a:gd name="connsiteY4" fmla="*/ 261 h 572078"/>
                      <a:gd name="connsiteX5" fmla="*/ 527673 w 625871"/>
                      <a:gd name="connsiteY5" fmla="*/ 35979 h 572078"/>
                      <a:gd name="connsiteX6" fmla="*/ 606254 w 625871"/>
                      <a:gd name="connsiteY6" fmla="*/ 57411 h 572078"/>
                      <a:gd name="connsiteX7" fmla="*/ 622086 w 625871"/>
                      <a:gd name="connsiteY7" fmla="*/ 112631 h 572078"/>
                      <a:gd name="connsiteX8" fmla="*/ 563391 w 625871"/>
                      <a:gd name="connsiteY8" fmla="*/ 207429 h 572078"/>
                      <a:gd name="connsiteX9" fmla="*/ 478352 w 625871"/>
                      <a:gd name="connsiteY9" fmla="*/ 356057 h 572078"/>
                      <a:gd name="connsiteX10" fmla="*/ 420517 w 625871"/>
                      <a:gd name="connsiteY10" fmla="*/ 486037 h 572078"/>
                      <a:gd name="connsiteX11" fmla="*/ 0 w 625871"/>
                      <a:gd name="connsiteY11" fmla="*/ 571569 h 572078"/>
                      <a:gd name="connsiteX12" fmla="*/ 45481 w 625871"/>
                      <a:gd name="connsiteY12" fmla="*/ 377487 h 572078"/>
                      <a:gd name="connsiteX0" fmla="*/ 45481 w 625871"/>
                      <a:gd name="connsiteY0" fmla="*/ 377487 h 572078"/>
                      <a:gd name="connsiteX1" fmla="*/ 168166 w 625871"/>
                      <a:gd name="connsiteY1" fmla="*/ 156845 h 572078"/>
                      <a:gd name="connsiteX2" fmla="*/ 227635 w 625871"/>
                      <a:gd name="connsiteY2" fmla="*/ 71700 h 572078"/>
                      <a:gd name="connsiteX3" fmla="*/ 277748 w 625871"/>
                      <a:gd name="connsiteY3" fmla="*/ 18846 h 572078"/>
                      <a:gd name="connsiteX4" fmla="*/ 434804 w 625871"/>
                      <a:gd name="connsiteY4" fmla="*/ 261 h 572078"/>
                      <a:gd name="connsiteX5" fmla="*/ 527673 w 625871"/>
                      <a:gd name="connsiteY5" fmla="*/ 35979 h 572078"/>
                      <a:gd name="connsiteX6" fmla="*/ 606254 w 625871"/>
                      <a:gd name="connsiteY6" fmla="*/ 57411 h 572078"/>
                      <a:gd name="connsiteX7" fmla="*/ 622086 w 625871"/>
                      <a:gd name="connsiteY7" fmla="*/ 112631 h 572078"/>
                      <a:gd name="connsiteX8" fmla="*/ 563391 w 625871"/>
                      <a:gd name="connsiteY8" fmla="*/ 207429 h 572078"/>
                      <a:gd name="connsiteX9" fmla="*/ 478352 w 625871"/>
                      <a:gd name="connsiteY9" fmla="*/ 356057 h 572078"/>
                      <a:gd name="connsiteX10" fmla="*/ 420517 w 625871"/>
                      <a:gd name="connsiteY10" fmla="*/ 486037 h 572078"/>
                      <a:gd name="connsiteX11" fmla="*/ 0 w 625871"/>
                      <a:gd name="connsiteY11" fmla="*/ 571569 h 572078"/>
                      <a:gd name="connsiteX12" fmla="*/ 45481 w 625871"/>
                      <a:gd name="connsiteY12" fmla="*/ 377487 h 572078"/>
                      <a:gd name="connsiteX0" fmla="*/ 45481 w 625871"/>
                      <a:gd name="connsiteY0" fmla="*/ 377487 h 573185"/>
                      <a:gd name="connsiteX1" fmla="*/ 168166 w 625871"/>
                      <a:gd name="connsiteY1" fmla="*/ 156845 h 573185"/>
                      <a:gd name="connsiteX2" fmla="*/ 227635 w 625871"/>
                      <a:gd name="connsiteY2" fmla="*/ 71700 h 573185"/>
                      <a:gd name="connsiteX3" fmla="*/ 277748 w 625871"/>
                      <a:gd name="connsiteY3" fmla="*/ 18846 h 573185"/>
                      <a:gd name="connsiteX4" fmla="*/ 434804 w 625871"/>
                      <a:gd name="connsiteY4" fmla="*/ 261 h 573185"/>
                      <a:gd name="connsiteX5" fmla="*/ 527673 w 625871"/>
                      <a:gd name="connsiteY5" fmla="*/ 35979 h 573185"/>
                      <a:gd name="connsiteX6" fmla="*/ 606254 w 625871"/>
                      <a:gd name="connsiteY6" fmla="*/ 57411 h 573185"/>
                      <a:gd name="connsiteX7" fmla="*/ 622086 w 625871"/>
                      <a:gd name="connsiteY7" fmla="*/ 112631 h 573185"/>
                      <a:gd name="connsiteX8" fmla="*/ 563391 w 625871"/>
                      <a:gd name="connsiteY8" fmla="*/ 207429 h 573185"/>
                      <a:gd name="connsiteX9" fmla="*/ 478352 w 625871"/>
                      <a:gd name="connsiteY9" fmla="*/ 356057 h 573185"/>
                      <a:gd name="connsiteX10" fmla="*/ 420517 w 625871"/>
                      <a:gd name="connsiteY10" fmla="*/ 514612 h 573185"/>
                      <a:gd name="connsiteX11" fmla="*/ 0 w 625871"/>
                      <a:gd name="connsiteY11" fmla="*/ 571569 h 573185"/>
                      <a:gd name="connsiteX12" fmla="*/ 45481 w 625871"/>
                      <a:gd name="connsiteY12" fmla="*/ 377487 h 573185"/>
                      <a:gd name="connsiteX0" fmla="*/ 45481 w 625871"/>
                      <a:gd name="connsiteY0" fmla="*/ 377487 h 583273"/>
                      <a:gd name="connsiteX1" fmla="*/ 168166 w 625871"/>
                      <a:gd name="connsiteY1" fmla="*/ 156845 h 583273"/>
                      <a:gd name="connsiteX2" fmla="*/ 227635 w 625871"/>
                      <a:gd name="connsiteY2" fmla="*/ 71700 h 583273"/>
                      <a:gd name="connsiteX3" fmla="*/ 277748 w 625871"/>
                      <a:gd name="connsiteY3" fmla="*/ 18846 h 583273"/>
                      <a:gd name="connsiteX4" fmla="*/ 434804 w 625871"/>
                      <a:gd name="connsiteY4" fmla="*/ 261 h 583273"/>
                      <a:gd name="connsiteX5" fmla="*/ 527673 w 625871"/>
                      <a:gd name="connsiteY5" fmla="*/ 35979 h 583273"/>
                      <a:gd name="connsiteX6" fmla="*/ 606254 w 625871"/>
                      <a:gd name="connsiteY6" fmla="*/ 57411 h 583273"/>
                      <a:gd name="connsiteX7" fmla="*/ 622086 w 625871"/>
                      <a:gd name="connsiteY7" fmla="*/ 112631 h 583273"/>
                      <a:gd name="connsiteX8" fmla="*/ 563391 w 625871"/>
                      <a:gd name="connsiteY8" fmla="*/ 207429 h 583273"/>
                      <a:gd name="connsiteX9" fmla="*/ 478352 w 625871"/>
                      <a:gd name="connsiteY9" fmla="*/ 356057 h 583273"/>
                      <a:gd name="connsiteX10" fmla="*/ 420517 w 625871"/>
                      <a:gd name="connsiteY10" fmla="*/ 514612 h 583273"/>
                      <a:gd name="connsiteX11" fmla="*/ 0 w 625871"/>
                      <a:gd name="connsiteY11" fmla="*/ 571569 h 583273"/>
                      <a:gd name="connsiteX12" fmla="*/ 45481 w 625871"/>
                      <a:gd name="connsiteY12" fmla="*/ 377487 h 583273"/>
                      <a:gd name="connsiteX0" fmla="*/ 45481 w 625871"/>
                      <a:gd name="connsiteY0" fmla="*/ 377487 h 582772"/>
                      <a:gd name="connsiteX1" fmla="*/ 168166 w 625871"/>
                      <a:gd name="connsiteY1" fmla="*/ 156845 h 582772"/>
                      <a:gd name="connsiteX2" fmla="*/ 227635 w 625871"/>
                      <a:gd name="connsiteY2" fmla="*/ 71700 h 582772"/>
                      <a:gd name="connsiteX3" fmla="*/ 277748 w 625871"/>
                      <a:gd name="connsiteY3" fmla="*/ 18846 h 582772"/>
                      <a:gd name="connsiteX4" fmla="*/ 434804 w 625871"/>
                      <a:gd name="connsiteY4" fmla="*/ 261 h 582772"/>
                      <a:gd name="connsiteX5" fmla="*/ 527673 w 625871"/>
                      <a:gd name="connsiteY5" fmla="*/ 35979 h 582772"/>
                      <a:gd name="connsiteX6" fmla="*/ 606254 w 625871"/>
                      <a:gd name="connsiteY6" fmla="*/ 57411 h 582772"/>
                      <a:gd name="connsiteX7" fmla="*/ 622086 w 625871"/>
                      <a:gd name="connsiteY7" fmla="*/ 112631 h 582772"/>
                      <a:gd name="connsiteX8" fmla="*/ 563391 w 625871"/>
                      <a:gd name="connsiteY8" fmla="*/ 207429 h 582772"/>
                      <a:gd name="connsiteX9" fmla="*/ 478352 w 625871"/>
                      <a:gd name="connsiteY9" fmla="*/ 356057 h 582772"/>
                      <a:gd name="connsiteX10" fmla="*/ 420517 w 625871"/>
                      <a:gd name="connsiteY10" fmla="*/ 514612 h 582772"/>
                      <a:gd name="connsiteX11" fmla="*/ 287739 w 625871"/>
                      <a:gd name="connsiteY11" fmla="*/ 546012 h 582772"/>
                      <a:gd name="connsiteX12" fmla="*/ 0 w 625871"/>
                      <a:gd name="connsiteY12" fmla="*/ 571569 h 582772"/>
                      <a:gd name="connsiteX13" fmla="*/ 45481 w 625871"/>
                      <a:gd name="connsiteY13" fmla="*/ 377487 h 582772"/>
                      <a:gd name="connsiteX0" fmla="*/ 45481 w 625871"/>
                      <a:gd name="connsiteY0" fmla="*/ 377487 h 582772"/>
                      <a:gd name="connsiteX1" fmla="*/ 168166 w 625871"/>
                      <a:gd name="connsiteY1" fmla="*/ 156845 h 582772"/>
                      <a:gd name="connsiteX2" fmla="*/ 227635 w 625871"/>
                      <a:gd name="connsiteY2" fmla="*/ 71700 h 582772"/>
                      <a:gd name="connsiteX3" fmla="*/ 277748 w 625871"/>
                      <a:gd name="connsiteY3" fmla="*/ 18846 h 582772"/>
                      <a:gd name="connsiteX4" fmla="*/ 434804 w 625871"/>
                      <a:gd name="connsiteY4" fmla="*/ 261 h 582772"/>
                      <a:gd name="connsiteX5" fmla="*/ 527673 w 625871"/>
                      <a:gd name="connsiteY5" fmla="*/ 35979 h 582772"/>
                      <a:gd name="connsiteX6" fmla="*/ 606254 w 625871"/>
                      <a:gd name="connsiteY6" fmla="*/ 57411 h 582772"/>
                      <a:gd name="connsiteX7" fmla="*/ 622086 w 625871"/>
                      <a:gd name="connsiteY7" fmla="*/ 112631 h 582772"/>
                      <a:gd name="connsiteX8" fmla="*/ 563391 w 625871"/>
                      <a:gd name="connsiteY8" fmla="*/ 207429 h 582772"/>
                      <a:gd name="connsiteX9" fmla="*/ 478352 w 625871"/>
                      <a:gd name="connsiteY9" fmla="*/ 356057 h 582772"/>
                      <a:gd name="connsiteX10" fmla="*/ 420517 w 625871"/>
                      <a:gd name="connsiteY10" fmla="*/ 514612 h 582772"/>
                      <a:gd name="connsiteX11" fmla="*/ 287739 w 625871"/>
                      <a:gd name="connsiteY11" fmla="*/ 546012 h 582772"/>
                      <a:gd name="connsiteX12" fmla="*/ 0 w 625871"/>
                      <a:gd name="connsiteY12" fmla="*/ 571569 h 582772"/>
                      <a:gd name="connsiteX13" fmla="*/ 45481 w 625871"/>
                      <a:gd name="connsiteY13" fmla="*/ 377487 h 582772"/>
                      <a:gd name="connsiteX0" fmla="*/ 45481 w 608227"/>
                      <a:gd name="connsiteY0" fmla="*/ 377487 h 582772"/>
                      <a:gd name="connsiteX1" fmla="*/ 168166 w 608227"/>
                      <a:gd name="connsiteY1" fmla="*/ 156845 h 582772"/>
                      <a:gd name="connsiteX2" fmla="*/ 227635 w 608227"/>
                      <a:gd name="connsiteY2" fmla="*/ 71700 h 582772"/>
                      <a:gd name="connsiteX3" fmla="*/ 277748 w 608227"/>
                      <a:gd name="connsiteY3" fmla="*/ 18846 h 582772"/>
                      <a:gd name="connsiteX4" fmla="*/ 434804 w 608227"/>
                      <a:gd name="connsiteY4" fmla="*/ 261 h 582772"/>
                      <a:gd name="connsiteX5" fmla="*/ 527673 w 608227"/>
                      <a:gd name="connsiteY5" fmla="*/ 35979 h 582772"/>
                      <a:gd name="connsiteX6" fmla="*/ 606254 w 608227"/>
                      <a:gd name="connsiteY6" fmla="*/ 57411 h 582772"/>
                      <a:gd name="connsiteX7" fmla="*/ 529217 w 608227"/>
                      <a:gd name="connsiteY7" fmla="*/ 119774 h 582772"/>
                      <a:gd name="connsiteX8" fmla="*/ 563391 w 608227"/>
                      <a:gd name="connsiteY8" fmla="*/ 207429 h 582772"/>
                      <a:gd name="connsiteX9" fmla="*/ 478352 w 608227"/>
                      <a:gd name="connsiteY9" fmla="*/ 356057 h 582772"/>
                      <a:gd name="connsiteX10" fmla="*/ 420517 w 608227"/>
                      <a:gd name="connsiteY10" fmla="*/ 514612 h 582772"/>
                      <a:gd name="connsiteX11" fmla="*/ 287739 w 608227"/>
                      <a:gd name="connsiteY11" fmla="*/ 546012 h 582772"/>
                      <a:gd name="connsiteX12" fmla="*/ 0 w 608227"/>
                      <a:gd name="connsiteY12" fmla="*/ 571569 h 582772"/>
                      <a:gd name="connsiteX13" fmla="*/ 45481 w 608227"/>
                      <a:gd name="connsiteY13" fmla="*/ 377487 h 582772"/>
                      <a:gd name="connsiteX0" fmla="*/ 45481 w 567916"/>
                      <a:gd name="connsiteY0" fmla="*/ 377487 h 582772"/>
                      <a:gd name="connsiteX1" fmla="*/ 168166 w 567916"/>
                      <a:gd name="connsiteY1" fmla="*/ 156845 h 582772"/>
                      <a:gd name="connsiteX2" fmla="*/ 227635 w 567916"/>
                      <a:gd name="connsiteY2" fmla="*/ 71700 h 582772"/>
                      <a:gd name="connsiteX3" fmla="*/ 277748 w 567916"/>
                      <a:gd name="connsiteY3" fmla="*/ 18846 h 582772"/>
                      <a:gd name="connsiteX4" fmla="*/ 434804 w 567916"/>
                      <a:gd name="connsiteY4" fmla="*/ 261 h 582772"/>
                      <a:gd name="connsiteX5" fmla="*/ 527673 w 567916"/>
                      <a:gd name="connsiteY5" fmla="*/ 35979 h 582772"/>
                      <a:gd name="connsiteX6" fmla="*/ 470523 w 567916"/>
                      <a:gd name="connsiteY6" fmla="*/ 71698 h 582772"/>
                      <a:gd name="connsiteX7" fmla="*/ 529217 w 567916"/>
                      <a:gd name="connsiteY7" fmla="*/ 119774 h 582772"/>
                      <a:gd name="connsiteX8" fmla="*/ 563391 w 567916"/>
                      <a:gd name="connsiteY8" fmla="*/ 207429 h 582772"/>
                      <a:gd name="connsiteX9" fmla="*/ 478352 w 567916"/>
                      <a:gd name="connsiteY9" fmla="*/ 356057 h 582772"/>
                      <a:gd name="connsiteX10" fmla="*/ 420517 w 567916"/>
                      <a:gd name="connsiteY10" fmla="*/ 514612 h 582772"/>
                      <a:gd name="connsiteX11" fmla="*/ 287739 w 567916"/>
                      <a:gd name="connsiteY11" fmla="*/ 546012 h 582772"/>
                      <a:gd name="connsiteX12" fmla="*/ 0 w 567916"/>
                      <a:gd name="connsiteY12" fmla="*/ 571569 h 582772"/>
                      <a:gd name="connsiteX13" fmla="*/ 45481 w 567916"/>
                      <a:gd name="connsiteY13" fmla="*/ 377487 h 582772"/>
                      <a:gd name="connsiteX0" fmla="*/ 45481 w 567916"/>
                      <a:gd name="connsiteY0" fmla="*/ 377487 h 582772"/>
                      <a:gd name="connsiteX1" fmla="*/ 168166 w 567916"/>
                      <a:gd name="connsiteY1" fmla="*/ 156845 h 582772"/>
                      <a:gd name="connsiteX2" fmla="*/ 227635 w 567916"/>
                      <a:gd name="connsiteY2" fmla="*/ 71700 h 582772"/>
                      <a:gd name="connsiteX3" fmla="*/ 277748 w 567916"/>
                      <a:gd name="connsiteY3" fmla="*/ 18846 h 582772"/>
                      <a:gd name="connsiteX4" fmla="*/ 434804 w 567916"/>
                      <a:gd name="connsiteY4" fmla="*/ 261 h 582772"/>
                      <a:gd name="connsiteX5" fmla="*/ 449092 w 567916"/>
                      <a:gd name="connsiteY5" fmla="*/ 43123 h 582772"/>
                      <a:gd name="connsiteX6" fmla="*/ 470523 w 567916"/>
                      <a:gd name="connsiteY6" fmla="*/ 71698 h 582772"/>
                      <a:gd name="connsiteX7" fmla="*/ 529217 w 567916"/>
                      <a:gd name="connsiteY7" fmla="*/ 119774 h 582772"/>
                      <a:gd name="connsiteX8" fmla="*/ 563391 w 567916"/>
                      <a:gd name="connsiteY8" fmla="*/ 207429 h 582772"/>
                      <a:gd name="connsiteX9" fmla="*/ 478352 w 567916"/>
                      <a:gd name="connsiteY9" fmla="*/ 356057 h 582772"/>
                      <a:gd name="connsiteX10" fmla="*/ 420517 w 567916"/>
                      <a:gd name="connsiteY10" fmla="*/ 514612 h 582772"/>
                      <a:gd name="connsiteX11" fmla="*/ 287739 w 567916"/>
                      <a:gd name="connsiteY11" fmla="*/ 546012 h 582772"/>
                      <a:gd name="connsiteX12" fmla="*/ 0 w 567916"/>
                      <a:gd name="connsiteY12" fmla="*/ 571569 h 582772"/>
                      <a:gd name="connsiteX13" fmla="*/ 45481 w 567916"/>
                      <a:gd name="connsiteY13" fmla="*/ 377487 h 582772"/>
                      <a:gd name="connsiteX0" fmla="*/ 45481 w 530363"/>
                      <a:gd name="connsiteY0" fmla="*/ 377487 h 582772"/>
                      <a:gd name="connsiteX1" fmla="*/ 168166 w 530363"/>
                      <a:gd name="connsiteY1" fmla="*/ 156845 h 582772"/>
                      <a:gd name="connsiteX2" fmla="*/ 227635 w 530363"/>
                      <a:gd name="connsiteY2" fmla="*/ 71700 h 582772"/>
                      <a:gd name="connsiteX3" fmla="*/ 277748 w 530363"/>
                      <a:gd name="connsiteY3" fmla="*/ 18846 h 582772"/>
                      <a:gd name="connsiteX4" fmla="*/ 434804 w 530363"/>
                      <a:gd name="connsiteY4" fmla="*/ 261 h 582772"/>
                      <a:gd name="connsiteX5" fmla="*/ 449092 w 530363"/>
                      <a:gd name="connsiteY5" fmla="*/ 43123 h 582772"/>
                      <a:gd name="connsiteX6" fmla="*/ 470523 w 530363"/>
                      <a:gd name="connsiteY6" fmla="*/ 71698 h 582772"/>
                      <a:gd name="connsiteX7" fmla="*/ 529217 w 530363"/>
                      <a:gd name="connsiteY7" fmla="*/ 119774 h 582772"/>
                      <a:gd name="connsiteX8" fmla="*/ 506241 w 530363"/>
                      <a:gd name="connsiteY8" fmla="*/ 214573 h 582772"/>
                      <a:gd name="connsiteX9" fmla="*/ 478352 w 530363"/>
                      <a:gd name="connsiteY9" fmla="*/ 356057 h 582772"/>
                      <a:gd name="connsiteX10" fmla="*/ 420517 w 530363"/>
                      <a:gd name="connsiteY10" fmla="*/ 514612 h 582772"/>
                      <a:gd name="connsiteX11" fmla="*/ 287739 w 530363"/>
                      <a:gd name="connsiteY11" fmla="*/ 546012 h 582772"/>
                      <a:gd name="connsiteX12" fmla="*/ 0 w 530363"/>
                      <a:gd name="connsiteY12" fmla="*/ 571569 h 582772"/>
                      <a:gd name="connsiteX13" fmla="*/ 45481 w 530363"/>
                      <a:gd name="connsiteY13" fmla="*/ 377487 h 582772"/>
                      <a:gd name="connsiteX0" fmla="*/ 45481 w 530363"/>
                      <a:gd name="connsiteY0" fmla="*/ 377487 h 585472"/>
                      <a:gd name="connsiteX1" fmla="*/ 168166 w 530363"/>
                      <a:gd name="connsiteY1" fmla="*/ 156845 h 585472"/>
                      <a:gd name="connsiteX2" fmla="*/ 227635 w 530363"/>
                      <a:gd name="connsiteY2" fmla="*/ 71700 h 585472"/>
                      <a:gd name="connsiteX3" fmla="*/ 277748 w 530363"/>
                      <a:gd name="connsiteY3" fmla="*/ 18846 h 585472"/>
                      <a:gd name="connsiteX4" fmla="*/ 434804 w 530363"/>
                      <a:gd name="connsiteY4" fmla="*/ 261 h 585472"/>
                      <a:gd name="connsiteX5" fmla="*/ 449092 w 530363"/>
                      <a:gd name="connsiteY5" fmla="*/ 43123 h 585472"/>
                      <a:gd name="connsiteX6" fmla="*/ 470523 w 530363"/>
                      <a:gd name="connsiteY6" fmla="*/ 71698 h 585472"/>
                      <a:gd name="connsiteX7" fmla="*/ 529217 w 530363"/>
                      <a:gd name="connsiteY7" fmla="*/ 119774 h 585472"/>
                      <a:gd name="connsiteX8" fmla="*/ 506241 w 530363"/>
                      <a:gd name="connsiteY8" fmla="*/ 214573 h 585472"/>
                      <a:gd name="connsiteX9" fmla="*/ 478352 w 530363"/>
                      <a:gd name="connsiteY9" fmla="*/ 356057 h 585472"/>
                      <a:gd name="connsiteX10" fmla="*/ 449092 w 530363"/>
                      <a:gd name="connsiteY10" fmla="*/ 564618 h 585472"/>
                      <a:gd name="connsiteX11" fmla="*/ 287739 w 530363"/>
                      <a:gd name="connsiteY11" fmla="*/ 546012 h 585472"/>
                      <a:gd name="connsiteX12" fmla="*/ 0 w 530363"/>
                      <a:gd name="connsiteY12" fmla="*/ 571569 h 585472"/>
                      <a:gd name="connsiteX13" fmla="*/ 45481 w 530363"/>
                      <a:gd name="connsiteY13" fmla="*/ 377487 h 585472"/>
                      <a:gd name="connsiteX0" fmla="*/ 45481 w 511127"/>
                      <a:gd name="connsiteY0" fmla="*/ 377487 h 585472"/>
                      <a:gd name="connsiteX1" fmla="*/ 168166 w 511127"/>
                      <a:gd name="connsiteY1" fmla="*/ 156845 h 585472"/>
                      <a:gd name="connsiteX2" fmla="*/ 227635 w 511127"/>
                      <a:gd name="connsiteY2" fmla="*/ 71700 h 585472"/>
                      <a:gd name="connsiteX3" fmla="*/ 277748 w 511127"/>
                      <a:gd name="connsiteY3" fmla="*/ 18846 h 585472"/>
                      <a:gd name="connsiteX4" fmla="*/ 434804 w 511127"/>
                      <a:gd name="connsiteY4" fmla="*/ 261 h 585472"/>
                      <a:gd name="connsiteX5" fmla="*/ 449092 w 511127"/>
                      <a:gd name="connsiteY5" fmla="*/ 43123 h 585472"/>
                      <a:gd name="connsiteX6" fmla="*/ 470523 w 511127"/>
                      <a:gd name="connsiteY6" fmla="*/ 71698 h 585472"/>
                      <a:gd name="connsiteX7" fmla="*/ 479211 w 511127"/>
                      <a:gd name="connsiteY7" fmla="*/ 176924 h 585472"/>
                      <a:gd name="connsiteX8" fmla="*/ 506241 w 511127"/>
                      <a:gd name="connsiteY8" fmla="*/ 214573 h 585472"/>
                      <a:gd name="connsiteX9" fmla="*/ 478352 w 511127"/>
                      <a:gd name="connsiteY9" fmla="*/ 356057 h 585472"/>
                      <a:gd name="connsiteX10" fmla="*/ 449092 w 511127"/>
                      <a:gd name="connsiteY10" fmla="*/ 564618 h 585472"/>
                      <a:gd name="connsiteX11" fmla="*/ 287739 w 511127"/>
                      <a:gd name="connsiteY11" fmla="*/ 546012 h 585472"/>
                      <a:gd name="connsiteX12" fmla="*/ 0 w 511127"/>
                      <a:gd name="connsiteY12" fmla="*/ 571569 h 585472"/>
                      <a:gd name="connsiteX13" fmla="*/ 45481 w 511127"/>
                      <a:gd name="connsiteY13" fmla="*/ 377487 h 585472"/>
                      <a:gd name="connsiteX0" fmla="*/ 45481 w 511127"/>
                      <a:gd name="connsiteY0" fmla="*/ 377487 h 585472"/>
                      <a:gd name="connsiteX1" fmla="*/ 168166 w 511127"/>
                      <a:gd name="connsiteY1" fmla="*/ 156845 h 585472"/>
                      <a:gd name="connsiteX2" fmla="*/ 227635 w 511127"/>
                      <a:gd name="connsiteY2" fmla="*/ 71700 h 585472"/>
                      <a:gd name="connsiteX3" fmla="*/ 277748 w 511127"/>
                      <a:gd name="connsiteY3" fmla="*/ 18846 h 585472"/>
                      <a:gd name="connsiteX4" fmla="*/ 434804 w 511127"/>
                      <a:gd name="connsiteY4" fmla="*/ 261 h 585472"/>
                      <a:gd name="connsiteX5" fmla="*/ 449092 w 511127"/>
                      <a:gd name="connsiteY5" fmla="*/ 43123 h 585472"/>
                      <a:gd name="connsiteX6" fmla="*/ 470523 w 511127"/>
                      <a:gd name="connsiteY6" fmla="*/ 71698 h 585472"/>
                      <a:gd name="connsiteX7" fmla="*/ 479211 w 511127"/>
                      <a:gd name="connsiteY7" fmla="*/ 176924 h 585472"/>
                      <a:gd name="connsiteX8" fmla="*/ 506241 w 511127"/>
                      <a:gd name="connsiteY8" fmla="*/ 214573 h 585472"/>
                      <a:gd name="connsiteX9" fmla="*/ 506927 w 511127"/>
                      <a:gd name="connsiteY9" fmla="*/ 377488 h 585472"/>
                      <a:gd name="connsiteX10" fmla="*/ 449092 w 511127"/>
                      <a:gd name="connsiteY10" fmla="*/ 564618 h 585472"/>
                      <a:gd name="connsiteX11" fmla="*/ 287739 w 511127"/>
                      <a:gd name="connsiteY11" fmla="*/ 546012 h 585472"/>
                      <a:gd name="connsiteX12" fmla="*/ 0 w 511127"/>
                      <a:gd name="connsiteY12" fmla="*/ 571569 h 585472"/>
                      <a:gd name="connsiteX13" fmla="*/ 45481 w 511127"/>
                      <a:gd name="connsiteY13" fmla="*/ 377487 h 585472"/>
                      <a:gd name="connsiteX0" fmla="*/ 45481 w 511127"/>
                      <a:gd name="connsiteY0" fmla="*/ 424559 h 632544"/>
                      <a:gd name="connsiteX1" fmla="*/ 168166 w 511127"/>
                      <a:gd name="connsiteY1" fmla="*/ 203917 h 632544"/>
                      <a:gd name="connsiteX2" fmla="*/ 227635 w 511127"/>
                      <a:gd name="connsiteY2" fmla="*/ 118772 h 632544"/>
                      <a:gd name="connsiteX3" fmla="*/ 277748 w 511127"/>
                      <a:gd name="connsiteY3" fmla="*/ 65918 h 632544"/>
                      <a:gd name="connsiteX4" fmla="*/ 394897 w 511127"/>
                      <a:gd name="connsiteY4" fmla="*/ 153 h 632544"/>
                      <a:gd name="connsiteX5" fmla="*/ 434804 w 511127"/>
                      <a:gd name="connsiteY5" fmla="*/ 47333 h 632544"/>
                      <a:gd name="connsiteX6" fmla="*/ 449092 w 511127"/>
                      <a:gd name="connsiteY6" fmla="*/ 90195 h 632544"/>
                      <a:gd name="connsiteX7" fmla="*/ 470523 w 511127"/>
                      <a:gd name="connsiteY7" fmla="*/ 118770 h 632544"/>
                      <a:gd name="connsiteX8" fmla="*/ 479211 w 511127"/>
                      <a:gd name="connsiteY8" fmla="*/ 223996 h 632544"/>
                      <a:gd name="connsiteX9" fmla="*/ 506241 w 511127"/>
                      <a:gd name="connsiteY9" fmla="*/ 261645 h 632544"/>
                      <a:gd name="connsiteX10" fmla="*/ 506927 w 511127"/>
                      <a:gd name="connsiteY10" fmla="*/ 424560 h 632544"/>
                      <a:gd name="connsiteX11" fmla="*/ 449092 w 511127"/>
                      <a:gd name="connsiteY11" fmla="*/ 611690 h 632544"/>
                      <a:gd name="connsiteX12" fmla="*/ 287739 w 511127"/>
                      <a:gd name="connsiteY12" fmla="*/ 593084 h 632544"/>
                      <a:gd name="connsiteX13" fmla="*/ 0 w 511127"/>
                      <a:gd name="connsiteY13" fmla="*/ 618641 h 632544"/>
                      <a:gd name="connsiteX14" fmla="*/ 45481 w 511127"/>
                      <a:gd name="connsiteY14" fmla="*/ 424559 h 6325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511127" h="632544">
                        <a:moveTo>
                          <a:pt x="45481" y="424559"/>
                        </a:moveTo>
                        <a:cubicBezTo>
                          <a:pt x="26652" y="372443"/>
                          <a:pt x="158420" y="263177"/>
                          <a:pt x="168166" y="203917"/>
                        </a:cubicBezTo>
                        <a:cubicBezTo>
                          <a:pt x="180845" y="177916"/>
                          <a:pt x="214956" y="144773"/>
                          <a:pt x="227635" y="118772"/>
                        </a:cubicBezTo>
                        <a:lnTo>
                          <a:pt x="277748" y="65918"/>
                        </a:lnTo>
                        <a:cubicBezTo>
                          <a:pt x="302053" y="55673"/>
                          <a:pt x="368721" y="3250"/>
                          <a:pt x="394897" y="153"/>
                        </a:cubicBezTo>
                        <a:cubicBezTo>
                          <a:pt x="421073" y="-2944"/>
                          <a:pt x="422200" y="41851"/>
                          <a:pt x="434804" y="47333"/>
                        </a:cubicBezTo>
                        <a:cubicBezTo>
                          <a:pt x="447409" y="52815"/>
                          <a:pt x="426470" y="80670"/>
                          <a:pt x="449092" y="90195"/>
                        </a:cubicBezTo>
                        <a:cubicBezTo>
                          <a:pt x="471714" y="99720"/>
                          <a:pt x="454788" y="105995"/>
                          <a:pt x="470523" y="118770"/>
                        </a:cubicBezTo>
                        <a:cubicBezTo>
                          <a:pt x="486258" y="131545"/>
                          <a:pt x="488736" y="201374"/>
                          <a:pt x="479211" y="223996"/>
                        </a:cubicBezTo>
                        <a:cubicBezTo>
                          <a:pt x="454884" y="250833"/>
                          <a:pt x="530568" y="234808"/>
                          <a:pt x="506241" y="261645"/>
                        </a:cubicBezTo>
                        <a:cubicBezTo>
                          <a:pt x="506470" y="315950"/>
                          <a:pt x="506698" y="370255"/>
                          <a:pt x="506927" y="424560"/>
                        </a:cubicBezTo>
                        <a:cubicBezTo>
                          <a:pt x="495954" y="508226"/>
                          <a:pt x="489527" y="596012"/>
                          <a:pt x="449092" y="611690"/>
                        </a:cubicBezTo>
                        <a:cubicBezTo>
                          <a:pt x="406608" y="648112"/>
                          <a:pt x="414975" y="633597"/>
                          <a:pt x="287739" y="593084"/>
                        </a:cubicBezTo>
                        <a:cubicBezTo>
                          <a:pt x="217653" y="602577"/>
                          <a:pt x="29661" y="651491"/>
                          <a:pt x="0" y="618641"/>
                        </a:cubicBezTo>
                        <a:lnTo>
                          <a:pt x="45481" y="424559"/>
                        </a:lnTo>
                        <a:close/>
                      </a:path>
                    </a:pathLst>
                  </a:custGeom>
                  <a:solidFill>
                    <a:schemeClr val="accent6">
                      <a:lumMod val="40000"/>
                      <a:lumOff val="60000"/>
                    </a:schemeClr>
                  </a:solidFill>
                  <a:ln w="25400" cap="flat">
                    <a:solidFill>
                      <a:schemeClr val="accent6">
                        <a:lumMod val="40000"/>
                        <a:lumOff val="60000"/>
                      </a:schemeClr>
                    </a:solidFill>
                    <a:prstDash val="solid"/>
                    <a:round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Calibri"/>
                    </a:endParaRPr>
                  </a:p>
                </p:txBody>
              </p:sp>
            </p:grpSp>
            <p:sp>
              <p:nvSpPr>
                <p:cNvPr id="31" name="Triangle 27">
                  <a:extLst>
                    <a:ext uri="{FF2B5EF4-FFF2-40B4-BE49-F238E27FC236}">
                      <a16:creationId xmlns:a16="http://schemas.microsoft.com/office/drawing/2014/main" id="{328BD963-C3E6-2648-90F5-DBEF41791236}"/>
                    </a:ext>
                  </a:extLst>
                </p:cNvPr>
                <p:cNvSpPr/>
                <p:nvPr/>
              </p:nvSpPr>
              <p:spPr>
                <a:xfrm>
                  <a:off x="3879970" y="4118013"/>
                  <a:ext cx="429027" cy="384217"/>
                </a:xfrm>
                <a:custGeom>
                  <a:avLst/>
                  <a:gdLst>
                    <a:gd name="connsiteX0" fmla="*/ 0 w 432486"/>
                    <a:gd name="connsiteY0" fmla="*/ 481630 h 481630"/>
                    <a:gd name="connsiteX1" fmla="*/ 216243 w 432486"/>
                    <a:gd name="connsiteY1" fmla="*/ 0 h 481630"/>
                    <a:gd name="connsiteX2" fmla="*/ 432486 w 432486"/>
                    <a:gd name="connsiteY2" fmla="*/ 481630 h 481630"/>
                    <a:gd name="connsiteX3" fmla="*/ 0 w 432486"/>
                    <a:gd name="connsiteY3" fmla="*/ 481630 h 481630"/>
                    <a:gd name="connsiteX0" fmla="*/ 0 w 560581"/>
                    <a:gd name="connsiteY0" fmla="*/ 481630 h 481630"/>
                    <a:gd name="connsiteX1" fmla="*/ 216243 w 560581"/>
                    <a:gd name="connsiteY1" fmla="*/ 0 h 481630"/>
                    <a:gd name="connsiteX2" fmla="*/ 560581 w 560581"/>
                    <a:gd name="connsiteY2" fmla="*/ 93785 h 481630"/>
                    <a:gd name="connsiteX3" fmla="*/ 432486 w 560581"/>
                    <a:gd name="connsiteY3" fmla="*/ 481630 h 481630"/>
                    <a:gd name="connsiteX4" fmla="*/ 0 w 560581"/>
                    <a:gd name="connsiteY4" fmla="*/ 481630 h 481630"/>
                    <a:gd name="connsiteX0" fmla="*/ 0 w 560581"/>
                    <a:gd name="connsiteY0" fmla="*/ 481630 h 481630"/>
                    <a:gd name="connsiteX1" fmla="*/ 216243 w 560581"/>
                    <a:gd name="connsiteY1" fmla="*/ 0 h 481630"/>
                    <a:gd name="connsiteX2" fmla="*/ 560581 w 560581"/>
                    <a:gd name="connsiteY2" fmla="*/ 93785 h 481630"/>
                    <a:gd name="connsiteX3" fmla="*/ 395416 w 560581"/>
                    <a:gd name="connsiteY3" fmla="*/ 308636 h 481630"/>
                    <a:gd name="connsiteX4" fmla="*/ 0 w 560581"/>
                    <a:gd name="connsiteY4" fmla="*/ 481630 h 481630"/>
                    <a:gd name="connsiteX0" fmla="*/ 0 w 412300"/>
                    <a:gd name="connsiteY0" fmla="*/ 308635 h 308636"/>
                    <a:gd name="connsiteX1" fmla="*/ 67962 w 412300"/>
                    <a:gd name="connsiteY1" fmla="*/ 0 h 308636"/>
                    <a:gd name="connsiteX2" fmla="*/ 412300 w 412300"/>
                    <a:gd name="connsiteY2" fmla="*/ 93785 h 308636"/>
                    <a:gd name="connsiteX3" fmla="*/ 247135 w 412300"/>
                    <a:gd name="connsiteY3" fmla="*/ 308636 h 308636"/>
                    <a:gd name="connsiteX4" fmla="*/ 0 w 412300"/>
                    <a:gd name="connsiteY4" fmla="*/ 308635 h 308636"/>
                    <a:gd name="connsiteX0" fmla="*/ 21741 w 434041"/>
                    <a:gd name="connsiteY0" fmla="*/ 308635 h 308636"/>
                    <a:gd name="connsiteX1" fmla="*/ 1553 w 434041"/>
                    <a:gd name="connsiteY1" fmla="*/ 130855 h 308636"/>
                    <a:gd name="connsiteX2" fmla="*/ 89703 w 434041"/>
                    <a:gd name="connsiteY2" fmla="*/ 0 h 308636"/>
                    <a:gd name="connsiteX3" fmla="*/ 434041 w 434041"/>
                    <a:gd name="connsiteY3" fmla="*/ 93785 h 308636"/>
                    <a:gd name="connsiteX4" fmla="*/ 268876 w 434041"/>
                    <a:gd name="connsiteY4" fmla="*/ 308636 h 308636"/>
                    <a:gd name="connsiteX5" fmla="*/ 21741 w 434041"/>
                    <a:gd name="connsiteY5" fmla="*/ 308635 h 308636"/>
                    <a:gd name="connsiteX0" fmla="*/ 21741 w 434041"/>
                    <a:gd name="connsiteY0" fmla="*/ 308635 h 402723"/>
                    <a:gd name="connsiteX1" fmla="*/ 1553 w 434041"/>
                    <a:gd name="connsiteY1" fmla="*/ 130855 h 402723"/>
                    <a:gd name="connsiteX2" fmla="*/ 89703 w 434041"/>
                    <a:gd name="connsiteY2" fmla="*/ 0 h 402723"/>
                    <a:gd name="connsiteX3" fmla="*/ 434041 w 434041"/>
                    <a:gd name="connsiteY3" fmla="*/ 93785 h 402723"/>
                    <a:gd name="connsiteX4" fmla="*/ 268876 w 434041"/>
                    <a:gd name="connsiteY4" fmla="*/ 308636 h 402723"/>
                    <a:gd name="connsiteX5" fmla="*/ 26268 w 434041"/>
                    <a:gd name="connsiteY5" fmla="*/ 402704 h 402723"/>
                    <a:gd name="connsiteX6" fmla="*/ 21741 w 434041"/>
                    <a:gd name="connsiteY6" fmla="*/ 308635 h 402723"/>
                    <a:gd name="connsiteX0" fmla="*/ 0 w 448018"/>
                    <a:gd name="connsiteY0" fmla="*/ 308635 h 402723"/>
                    <a:gd name="connsiteX1" fmla="*/ 15530 w 448018"/>
                    <a:gd name="connsiteY1" fmla="*/ 130855 h 402723"/>
                    <a:gd name="connsiteX2" fmla="*/ 103680 w 448018"/>
                    <a:gd name="connsiteY2" fmla="*/ 0 h 402723"/>
                    <a:gd name="connsiteX3" fmla="*/ 448018 w 448018"/>
                    <a:gd name="connsiteY3" fmla="*/ 93785 h 402723"/>
                    <a:gd name="connsiteX4" fmla="*/ 282853 w 448018"/>
                    <a:gd name="connsiteY4" fmla="*/ 308636 h 402723"/>
                    <a:gd name="connsiteX5" fmla="*/ 40245 w 448018"/>
                    <a:gd name="connsiteY5" fmla="*/ 402704 h 402723"/>
                    <a:gd name="connsiteX6" fmla="*/ 0 w 448018"/>
                    <a:gd name="connsiteY6" fmla="*/ 308635 h 402723"/>
                    <a:gd name="connsiteX0" fmla="*/ 0 w 448018"/>
                    <a:gd name="connsiteY0" fmla="*/ 308635 h 402723"/>
                    <a:gd name="connsiteX1" fmla="*/ 15530 w 448018"/>
                    <a:gd name="connsiteY1" fmla="*/ 130855 h 402723"/>
                    <a:gd name="connsiteX2" fmla="*/ 3561 w 448018"/>
                    <a:gd name="connsiteY2" fmla="*/ 9991 h 402723"/>
                    <a:gd name="connsiteX3" fmla="*/ 103680 w 448018"/>
                    <a:gd name="connsiteY3" fmla="*/ 0 h 402723"/>
                    <a:gd name="connsiteX4" fmla="*/ 448018 w 448018"/>
                    <a:gd name="connsiteY4" fmla="*/ 93785 h 402723"/>
                    <a:gd name="connsiteX5" fmla="*/ 282853 w 448018"/>
                    <a:gd name="connsiteY5" fmla="*/ 308636 h 402723"/>
                    <a:gd name="connsiteX6" fmla="*/ 40245 w 448018"/>
                    <a:gd name="connsiteY6" fmla="*/ 402704 h 402723"/>
                    <a:gd name="connsiteX7" fmla="*/ 0 w 448018"/>
                    <a:gd name="connsiteY7" fmla="*/ 308635 h 402723"/>
                    <a:gd name="connsiteX0" fmla="*/ 35659 w 483677"/>
                    <a:gd name="connsiteY0" fmla="*/ 308635 h 402723"/>
                    <a:gd name="connsiteX1" fmla="*/ 1182 w 483677"/>
                    <a:gd name="connsiteY1" fmla="*/ 130855 h 402723"/>
                    <a:gd name="connsiteX2" fmla="*/ 39220 w 483677"/>
                    <a:gd name="connsiteY2" fmla="*/ 9991 h 402723"/>
                    <a:gd name="connsiteX3" fmla="*/ 139339 w 483677"/>
                    <a:gd name="connsiteY3" fmla="*/ 0 h 402723"/>
                    <a:gd name="connsiteX4" fmla="*/ 483677 w 483677"/>
                    <a:gd name="connsiteY4" fmla="*/ 93785 h 402723"/>
                    <a:gd name="connsiteX5" fmla="*/ 318512 w 483677"/>
                    <a:gd name="connsiteY5" fmla="*/ 308636 h 402723"/>
                    <a:gd name="connsiteX6" fmla="*/ 75904 w 483677"/>
                    <a:gd name="connsiteY6" fmla="*/ 402704 h 402723"/>
                    <a:gd name="connsiteX7" fmla="*/ 35659 w 483677"/>
                    <a:gd name="connsiteY7" fmla="*/ 308635 h 402723"/>
                    <a:gd name="connsiteX0" fmla="*/ 35659 w 483677"/>
                    <a:gd name="connsiteY0" fmla="*/ 308635 h 403356"/>
                    <a:gd name="connsiteX1" fmla="*/ 1182 w 483677"/>
                    <a:gd name="connsiteY1" fmla="*/ 130855 h 403356"/>
                    <a:gd name="connsiteX2" fmla="*/ 39220 w 483677"/>
                    <a:gd name="connsiteY2" fmla="*/ 9991 h 403356"/>
                    <a:gd name="connsiteX3" fmla="*/ 139339 w 483677"/>
                    <a:gd name="connsiteY3" fmla="*/ 0 h 403356"/>
                    <a:gd name="connsiteX4" fmla="*/ 483677 w 483677"/>
                    <a:gd name="connsiteY4" fmla="*/ 93785 h 403356"/>
                    <a:gd name="connsiteX5" fmla="*/ 318512 w 483677"/>
                    <a:gd name="connsiteY5" fmla="*/ 308636 h 403356"/>
                    <a:gd name="connsiteX6" fmla="*/ 196383 w 483677"/>
                    <a:gd name="connsiteY6" fmla="*/ 367178 h 403356"/>
                    <a:gd name="connsiteX7" fmla="*/ 75904 w 483677"/>
                    <a:gd name="connsiteY7" fmla="*/ 402704 h 403356"/>
                    <a:gd name="connsiteX8" fmla="*/ 35659 w 483677"/>
                    <a:gd name="connsiteY8" fmla="*/ 308635 h 403356"/>
                    <a:gd name="connsiteX0" fmla="*/ 35659 w 483770"/>
                    <a:gd name="connsiteY0" fmla="*/ 308635 h 403356"/>
                    <a:gd name="connsiteX1" fmla="*/ 1182 w 483770"/>
                    <a:gd name="connsiteY1" fmla="*/ 130855 h 403356"/>
                    <a:gd name="connsiteX2" fmla="*/ 39220 w 483770"/>
                    <a:gd name="connsiteY2" fmla="*/ 9991 h 403356"/>
                    <a:gd name="connsiteX3" fmla="*/ 139339 w 483770"/>
                    <a:gd name="connsiteY3" fmla="*/ 0 h 403356"/>
                    <a:gd name="connsiteX4" fmla="*/ 389264 w 483770"/>
                    <a:gd name="connsiteY4" fmla="*/ 17133 h 403356"/>
                    <a:gd name="connsiteX5" fmla="*/ 483677 w 483770"/>
                    <a:gd name="connsiteY5" fmla="*/ 93785 h 403356"/>
                    <a:gd name="connsiteX6" fmla="*/ 318512 w 483770"/>
                    <a:gd name="connsiteY6" fmla="*/ 308636 h 403356"/>
                    <a:gd name="connsiteX7" fmla="*/ 196383 w 483770"/>
                    <a:gd name="connsiteY7" fmla="*/ 367178 h 403356"/>
                    <a:gd name="connsiteX8" fmla="*/ 75904 w 483770"/>
                    <a:gd name="connsiteY8" fmla="*/ 402704 h 403356"/>
                    <a:gd name="connsiteX9" fmla="*/ 35659 w 483770"/>
                    <a:gd name="connsiteY9" fmla="*/ 308635 h 403356"/>
                    <a:gd name="connsiteX0" fmla="*/ 35659 w 483738"/>
                    <a:gd name="connsiteY0" fmla="*/ 327481 h 422202"/>
                    <a:gd name="connsiteX1" fmla="*/ 1182 w 483738"/>
                    <a:gd name="connsiteY1" fmla="*/ 149701 h 422202"/>
                    <a:gd name="connsiteX2" fmla="*/ 39220 w 483738"/>
                    <a:gd name="connsiteY2" fmla="*/ 28837 h 422202"/>
                    <a:gd name="connsiteX3" fmla="*/ 139339 w 483738"/>
                    <a:gd name="connsiteY3" fmla="*/ 18846 h 422202"/>
                    <a:gd name="connsiteX4" fmla="*/ 296395 w 483738"/>
                    <a:gd name="connsiteY4" fmla="*/ 261 h 422202"/>
                    <a:gd name="connsiteX5" fmla="*/ 389264 w 483738"/>
                    <a:gd name="connsiteY5" fmla="*/ 35979 h 422202"/>
                    <a:gd name="connsiteX6" fmla="*/ 483677 w 483738"/>
                    <a:gd name="connsiteY6" fmla="*/ 112631 h 422202"/>
                    <a:gd name="connsiteX7" fmla="*/ 318512 w 483738"/>
                    <a:gd name="connsiteY7" fmla="*/ 327482 h 422202"/>
                    <a:gd name="connsiteX8" fmla="*/ 196383 w 483738"/>
                    <a:gd name="connsiteY8" fmla="*/ 386024 h 422202"/>
                    <a:gd name="connsiteX9" fmla="*/ 75904 w 483738"/>
                    <a:gd name="connsiteY9" fmla="*/ 421550 h 422202"/>
                    <a:gd name="connsiteX10" fmla="*/ 35659 w 483738"/>
                    <a:gd name="connsiteY10" fmla="*/ 327481 h 422202"/>
                    <a:gd name="connsiteX0" fmla="*/ 8173 w 456252"/>
                    <a:gd name="connsiteY0" fmla="*/ 327481 h 422202"/>
                    <a:gd name="connsiteX1" fmla="*/ 2271 w 456252"/>
                    <a:gd name="connsiteY1" fmla="*/ 156845 h 422202"/>
                    <a:gd name="connsiteX2" fmla="*/ 11734 w 456252"/>
                    <a:gd name="connsiteY2" fmla="*/ 28837 h 422202"/>
                    <a:gd name="connsiteX3" fmla="*/ 111853 w 456252"/>
                    <a:gd name="connsiteY3" fmla="*/ 18846 h 422202"/>
                    <a:gd name="connsiteX4" fmla="*/ 268909 w 456252"/>
                    <a:gd name="connsiteY4" fmla="*/ 261 h 422202"/>
                    <a:gd name="connsiteX5" fmla="*/ 361778 w 456252"/>
                    <a:gd name="connsiteY5" fmla="*/ 35979 h 422202"/>
                    <a:gd name="connsiteX6" fmla="*/ 456191 w 456252"/>
                    <a:gd name="connsiteY6" fmla="*/ 112631 h 422202"/>
                    <a:gd name="connsiteX7" fmla="*/ 291026 w 456252"/>
                    <a:gd name="connsiteY7" fmla="*/ 327482 h 422202"/>
                    <a:gd name="connsiteX8" fmla="*/ 168897 w 456252"/>
                    <a:gd name="connsiteY8" fmla="*/ 386024 h 422202"/>
                    <a:gd name="connsiteX9" fmla="*/ 48418 w 456252"/>
                    <a:gd name="connsiteY9" fmla="*/ 421550 h 422202"/>
                    <a:gd name="connsiteX10" fmla="*/ 8173 w 456252"/>
                    <a:gd name="connsiteY10" fmla="*/ 327481 h 422202"/>
                    <a:gd name="connsiteX0" fmla="*/ 28676 w 455324"/>
                    <a:gd name="connsiteY0" fmla="*/ 334625 h 422202"/>
                    <a:gd name="connsiteX1" fmla="*/ 1343 w 455324"/>
                    <a:gd name="connsiteY1" fmla="*/ 156845 h 422202"/>
                    <a:gd name="connsiteX2" fmla="*/ 10806 w 455324"/>
                    <a:gd name="connsiteY2" fmla="*/ 28837 h 422202"/>
                    <a:gd name="connsiteX3" fmla="*/ 110925 w 455324"/>
                    <a:gd name="connsiteY3" fmla="*/ 18846 h 422202"/>
                    <a:gd name="connsiteX4" fmla="*/ 267981 w 455324"/>
                    <a:gd name="connsiteY4" fmla="*/ 261 h 422202"/>
                    <a:gd name="connsiteX5" fmla="*/ 360850 w 455324"/>
                    <a:gd name="connsiteY5" fmla="*/ 35979 h 422202"/>
                    <a:gd name="connsiteX6" fmla="*/ 455263 w 455324"/>
                    <a:gd name="connsiteY6" fmla="*/ 112631 h 422202"/>
                    <a:gd name="connsiteX7" fmla="*/ 290098 w 455324"/>
                    <a:gd name="connsiteY7" fmla="*/ 327482 h 422202"/>
                    <a:gd name="connsiteX8" fmla="*/ 167969 w 455324"/>
                    <a:gd name="connsiteY8" fmla="*/ 386024 h 422202"/>
                    <a:gd name="connsiteX9" fmla="*/ 47490 w 455324"/>
                    <a:gd name="connsiteY9" fmla="*/ 421550 h 422202"/>
                    <a:gd name="connsiteX10" fmla="*/ 28676 w 455324"/>
                    <a:gd name="connsiteY10" fmla="*/ 334625 h 422202"/>
                    <a:gd name="connsiteX0" fmla="*/ 30044 w 456692"/>
                    <a:gd name="connsiteY0" fmla="*/ 334625 h 422202"/>
                    <a:gd name="connsiteX1" fmla="*/ 2711 w 456692"/>
                    <a:gd name="connsiteY1" fmla="*/ 156845 h 422202"/>
                    <a:gd name="connsiteX2" fmla="*/ 12174 w 456692"/>
                    <a:gd name="connsiteY2" fmla="*/ 28837 h 422202"/>
                    <a:gd name="connsiteX3" fmla="*/ 112293 w 456692"/>
                    <a:gd name="connsiteY3" fmla="*/ 18846 h 422202"/>
                    <a:gd name="connsiteX4" fmla="*/ 269349 w 456692"/>
                    <a:gd name="connsiteY4" fmla="*/ 261 h 422202"/>
                    <a:gd name="connsiteX5" fmla="*/ 362218 w 456692"/>
                    <a:gd name="connsiteY5" fmla="*/ 35979 h 422202"/>
                    <a:gd name="connsiteX6" fmla="*/ 456631 w 456692"/>
                    <a:gd name="connsiteY6" fmla="*/ 112631 h 422202"/>
                    <a:gd name="connsiteX7" fmla="*/ 291466 w 456692"/>
                    <a:gd name="connsiteY7" fmla="*/ 327482 h 422202"/>
                    <a:gd name="connsiteX8" fmla="*/ 169337 w 456692"/>
                    <a:gd name="connsiteY8" fmla="*/ 386024 h 422202"/>
                    <a:gd name="connsiteX9" fmla="*/ 48858 w 456692"/>
                    <a:gd name="connsiteY9" fmla="*/ 421550 h 422202"/>
                    <a:gd name="connsiteX10" fmla="*/ 30044 w 456692"/>
                    <a:gd name="connsiteY10" fmla="*/ 334625 h 422202"/>
                    <a:gd name="connsiteX0" fmla="*/ 30044 w 456692"/>
                    <a:gd name="connsiteY0" fmla="*/ 334625 h 428099"/>
                    <a:gd name="connsiteX1" fmla="*/ 2711 w 456692"/>
                    <a:gd name="connsiteY1" fmla="*/ 156845 h 428099"/>
                    <a:gd name="connsiteX2" fmla="*/ 12174 w 456692"/>
                    <a:gd name="connsiteY2" fmla="*/ 28837 h 428099"/>
                    <a:gd name="connsiteX3" fmla="*/ 112293 w 456692"/>
                    <a:gd name="connsiteY3" fmla="*/ 18846 h 428099"/>
                    <a:gd name="connsiteX4" fmla="*/ 269349 w 456692"/>
                    <a:gd name="connsiteY4" fmla="*/ 261 h 428099"/>
                    <a:gd name="connsiteX5" fmla="*/ 362218 w 456692"/>
                    <a:gd name="connsiteY5" fmla="*/ 35979 h 428099"/>
                    <a:gd name="connsiteX6" fmla="*/ 456631 w 456692"/>
                    <a:gd name="connsiteY6" fmla="*/ 112631 h 428099"/>
                    <a:gd name="connsiteX7" fmla="*/ 291466 w 456692"/>
                    <a:gd name="connsiteY7" fmla="*/ 327482 h 428099"/>
                    <a:gd name="connsiteX8" fmla="*/ 169337 w 456692"/>
                    <a:gd name="connsiteY8" fmla="*/ 386024 h 428099"/>
                    <a:gd name="connsiteX9" fmla="*/ 48858 w 456692"/>
                    <a:gd name="connsiteY9" fmla="*/ 421550 h 428099"/>
                    <a:gd name="connsiteX10" fmla="*/ 30044 w 456692"/>
                    <a:gd name="connsiteY10" fmla="*/ 334625 h 428099"/>
                    <a:gd name="connsiteX0" fmla="*/ 30044 w 464536"/>
                    <a:gd name="connsiteY0" fmla="*/ 334625 h 428099"/>
                    <a:gd name="connsiteX1" fmla="*/ 2711 w 464536"/>
                    <a:gd name="connsiteY1" fmla="*/ 156845 h 428099"/>
                    <a:gd name="connsiteX2" fmla="*/ 12174 w 464536"/>
                    <a:gd name="connsiteY2" fmla="*/ 28837 h 428099"/>
                    <a:gd name="connsiteX3" fmla="*/ 112293 w 464536"/>
                    <a:gd name="connsiteY3" fmla="*/ 18846 h 428099"/>
                    <a:gd name="connsiteX4" fmla="*/ 269349 w 464536"/>
                    <a:gd name="connsiteY4" fmla="*/ 261 h 428099"/>
                    <a:gd name="connsiteX5" fmla="*/ 362218 w 464536"/>
                    <a:gd name="connsiteY5" fmla="*/ 35979 h 428099"/>
                    <a:gd name="connsiteX6" fmla="*/ 440799 w 464536"/>
                    <a:gd name="connsiteY6" fmla="*/ 57411 h 428099"/>
                    <a:gd name="connsiteX7" fmla="*/ 456631 w 464536"/>
                    <a:gd name="connsiteY7" fmla="*/ 112631 h 428099"/>
                    <a:gd name="connsiteX8" fmla="*/ 291466 w 464536"/>
                    <a:gd name="connsiteY8" fmla="*/ 327482 h 428099"/>
                    <a:gd name="connsiteX9" fmla="*/ 169337 w 464536"/>
                    <a:gd name="connsiteY9" fmla="*/ 386024 h 428099"/>
                    <a:gd name="connsiteX10" fmla="*/ 48858 w 464536"/>
                    <a:gd name="connsiteY10" fmla="*/ 421550 h 428099"/>
                    <a:gd name="connsiteX11" fmla="*/ 30044 w 464536"/>
                    <a:gd name="connsiteY11" fmla="*/ 334625 h 428099"/>
                    <a:gd name="connsiteX0" fmla="*/ 30044 w 460416"/>
                    <a:gd name="connsiteY0" fmla="*/ 334625 h 428099"/>
                    <a:gd name="connsiteX1" fmla="*/ 2711 w 460416"/>
                    <a:gd name="connsiteY1" fmla="*/ 156845 h 428099"/>
                    <a:gd name="connsiteX2" fmla="*/ 12174 w 460416"/>
                    <a:gd name="connsiteY2" fmla="*/ 28837 h 428099"/>
                    <a:gd name="connsiteX3" fmla="*/ 112293 w 460416"/>
                    <a:gd name="connsiteY3" fmla="*/ 18846 h 428099"/>
                    <a:gd name="connsiteX4" fmla="*/ 269349 w 460416"/>
                    <a:gd name="connsiteY4" fmla="*/ 261 h 428099"/>
                    <a:gd name="connsiteX5" fmla="*/ 362218 w 460416"/>
                    <a:gd name="connsiteY5" fmla="*/ 35979 h 428099"/>
                    <a:gd name="connsiteX6" fmla="*/ 440799 w 460416"/>
                    <a:gd name="connsiteY6" fmla="*/ 57411 h 428099"/>
                    <a:gd name="connsiteX7" fmla="*/ 456631 w 460416"/>
                    <a:gd name="connsiteY7" fmla="*/ 112631 h 428099"/>
                    <a:gd name="connsiteX8" fmla="*/ 397936 w 460416"/>
                    <a:gd name="connsiteY8" fmla="*/ 207429 h 428099"/>
                    <a:gd name="connsiteX9" fmla="*/ 291466 w 460416"/>
                    <a:gd name="connsiteY9" fmla="*/ 327482 h 428099"/>
                    <a:gd name="connsiteX10" fmla="*/ 169337 w 460416"/>
                    <a:gd name="connsiteY10" fmla="*/ 386024 h 428099"/>
                    <a:gd name="connsiteX11" fmla="*/ 48858 w 460416"/>
                    <a:gd name="connsiteY11" fmla="*/ 421550 h 428099"/>
                    <a:gd name="connsiteX12" fmla="*/ 30044 w 460416"/>
                    <a:gd name="connsiteY12" fmla="*/ 334625 h 428099"/>
                    <a:gd name="connsiteX0" fmla="*/ 195499 w 625871"/>
                    <a:gd name="connsiteY0" fmla="*/ 334625 h 571706"/>
                    <a:gd name="connsiteX1" fmla="*/ 168166 w 625871"/>
                    <a:gd name="connsiteY1" fmla="*/ 156845 h 571706"/>
                    <a:gd name="connsiteX2" fmla="*/ 177629 w 625871"/>
                    <a:gd name="connsiteY2" fmla="*/ 28837 h 571706"/>
                    <a:gd name="connsiteX3" fmla="*/ 277748 w 625871"/>
                    <a:gd name="connsiteY3" fmla="*/ 18846 h 571706"/>
                    <a:gd name="connsiteX4" fmla="*/ 434804 w 625871"/>
                    <a:gd name="connsiteY4" fmla="*/ 261 h 571706"/>
                    <a:gd name="connsiteX5" fmla="*/ 527673 w 625871"/>
                    <a:gd name="connsiteY5" fmla="*/ 35979 h 571706"/>
                    <a:gd name="connsiteX6" fmla="*/ 606254 w 625871"/>
                    <a:gd name="connsiteY6" fmla="*/ 57411 h 571706"/>
                    <a:gd name="connsiteX7" fmla="*/ 622086 w 625871"/>
                    <a:gd name="connsiteY7" fmla="*/ 112631 h 571706"/>
                    <a:gd name="connsiteX8" fmla="*/ 563391 w 625871"/>
                    <a:gd name="connsiteY8" fmla="*/ 207429 h 571706"/>
                    <a:gd name="connsiteX9" fmla="*/ 456921 w 625871"/>
                    <a:gd name="connsiteY9" fmla="*/ 327482 h 571706"/>
                    <a:gd name="connsiteX10" fmla="*/ 334792 w 625871"/>
                    <a:gd name="connsiteY10" fmla="*/ 386024 h 571706"/>
                    <a:gd name="connsiteX11" fmla="*/ 0 w 625871"/>
                    <a:gd name="connsiteY11" fmla="*/ 571569 h 571706"/>
                    <a:gd name="connsiteX12" fmla="*/ 195499 w 625871"/>
                    <a:gd name="connsiteY12" fmla="*/ 334625 h 571706"/>
                    <a:gd name="connsiteX0" fmla="*/ 95487 w 625871"/>
                    <a:gd name="connsiteY0" fmla="*/ 348912 h 571706"/>
                    <a:gd name="connsiteX1" fmla="*/ 168166 w 625871"/>
                    <a:gd name="connsiteY1" fmla="*/ 156845 h 571706"/>
                    <a:gd name="connsiteX2" fmla="*/ 177629 w 625871"/>
                    <a:gd name="connsiteY2" fmla="*/ 28837 h 571706"/>
                    <a:gd name="connsiteX3" fmla="*/ 277748 w 625871"/>
                    <a:gd name="connsiteY3" fmla="*/ 18846 h 571706"/>
                    <a:gd name="connsiteX4" fmla="*/ 434804 w 625871"/>
                    <a:gd name="connsiteY4" fmla="*/ 261 h 571706"/>
                    <a:gd name="connsiteX5" fmla="*/ 527673 w 625871"/>
                    <a:gd name="connsiteY5" fmla="*/ 35979 h 571706"/>
                    <a:gd name="connsiteX6" fmla="*/ 606254 w 625871"/>
                    <a:gd name="connsiteY6" fmla="*/ 57411 h 571706"/>
                    <a:gd name="connsiteX7" fmla="*/ 622086 w 625871"/>
                    <a:gd name="connsiteY7" fmla="*/ 112631 h 571706"/>
                    <a:gd name="connsiteX8" fmla="*/ 563391 w 625871"/>
                    <a:gd name="connsiteY8" fmla="*/ 207429 h 571706"/>
                    <a:gd name="connsiteX9" fmla="*/ 456921 w 625871"/>
                    <a:gd name="connsiteY9" fmla="*/ 327482 h 571706"/>
                    <a:gd name="connsiteX10" fmla="*/ 334792 w 625871"/>
                    <a:gd name="connsiteY10" fmla="*/ 386024 h 571706"/>
                    <a:gd name="connsiteX11" fmla="*/ 0 w 625871"/>
                    <a:gd name="connsiteY11" fmla="*/ 571569 h 571706"/>
                    <a:gd name="connsiteX12" fmla="*/ 95487 w 625871"/>
                    <a:gd name="connsiteY12" fmla="*/ 348912 h 571706"/>
                    <a:gd name="connsiteX0" fmla="*/ 45481 w 625871"/>
                    <a:gd name="connsiteY0" fmla="*/ 377487 h 571706"/>
                    <a:gd name="connsiteX1" fmla="*/ 168166 w 625871"/>
                    <a:gd name="connsiteY1" fmla="*/ 156845 h 571706"/>
                    <a:gd name="connsiteX2" fmla="*/ 177629 w 625871"/>
                    <a:gd name="connsiteY2" fmla="*/ 28837 h 571706"/>
                    <a:gd name="connsiteX3" fmla="*/ 277748 w 625871"/>
                    <a:gd name="connsiteY3" fmla="*/ 18846 h 571706"/>
                    <a:gd name="connsiteX4" fmla="*/ 434804 w 625871"/>
                    <a:gd name="connsiteY4" fmla="*/ 261 h 571706"/>
                    <a:gd name="connsiteX5" fmla="*/ 527673 w 625871"/>
                    <a:gd name="connsiteY5" fmla="*/ 35979 h 571706"/>
                    <a:gd name="connsiteX6" fmla="*/ 606254 w 625871"/>
                    <a:gd name="connsiteY6" fmla="*/ 57411 h 571706"/>
                    <a:gd name="connsiteX7" fmla="*/ 622086 w 625871"/>
                    <a:gd name="connsiteY7" fmla="*/ 112631 h 571706"/>
                    <a:gd name="connsiteX8" fmla="*/ 563391 w 625871"/>
                    <a:gd name="connsiteY8" fmla="*/ 207429 h 571706"/>
                    <a:gd name="connsiteX9" fmla="*/ 456921 w 625871"/>
                    <a:gd name="connsiteY9" fmla="*/ 327482 h 571706"/>
                    <a:gd name="connsiteX10" fmla="*/ 334792 w 625871"/>
                    <a:gd name="connsiteY10" fmla="*/ 386024 h 571706"/>
                    <a:gd name="connsiteX11" fmla="*/ 0 w 625871"/>
                    <a:gd name="connsiteY11" fmla="*/ 571569 h 571706"/>
                    <a:gd name="connsiteX12" fmla="*/ 45481 w 625871"/>
                    <a:gd name="connsiteY12" fmla="*/ 377487 h 571706"/>
                    <a:gd name="connsiteX0" fmla="*/ 45481 w 625871"/>
                    <a:gd name="connsiteY0" fmla="*/ 377487 h 571706"/>
                    <a:gd name="connsiteX1" fmla="*/ 168166 w 625871"/>
                    <a:gd name="connsiteY1" fmla="*/ 156845 h 571706"/>
                    <a:gd name="connsiteX2" fmla="*/ 227635 w 625871"/>
                    <a:gd name="connsiteY2" fmla="*/ 71700 h 571706"/>
                    <a:gd name="connsiteX3" fmla="*/ 277748 w 625871"/>
                    <a:gd name="connsiteY3" fmla="*/ 18846 h 571706"/>
                    <a:gd name="connsiteX4" fmla="*/ 434804 w 625871"/>
                    <a:gd name="connsiteY4" fmla="*/ 261 h 571706"/>
                    <a:gd name="connsiteX5" fmla="*/ 527673 w 625871"/>
                    <a:gd name="connsiteY5" fmla="*/ 35979 h 571706"/>
                    <a:gd name="connsiteX6" fmla="*/ 606254 w 625871"/>
                    <a:gd name="connsiteY6" fmla="*/ 57411 h 571706"/>
                    <a:gd name="connsiteX7" fmla="*/ 622086 w 625871"/>
                    <a:gd name="connsiteY7" fmla="*/ 112631 h 571706"/>
                    <a:gd name="connsiteX8" fmla="*/ 563391 w 625871"/>
                    <a:gd name="connsiteY8" fmla="*/ 207429 h 571706"/>
                    <a:gd name="connsiteX9" fmla="*/ 456921 w 625871"/>
                    <a:gd name="connsiteY9" fmla="*/ 327482 h 571706"/>
                    <a:gd name="connsiteX10" fmla="*/ 334792 w 625871"/>
                    <a:gd name="connsiteY10" fmla="*/ 386024 h 571706"/>
                    <a:gd name="connsiteX11" fmla="*/ 0 w 625871"/>
                    <a:gd name="connsiteY11" fmla="*/ 571569 h 571706"/>
                    <a:gd name="connsiteX12" fmla="*/ 45481 w 625871"/>
                    <a:gd name="connsiteY12" fmla="*/ 377487 h 571706"/>
                    <a:gd name="connsiteX0" fmla="*/ 45481 w 625871"/>
                    <a:gd name="connsiteY0" fmla="*/ 377487 h 572078"/>
                    <a:gd name="connsiteX1" fmla="*/ 168166 w 625871"/>
                    <a:gd name="connsiteY1" fmla="*/ 156845 h 572078"/>
                    <a:gd name="connsiteX2" fmla="*/ 227635 w 625871"/>
                    <a:gd name="connsiteY2" fmla="*/ 71700 h 572078"/>
                    <a:gd name="connsiteX3" fmla="*/ 277748 w 625871"/>
                    <a:gd name="connsiteY3" fmla="*/ 18846 h 572078"/>
                    <a:gd name="connsiteX4" fmla="*/ 434804 w 625871"/>
                    <a:gd name="connsiteY4" fmla="*/ 261 h 572078"/>
                    <a:gd name="connsiteX5" fmla="*/ 527673 w 625871"/>
                    <a:gd name="connsiteY5" fmla="*/ 35979 h 572078"/>
                    <a:gd name="connsiteX6" fmla="*/ 606254 w 625871"/>
                    <a:gd name="connsiteY6" fmla="*/ 57411 h 572078"/>
                    <a:gd name="connsiteX7" fmla="*/ 622086 w 625871"/>
                    <a:gd name="connsiteY7" fmla="*/ 112631 h 572078"/>
                    <a:gd name="connsiteX8" fmla="*/ 563391 w 625871"/>
                    <a:gd name="connsiteY8" fmla="*/ 207429 h 572078"/>
                    <a:gd name="connsiteX9" fmla="*/ 456921 w 625871"/>
                    <a:gd name="connsiteY9" fmla="*/ 327482 h 572078"/>
                    <a:gd name="connsiteX10" fmla="*/ 420517 w 625871"/>
                    <a:gd name="connsiteY10" fmla="*/ 486037 h 572078"/>
                    <a:gd name="connsiteX11" fmla="*/ 0 w 625871"/>
                    <a:gd name="connsiteY11" fmla="*/ 571569 h 572078"/>
                    <a:gd name="connsiteX12" fmla="*/ 45481 w 625871"/>
                    <a:gd name="connsiteY12" fmla="*/ 377487 h 572078"/>
                    <a:gd name="connsiteX0" fmla="*/ 45481 w 625871"/>
                    <a:gd name="connsiteY0" fmla="*/ 377487 h 572078"/>
                    <a:gd name="connsiteX1" fmla="*/ 168166 w 625871"/>
                    <a:gd name="connsiteY1" fmla="*/ 156845 h 572078"/>
                    <a:gd name="connsiteX2" fmla="*/ 227635 w 625871"/>
                    <a:gd name="connsiteY2" fmla="*/ 71700 h 572078"/>
                    <a:gd name="connsiteX3" fmla="*/ 277748 w 625871"/>
                    <a:gd name="connsiteY3" fmla="*/ 18846 h 572078"/>
                    <a:gd name="connsiteX4" fmla="*/ 434804 w 625871"/>
                    <a:gd name="connsiteY4" fmla="*/ 261 h 572078"/>
                    <a:gd name="connsiteX5" fmla="*/ 527673 w 625871"/>
                    <a:gd name="connsiteY5" fmla="*/ 35979 h 572078"/>
                    <a:gd name="connsiteX6" fmla="*/ 606254 w 625871"/>
                    <a:gd name="connsiteY6" fmla="*/ 57411 h 572078"/>
                    <a:gd name="connsiteX7" fmla="*/ 622086 w 625871"/>
                    <a:gd name="connsiteY7" fmla="*/ 112631 h 572078"/>
                    <a:gd name="connsiteX8" fmla="*/ 563391 w 625871"/>
                    <a:gd name="connsiteY8" fmla="*/ 207429 h 572078"/>
                    <a:gd name="connsiteX9" fmla="*/ 478352 w 625871"/>
                    <a:gd name="connsiteY9" fmla="*/ 356057 h 572078"/>
                    <a:gd name="connsiteX10" fmla="*/ 420517 w 625871"/>
                    <a:gd name="connsiteY10" fmla="*/ 486037 h 572078"/>
                    <a:gd name="connsiteX11" fmla="*/ 0 w 625871"/>
                    <a:gd name="connsiteY11" fmla="*/ 571569 h 572078"/>
                    <a:gd name="connsiteX12" fmla="*/ 45481 w 625871"/>
                    <a:gd name="connsiteY12" fmla="*/ 377487 h 572078"/>
                    <a:gd name="connsiteX0" fmla="*/ 45481 w 625871"/>
                    <a:gd name="connsiteY0" fmla="*/ 377487 h 572078"/>
                    <a:gd name="connsiteX1" fmla="*/ 168166 w 625871"/>
                    <a:gd name="connsiteY1" fmla="*/ 156845 h 572078"/>
                    <a:gd name="connsiteX2" fmla="*/ 227635 w 625871"/>
                    <a:gd name="connsiteY2" fmla="*/ 71700 h 572078"/>
                    <a:gd name="connsiteX3" fmla="*/ 277748 w 625871"/>
                    <a:gd name="connsiteY3" fmla="*/ 18846 h 572078"/>
                    <a:gd name="connsiteX4" fmla="*/ 434804 w 625871"/>
                    <a:gd name="connsiteY4" fmla="*/ 261 h 572078"/>
                    <a:gd name="connsiteX5" fmla="*/ 527673 w 625871"/>
                    <a:gd name="connsiteY5" fmla="*/ 35979 h 572078"/>
                    <a:gd name="connsiteX6" fmla="*/ 606254 w 625871"/>
                    <a:gd name="connsiteY6" fmla="*/ 57411 h 572078"/>
                    <a:gd name="connsiteX7" fmla="*/ 622086 w 625871"/>
                    <a:gd name="connsiteY7" fmla="*/ 112631 h 572078"/>
                    <a:gd name="connsiteX8" fmla="*/ 563391 w 625871"/>
                    <a:gd name="connsiteY8" fmla="*/ 207429 h 572078"/>
                    <a:gd name="connsiteX9" fmla="*/ 478352 w 625871"/>
                    <a:gd name="connsiteY9" fmla="*/ 356057 h 572078"/>
                    <a:gd name="connsiteX10" fmla="*/ 420517 w 625871"/>
                    <a:gd name="connsiteY10" fmla="*/ 486037 h 572078"/>
                    <a:gd name="connsiteX11" fmla="*/ 0 w 625871"/>
                    <a:gd name="connsiteY11" fmla="*/ 571569 h 572078"/>
                    <a:gd name="connsiteX12" fmla="*/ 45481 w 625871"/>
                    <a:gd name="connsiteY12" fmla="*/ 377487 h 572078"/>
                    <a:gd name="connsiteX0" fmla="*/ 45481 w 625871"/>
                    <a:gd name="connsiteY0" fmla="*/ 377487 h 573185"/>
                    <a:gd name="connsiteX1" fmla="*/ 168166 w 625871"/>
                    <a:gd name="connsiteY1" fmla="*/ 156845 h 573185"/>
                    <a:gd name="connsiteX2" fmla="*/ 227635 w 625871"/>
                    <a:gd name="connsiteY2" fmla="*/ 71700 h 573185"/>
                    <a:gd name="connsiteX3" fmla="*/ 277748 w 625871"/>
                    <a:gd name="connsiteY3" fmla="*/ 18846 h 573185"/>
                    <a:gd name="connsiteX4" fmla="*/ 434804 w 625871"/>
                    <a:gd name="connsiteY4" fmla="*/ 261 h 573185"/>
                    <a:gd name="connsiteX5" fmla="*/ 527673 w 625871"/>
                    <a:gd name="connsiteY5" fmla="*/ 35979 h 573185"/>
                    <a:gd name="connsiteX6" fmla="*/ 606254 w 625871"/>
                    <a:gd name="connsiteY6" fmla="*/ 57411 h 573185"/>
                    <a:gd name="connsiteX7" fmla="*/ 622086 w 625871"/>
                    <a:gd name="connsiteY7" fmla="*/ 112631 h 573185"/>
                    <a:gd name="connsiteX8" fmla="*/ 563391 w 625871"/>
                    <a:gd name="connsiteY8" fmla="*/ 207429 h 573185"/>
                    <a:gd name="connsiteX9" fmla="*/ 478352 w 625871"/>
                    <a:gd name="connsiteY9" fmla="*/ 356057 h 573185"/>
                    <a:gd name="connsiteX10" fmla="*/ 420517 w 625871"/>
                    <a:gd name="connsiteY10" fmla="*/ 514612 h 573185"/>
                    <a:gd name="connsiteX11" fmla="*/ 0 w 625871"/>
                    <a:gd name="connsiteY11" fmla="*/ 571569 h 573185"/>
                    <a:gd name="connsiteX12" fmla="*/ 45481 w 625871"/>
                    <a:gd name="connsiteY12" fmla="*/ 377487 h 573185"/>
                    <a:gd name="connsiteX0" fmla="*/ 45481 w 625871"/>
                    <a:gd name="connsiteY0" fmla="*/ 377487 h 583273"/>
                    <a:gd name="connsiteX1" fmla="*/ 168166 w 625871"/>
                    <a:gd name="connsiteY1" fmla="*/ 156845 h 583273"/>
                    <a:gd name="connsiteX2" fmla="*/ 227635 w 625871"/>
                    <a:gd name="connsiteY2" fmla="*/ 71700 h 583273"/>
                    <a:gd name="connsiteX3" fmla="*/ 277748 w 625871"/>
                    <a:gd name="connsiteY3" fmla="*/ 18846 h 583273"/>
                    <a:gd name="connsiteX4" fmla="*/ 434804 w 625871"/>
                    <a:gd name="connsiteY4" fmla="*/ 261 h 583273"/>
                    <a:gd name="connsiteX5" fmla="*/ 527673 w 625871"/>
                    <a:gd name="connsiteY5" fmla="*/ 35979 h 583273"/>
                    <a:gd name="connsiteX6" fmla="*/ 606254 w 625871"/>
                    <a:gd name="connsiteY6" fmla="*/ 57411 h 583273"/>
                    <a:gd name="connsiteX7" fmla="*/ 622086 w 625871"/>
                    <a:gd name="connsiteY7" fmla="*/ 112631 h 583273"/>
                    <a:gd name="connsiteX8" fmla="*/ 563391 w 625871"/>
                    <a:gd name="connsiteY8" fmla="*/ 207429 h 583273"/>
                    <a:gd name="connsiteX9" fmla="*/ 478352 w 625871"/>
                    <a:gd name="connsiteY9" fmla="*/ 356057 h 583273"/>
                    <a:gd name="connsiteX10" fmla="*/ 420517 w 625871"/>
                    <a:gd name="connsiteY10" fmla="*/ 514612 h 583273"/>
                    <a:gd name="connsiteX11" fmla="*/ 0 w 625871"/>
                    <a:gd name="connsiteY11" fmla="*/ 571569 h 583273"/>
                    <a:gd name="connsiteX12" fmla="*/ 45481 w 625871"/>
                    <a:gd name="connsiteY12" fmla="*/ 377487 h 583273"/>
                    <a:gd name="connsiteX0" fmla="*/ 45481 w 625871"/>
                    <a:gd name="connsiteY0" fmla="*/ 377487 h 582772"/>
                    <a:gd name="connsiteX1" fmla="*/ 168166 w 625871"/>
                    <a:gd name="connsiteY1" fmla="*/ 156845 h 582772"/>
                    <a:gd name="connsiteX2" fmla="*/ 227635 w 625871"/>
                    <a:gd name="connsiteY2" fmla="*/ 71700 h 582772"/>
                    <a:gd name="connsiteX3" fmla="*/ 277748 w 625871"/>
                    <a:gd name="connsiteY3" fmla="*/ 18846 h 582772"/>
                    <a:gd name="connsiteX4" fmla="*/ 434804 w 625871"/>
                    <a:gd name="connsiteY4" fmla="*/ 261 h 582772"/>
                    <a:gd name="connsiteX5" fmla="*/ 527673 w 625871"/>
                    <a:gd name="connsiteY5" fmla="*/ 35979 h 582772"/>
                    <a:gd name="connsiteX6" fmla="*/ 606254 w 625871"/>
                    <a:gd name="connsiteY6" fmla="*/ 57411 h 582772"/>
                    <a:gd name="connsiteX7" fmla="*/ 622086 w 625871"/>
                    <a:gd name="connsiteY7" fmla="*/ 112631 h 582772"/>
                    <a:gd name="connsiteX8" fmla="*/ 563391 w 625871"/>
                    <a:gd name="connsiteY8" fmla="*/ 207429 h 582772"/>
                    <a:gd name="connsiteX9" fmla="*/ 478352 w 625871"/>
                    <a:gd name="connsiteY9" fmla="*/ 356057 h 582772"/>
                    <a:gd name="connsiteX10" fmla="*/ 420517 w 625871"/>
                    <a:gd name="connsiteY10" fmla="*/ 514612 h 582772"/>
                    <a:gd name="connsiteX11" fmla="*/ 287739 w 625871"/>
                    <a:gd name="connsiteY11" fmla="*/ 546012 h 582772"/>
                    <a:gd name="connsiteX12" fmla="*/ 0 w 625871"/>
                    <a:gd name="connsiteY12" fmla="*/ 571569 h 582772"/>
                    <a:gd name="connsiteX13" fmla="*/ 45481 w 625871"/>
                    <a:gd name="connsiteY13" fmla="*/ 377487 h 582772"/>
                    <a:gd name="connsiteX0" fmla="*/ 45481 w 625871"/>
                    <a:gd name="connsiteY0" fmla="*/ 377487 h 582772"/>
                    <a:gd name="connsiteX1" fmla="*/ 168166 w 625871"/>
                    <a:gd name="connsiteY1" fmla="*/ 156845 h 582772"/>
                    <a:gd name="connsiteX2" fmla="*/ 227635 w 625871"/>
                    <a:gd name="connsiteY2" fmla="*/ 71700 h 582772"/>
                    <a:gd name="connsiteX3" fmla="*/ 277748 w 625871"/>
                    <a:gd name="connsiteY3" fmla="*/ 18846 h 582772"/>
                    <a:gd name="connsiteX4" fmla="*/ 434804 w 625871"/>
                    <a:gd name="connsiteY4" fmla="*/ 261 h 582772"/>
                    <a:gd name="connsiteX5" fmla="*/ 527673 w 625871"/>
                    <a:gd name="connsiteY5" fmla="*/ 35979 h 582772"/>
                    <a:gd name="connsiteX6" fmla="*/ 606254 w 625871"/>
                    <a:gd name="connsiteY6" fmla="*/ 57411 h 582772"/>
                    <a:gd name="connsiteX7" fmla="*/ 622086 w 625871"/>
                    <a:gd name="connsiteY7" fmla="*/ 112631 h 582772"/>
                    <a:gd name="connsiteX8" fmla="*/ 563391 w 625871"/>
                    <a:gd name="connsiteY8" fmla="*/ 207429 h 582772"/>
                    <a:gd name="connsiteX9" fmla="*/ 478352 w 625871"/>
                    <a:gd name="connsiteY9" fmla="*/ 356057 h 582772"/>
                    <a:gd name="connsiteX10" fmla="*/ 420517 w 625871"/>
                    <a:gd name="connsiteY10" fmla="*/ 514612 h 582772"/>
                    <a:gd name="connsiteX11" fmla="*/ 287739 w 625871"/>
                    <a:gd name="connsiteY11" fmla="*/ 546012 h 582772"/>
                    <a:gd name="connsiteX12" fmla="*/ 0 w 625871"/>
                    <a:gd name="connsiteY12" fmla="*/ 571569 h 582772"/>
                    <a:gd name="connsiteX13" fmla="*/ 45481 w 625871"/>
                    <a:gd name="connsiteY13" fmla="*/ 377487 h 582772"/>
                    <a:gd name="connsiteX0" fmla="*/ 45481 w 608227"/>
                    <a:gd name="connsiteY0" fmla="*/ 377487 h 582772"/>
                    <a:gd name="connsiteX1" fmla="*/ 168166 w 608227"/>
                    <a:gd name="connsiteY1" fmla="*/ 156845 h 582772"/>
                    <a:gd name="connsiteX2" fmla="*/ 227635 w 608227"/>
                    <a:gd name="connsiteY2" fmla="*/ 71700 h 582772"/>
                    <a:gd name="connsiteX3" fmla="*/ 277748 w 608227"/>
                    <a:gd name="connsiteY3" fmla="*/ 18846 h 582772"/>
                    <a:gd name="connsiteX4" fmla="*/ 434804 w 608227"/>
                    <a:gd name="connsiteY4" fmla="*/ 261 h 582772"/>
                    <a:gd name="connsiteX5" fmla="*/ 527673 w 608227"/>
                    <a:gd name="connsiteY5" fmla="*/ 35979 h 582772"/>
                    <a:gd name="connsiteX6" fmla="*/ 606254 w 608227"/>
                    <a:gd name="connsiteY6" fmla="*/ 57411 h 582772"/>
                    <a:gd name="connsiteX7" fmla="*/ 529217 w 608227"/>
                    <a:gd name="connsiteY7" fmla="*/ 119774 h 582772"/>
                    <a:gd name="connsiteX8" fmla="*/ 563391 w 608227"/>
                    <a:gd name="connsiteY8" fmla="*/ 207429 h 582772"/>
                    <a:gd name="connsiteX9" fmla="*/ 478352 w 608227"/>
                    <a:gd name="connsiteY9" fmla="*/ 356057 h 582772"/>
                    <a:gd name="connsiteX10" fmla="*/ 420517 w 608227"/>
                    <a:gd name="connsiteY10" fmla="*/ 514612 h 582772"/>
                    <a:gd name="connsiteX11" fmla="*/ 287739 w 608227"/>
                    <a:gd name="connsiteY11" fmla="*/ 546012 h 582772"/>
                    <a:gd name="connsiteX12" fmla="*/ 0 w 608227"/>
                    <a:gd name="connsiteY12" fmla="*/ 571569 h 582772"/>
                    <a:gd name="connsiteX13" fmla="*/ 45481 w 608227"/>
                    <a:gd name="connsiteY13" fmla="*/ 377487 h 582772"/>
                    <a:gd name="connsiteX0" fmla="*/ 45481 w 567916"/>
                    <a:gd name="connsiteY0" fmla="*/ 377487 h 582772"/>
                    <a:gd name="connsiteX1" fmla="*/ 168166 w 567916"/>
                    <a:gd name="connsiteY1" fmla="*/ 156845 h 582772"/>
                    <a:gd name="connsiteX2" fmla="*/ 227635 w 567916"/>
                    <a:gd name="connsiteY2" fmla="*/ 71700 h 582772"/>
                    <a:gd name="connsiteX3" fmla="*/ 277748 w 567916"/>
                    <a:gd name="connsiteY3" fmla="*/ 18846 h 582772"/>
                    <a:gd name="connsiteX4" fmla="*/ 434804 w 567916"/>
                    <a:gd name="connsiteY4" fmla="*/ 261 h 582772"/>
                    <a:gd name="connsiteX5" fmla="*/ 527673 w 567916"/>
                    <a:gd name="connsiteY5" fmla="*/ 35979 h 582772"/>
                    <a:gd name="connsiteX6" fmla="*/ 470523 w 567916"/>
                    <a:gd name="connsiteY6" fmla="*/ 71698 h 582772"/>
                    <a:gd name="connsiteX7" fmla="*/ 529217 w 567916"/>
                    <a:gd name="connsiteY7" fmla="*/ 119774 h 582772"/>
                    <a:gd name="connsiteX8" fmla="*/ 563391 w 567916"/>
                    <a:gd name="connsiteY8" fmla="*/ 207429 h 582772"/>
                    <a:gd name="connsiteX9" fmla="*/ 478352 w 567916"/>
                    <a:gd name="connsiteY9" fmla="*/ 356057 h 582772"/>
                    <a:gd name="connsiteX10" fmla="*/ 420517 w 567916"/>
                    <a:gd name="connsiteY10" fmla="*/ 514612 h 582772"/>
                    <a:gd name="connsiteX11" fmla="*/ 287739 w 567916"/>
                    <a:gd name="connsiteY11" fmla="*/ 546012 h 582772"/>
                    <a:gd name="connsiteX12" fmla="*/ 0 w 567916"/>
                    <a:gd name="connsiteY12" fmla="*/ 571569 h 582772"/>
                    <a:gd name="connsiteX13" fmla="*/ 45481 w 567916"/>
                    <a:gd name="connsiteY13" fmla="*/ 377487 h 582772"/>
                    <a:gd name="connsiteX0" fmla="*/ 45481 w 567916"/>
                    <a:gd name="connsiteY0" fmla="*/ 377487 h 582772"/>
                    <a:gd name="connsiteX1" fmla="*/ 168166 w 567916"/>
                    <a:gd name="connsiteY1" fmla="*/ 156845 h 582772"/>
                    <a:gd name="connsiteX2" fmla="*/ 227635 w 567916"/>
                    <a:gd name="connsiteY2" fmla="*/ 71700 h 582772"/>
                    <a:gd name="connsiteX3" fmla="*/ 277748 w 567916"/>
                    <a:gd name="connsiteY3" fmla="*/ 18846 h 582772"/>
                    <a:gd name="connsiteX4" fmla="*/ 434804 w 567916"/>
                    <a:gd name="connsiteY4" fmla="*/ 261 h 582772"/>
                    <a:gd name="connsiteX5" fmla="*/ 449092 w 567916"/>
                    <a:gd name="connsiteY5" fmla="*/ 43123 h 582772"/>
                    <a:gd name="connsiteX6" fmla="*/ 470523 w 567916"/>
                    <a:gd name="connsiteY6" fmla="*/ 71698 h 582772"/>
                    <a:gd name="connsiteX7" fmla="*/ 529217 w 567916"/>
                    <a:gd name="connsiteY7" fmla="*/ 119774 h 582772"/>
                    <a:gd name="connsiteX8" fmla="*/ 563391 w 567916"/>
                    <a:gd name="connsiteY8" fmla="*/ 207429 h 582772"/>
                    <a:gd name="connsiteX9" fmla="*/ 478352 w 567916"/>
                    <a:gd name="connsiteY9" fmla="*/ 356057 h 582772"/>
                    <a:gd name="connsiteX10" fmla="*/ 420517 w 567916"/>
                    <a:gd name="connsiteY10" fmla="*/ 514612 h 582772"/>
                    <a:gd name="connsiteX11" fmla="*/ 287739 w 567916"/>
                    <a:gd name="connsiteY11" fmla="*/ 546012 h 582772"/>
                    <a:gd name="connsiteX12" fmla="*/ 0 w 567916"/>
                    <a:gd name="connsiteY12" fmla="*/ 571569 h 582772"/>
                    <a:gd name="connsiteX13" fmla="*/ 45481 w 567916"/>
                    <a:gd name="connsiteY13" fmla="*/ 377487 h 582772"/>
                    <a:gd name="connsiteX0" fmla="*/ 45481 w 530363"/>
                    <a:gd name="connsiteY0" fmla="*/ 377487 h 582772"/>
                    <a:gd name="connsiteX1" fmla="*/ 168166 w 530363"/>
                    <a:gd name="connsiteY1" fmla="*/ 156845 h 582772"/>
                    <a:gd name="connsiteX2" fmla="*/ 227635 w 530363"/>
                    <a:gd name="connsiteY2" fmla="*/ 71700 h 582772"/>
                    <a:gd name="connsiteX3" fmla="*/ 277748 w 530363"/>
                    <a:gd name="connsiteY3" fmla="*/ 18846 h 582772"/>
                    <a:gd name="connsiteX4" fmla="*/ 434804 w 530363"/>
                    <a:gd name="connsiteY4" fmla="*/ 261 h 582772"/>
                    <a:gd name="connsiteX5" fmla="*/ 449092 w 530363"/>
                    <a:gd name="connsiteY5" fmla="*/ 43123 h 582772"/>
                    <a:gd name="connsiteX6" fmla="*/ 470523 w 530363"/>
                    <a:gd name="connsiteY6" fmla="*/ 71698 h 582772"/>
                    <a:gd name="connsiteX7" fmla="*/ 529217 w 530363"/>
                    <a:gd name="connsiteY7" fmla="*/ 119774 h 582772"/>
                    <a:gd name="connsiteX8" fmla="*/ 506241 w 530363"/>
                    <a:gd name="connsiteY8" fmla="*/ 214573 h 582772"/>
                    <a:gd name="connsiteX9" fmla="*/ 478352 w 530363"/>
                    <a:gd name="connsiteY9" fmla="*/ 356057 h 582772"/>
                    <a:gd name="connsiteX10" fmla="*/ 420517 w 530363"/>
                    <a:gd name="connsiteY10" fmla="*/ 514612 h 582772"/>
                    <a:gd name="connsiteX11" fmla="*/ 287739 w 530363"/>
                    <a:gd name="connsiteY11" fmla="*/ 546012 h 582772"/>
                    <a:gd name="connsiteX12" fmla="*/ 0 w 530363"/>
                    <a:gd name="connsiteY12" fmla="*/ 571569 h 582772"/>
                    <a:gd name="connsiteX13" fmla="*/ 45481 w 530363"/>
                    <a:gd name="connsiteY13" fmla="*/ 377487 h 582772"/>
                    <a:gd name="connsiteX0" fmla="*/ 45481 w 530363"/>
                    <a:gd name="connsiteY0" fmla="*/ 377487 h 585472"/>
                    <a:gd name="connsiteX1" fmla="*/ 168166 w 530363"/>
                    <a:gd name="connsiteY1" fmla="*/ 156845 h 585472"/>
                    <a:gd name="connsiteX2" fmla="*/ 227635 w 530363"/>
                    <a:gd name="connsiteY2" fmla="*/ 71700 h 585472"/>
                    <a:gd name="connsiteX3" fmla="*/ 277748 w 530363"/>
                    <a:gd name="connsiteY3" fmla="*/ 18846 h 585472"/>
                    <a:gd name="connsiteX4" fmla="*/ 434804 w 530363"/>
                    <a:gd name="connsiteY4" fmla="*/ 261 h 585472"/>
                    <a:gd name="connsiteX5" fmla="*/ 449092 w 530363"/>
                    <a:gd name="connsiteY5" fmla="*/ 43123 h 585472"/>
                    <a:gd name="connsiteX6" fmla="*/ 470523 w 530363"/>
                    <a:gd name="connsiteY6" fmla="*/ 71698 h 585472"/>
                    <a:gd name="connsiteX7" fmla="*/ 529217 w 530363"/>
                    <a:gd name="connsiteY7" fmla="*/ 119774 h 585472"/>
                    <a:gd name="connsiteX8" fmla="*/ 506241 w 530363"/>
                    <a:gd name="connsiteY8" fmla="*/ 214573 h 585472"/>
                    <a:gd name="connsiteX9" fmla="*/ 478352 w 530363"/>
                    <a:gd name="connsiteY9" fmla="*/ 356057 h 585472"/>
                    <a:gd name="connsiteX10" fmla="*/ 449092 w 530363"/>
                    <a:gd name="connsiteY10" fmla="*/ 564618 h 585472"/>
                    <a:gd name="connsiteX11" fmla="*/ 287739 w 530363"/>
                    <a:gd name="connsiteY11" fmla="*/ 546012 h 585472"/>
                    <a:gd name="connsiteX12" fmla="*/ 0 w 530363"/>
                    <a:gd name="connsiteY12" fmla="*/ 571569 h 585472"/>
                    <a:gd name="connsiteX13" fmla="*/ 45481 w 530363"/>
                    <a:gd name="connsiteY13" fmla="*/ 377487 h 585472"/>
                    <a:gd name="connsiteX0" fmla="*/ 45481 w 511127"/>
                    <a:gd name="connsiteY0" fmla="*/ 377487 h 585472"/>
                    <a:gd name="connsiteX1" fmla="*/ 168166 w 511127"/>
                    <a:gd name="connsiteY1" fmla="*/ 156845 h 585472"/>
                    <a:gd name="connsiteX2" fmla="*/ 227635 w 511127"/>
                    <a:gd name="connsiteY2" fmla="*/ 71700 h 585472"/>
                    <a:gd name="connsiteX3" fmla="*/ 277748 w 511127"/>
                    <a:gd name="connsiteY3" fmla="*/ 18846 h 585472"/>
                    <a:gd name="connsiteX4" fmla="*/ 434804 w 511127"/>
                    <a:gd name="connsiteY4" fmla="*/ 261 h 585472"/>
                    <a:gd name="connsiteX5" fmla="*/ 449092 w 511127"/>
                    <a:gd name="connsiteY5" fmla="*/ 43123 h 585472"/>
                    <a:gd name="connsiteX6" fmla="*/ 470523 w 511127"/>
                    <a:gd name="connsiteY6" fmla="*/ 71698 h 585472"/>
                    <a:gd name="connsiteX7" fmla="*/ 479211 w 511127"/>
                    <a:gd name="connsiteY7" fmla="*/ 176924 h 585472"/>
                    <a:gd name="connsiteX8" fmla="*/ 506241 w 511127"/>
                    <a:gd name="connsiteY8" fmla="*/ 214573 h 585472"/>
                    <a:gd name="connsiteX9" fmla="*/ 478352 w 511127"/>
                    <a:gd name="connsiteY9" fmla="*/ 356057 h 585472"/>
                    <a:gd name="connsiteX10" fmla="*/ 449092 w 511127"/>
                    <a:gd name="connsiteY10" fmla="*/ 564618 h 585472"/>
                    <a:gd name="connsiteX11" fmla="*/ 287739 w 511127"/>
                    <a:gd name="connsiteY11" fmla="*/ 546012 h 585472"/>
                    <a:gd name="connsiteX12" fmla="*/ 0 w 511127"/>
                    <a:gd name="connsiteY12" fmla="*/ 571569 h 585472"/>
                    <a:gd name="connsiteX13" fmla="*/ 45481 w 511127"/>
                    <a:gd name="connsiteY13" fmla="*/ 377487 h 585472"/>
                    <a:gd name="connsiteX0" fmla="*/ 45481 w 511127"/>
                    <a:gd name="connsiteY0" fmla="*/ 377487 h 585472"/>
                    <a:gd name="connsiteX1" fmla="*/ 168166 w 511127"/>
                    <a:gd name="connsiteY1" fmla="*/ 156845 h 585472"/>
                    <a:gd name="connsiteX2" fmla="*/ 227635 w 511127"/>
                    <a:gd name="connsiteY2" fmla="*/ 71700 h 585472"/>
                    <a:gd name="connsiteX3" fmla="*/ 277748 w 511127"/>
                    <a:gd name="connsiteY3" fmla="*/ 18846 h 585472"/>
                    <a:gd name="connsiteX4" fmla="*/ 434804 w 511127"/>
                    <a:gd name="connsiteY4" fmla="*/ 261 h 585472"/>
                    <a:gd name="connsiteX5" fmla="*/ 449092 w 511127"/>
                    <a:gd name="connsiteY5" fmla="*/ 43123 h 585472"/>
                    <a:gd name="connsiteX6" fmla="*/ 470523 w 511127"/>
                    <a:gd name="connsiteY6" fmla="*/ 71698 h 585472"/>
                    <a:gd name="connsiteX7" fmla="*/ 479211 w 511127"/>
                    <a:gd name="connsiteY7" fmla="*/ 176924 h 585472"/>
                    <a:gd name="connsiteX8" fmla="*/ 506241 w 511127"/>
                    <a:gd name="connsiteY8" fmla="*/ 214573 h 585472"/>
                    <a:gd name="connsiteX9" fmla="*/ 506927 w 511127"/>
                    <a:gd name="connsiteY9" fmla="*/ 377488 h 585472"/>
                    <a:gd name="connsiteX10" fmla="*/ 449092 w 511127"/>
                    <a:gd name="connsiteY10" fmla="*/ 564618 h 585472"/>
                    <a:gd name="connsiteX11" fmla="*/ 287739 w 511127"/>
                    <a:gd name="connsiteY11" fmla="*/ 546012 h 585472"/>
                    <a:gd name="connsiteX12" fmla="*/ 0 w 511127"/>
                    <a:gd name="connsiteY12" fmla="*/ 571569 h 585472"/>
                    <a:gd name="connsiteX13" fmla="*/ 45481 w 511127"/>
                    <a:gd name="connsiteY13" fmla="*/ 377487 h 585472"/>
                    <a:gd name="connsiteX0" fmla="*/ 45481 w 511127"/>
                    <a:gd name="connsiteY0" fmla="*/ 424559 h 632544"/>
                    <a:gd name="connsiteX1" fmla="*/ 168166 w 511127"/>
                    <a:gd name="connsiteY1" fmla="*/ 203917 h 632544"/>
                    <a:gd name="connsiteX2" fmla="*/ 227635 w 511127"/>
                    <a:gd name="connsiteY2" fmla="*/ 118772 h 632544"/>
                    <a:gd name="connsiteX3" fmla="*/ 277748 w 511127"/>
                    <a:gd name="connsiteY3" fmla="*/ 65918 h 632544"/>
                    <a:gd name="connsiteX4" fmla="*/ 394897 w 511127"/>
                    <a:gd name="connsiteY4" fmla="*/ 153 h 632544"/>
                    <a:gd name="connsiteX5" fmla="*/ 434804 w 511127"/>
                    <a:gd name="connsiteY5" fmla="*/ 47333 h 632544"/>
                    <a:gd name="connsiteX6" fmla="*/ 449092 w 511127"/>
                    <a:gd name="connsiteY6" fmla="*/ 90195 h 632544"/>
                    <a:gd name="connsiteX7" fmla="*/ 470523 w 511127"/>
                    <a:gd name="connsiteY7" fmla="*/ 118770 h 632544"/>
                    <a:gd name="connsiteX8" fmla="*/ 479211 w 511127"/>
                    <a:gd name="connsiteY8" fmla="*/ 223996 h 632544"/>
                    <a:gd name="connsiteX9" fmla="*/ 506241 w 511127"/>
                    <a:gd name="connsiteY9" fmla="*/ 261645 h 632544"/>
                    <a:gd name="connsiteX10" fmla="*/ 506927 w 511127"/>
                    <a:gd name="connsiteY10" fmla="*/ 424560 h 632544"/>
                    <a:gd name="connsiteX11" fmla="*/ 449092 w 511127"/>
                    <a:gd name="connsiteY11" fmla="*/ 611690 h 632544"/>
                    <a:gd name="connsiteX12" fmla="*/ 287739 w 511127"/>
                    <a:gd name="connsiteY12" fmla="*/ 593084 h 632544"/>
                    <a:gd name="connsiteX13" fmla="*/ 0 w 511127"/>
                    <a:gd name="connsiteY13" fmla="*/ 618641 h 632544"/>
                    <a:gd name="connsiteX14" fmla="*/ 45481 w 511127"/>
                    <a:gd name="connsiteY14" fmla="*/ 424559 h 632544"/>
                    <a:gd name="connsiteX0" fmla="*/ 45481 w 511127"/>
                    <a:gd name="connsiteY0" fmla="*/ 424559 h 632544"/>
                    <a:gd name="connsiteX1" fmla="*/ 168166 w 511127"/>
                    <a:gd name="connsiteY1" fmla="*/ 203917 h 632544"/>
                    <a:gd name="connsiteX2" fmla="*/ 199060 w 511127"/>
                    <a:gd name="connsiteY2" fmla="*/ 90197 h 632544"/>
                    <a:gd name="connsiteX3" fmla="*/ 277748 w 511127"/>
                    <a:gd name="connsiteY3" fmla="*/ 65918 h 632544"/>
                    <a:gd name="connsiteX4" fmla="*/ 394897 w 511127"/>
                    <a:gd name="connsiteY4" fmla="*/ 153 h 632544"/>
                    <a:gd name="connsiteX5" fmla="*/ 434804 w 511127"/>
                    <a:gd name="connsiteY5" fmla="*/ 47333 h 632544"/>
                    <a:gd name="connsiteX6" fmla="*/ 449092 w 511127"/>
                    <a:gd name="connsiteY6" fmla="*/ 90195 h 632544"/>
                    <a:gd name="connsiteX7" fmla="*/ 470523 w 511127"/>
                    <a:gd name="connsiteY7" fmla="*/ 118770 h 632544"/>
                    <a:gd name="connsiteX8" fmla="*/ 479211 w 511127"/>
                    <a:gd name="connsiteY8" fmla="*/ 223996 h 632544"/>
                    <a:gd name="connsiteX9" fmla="*/ 506241 w 511127"/>
                    <a:gd name="connsiteY9" fmla="*/ 261645 h 632544"/>
                    <a:gd name="connsiteX10" fmla="*/ 506927 w 511127"/>
                    <a:gd name="connsiteY10" fmla="*/ 424560 h 632544"/>
                    <a:gd name="connsiteX11" fmla="*/ 449092 w 511127"/>
                    <a:gd name="connsiteY11" fmla="*/ 611690 h 632544"/>
                    <a:gd name="connsiteX12" fmla="*/ 287739 w 511127"/>
                    <a:gd name="connsiteY12" fmla="*/ 593084 h 632544"/>
                    <a:gd name="connsiteX13" fmla="*/ 0 w 511127"/>
                    <a:gd name="connsiteY13" fmla="*/ 618641 h 632544"/>
                    <a:gd name="connsiteX14" fmla="*/ 45481 w 511127"/>
                    <a:gd name="connsiteY14" fmla="*/ 424559 h 632544"/>
                    <a:gd name="connsiteX0" fmla="*/ 45481 w 511127"/>
                    <a:gd name="connsiteY0" fmla="*/ 424559 h 632544"/>
                    <a:gd name="connsiteX1" fmla="*/ 168166 w 511127"/>
                    <a:gd name="connsiteY1" fmla="*/ 203917 h 632544"/>
                    <a:gd name="connsiteX2" fmla="*/ 199060 w 511127"/>
                    <a:gd name="connsiteY2" fmla="*/ 90197 h 632544"/>
                    <a:gd name="connsiteX3" fmla="*/ 299180 w 511127"/>
                    <a:gd name="connsiteY3" fmla="*/ 15912 h 632544"/>
                    <a:gd name="connsiteX4" fmla="*/ 394897 w 511127"/>
                    <a:gd name="connsiteY4" fmla="*/ 153 h 632544"/>
                    <a:gd name="connsiteX5" fmla="*/ 434804 w 511127"/>
                    <a:gd name="connsiteY5" fmla="*/ 47333 h 632544"/>
                    <a:gd name="connsiteX6" fmla="*/ 449092 w 511127"/>
                    <a:gd name="connsiteY6" fmla="*/ 90195 h 632544"/>
                    <a:gd name="connsiteX7" fmla="*/ 470523 w 511127"/>
                    <a:gd name="connsiteY7" fmla="*/ 118770 h 632544"/>
                    <a:gd name="connsiteX8" fmla="*/ 479211 w 511127"/>
                    <a:gd name="connsiteY8" fmla="*/ 223996 h 632544"/>
                    <a:gd name="connsiteX9" fmla="*/ 506241 w 511127"/>
                    <a:gd name="connsiteY9" fmla="*/ 261645 h 632544"/>
                    <a:gd name="connsiteX10" fmla="*/ 506927 w 511127"/>
                    <a:gd name="connsiteY10" fmla="*/ 424560 h 632544"/>
                    <a:gd name="connsiteX11" fmla="*/ 449092 w 511127"/>
                    <a:gd name="connsiteY11" fmla="*/ 611690 h 632544"/>
                    <a:gd name="connsiteX12" fmla="*/ 287739 w 511127"/>
                    <a:gd name="connsiteY12" fmla="*/ 593084 h 632544"/>
                    <a:gd name="connsiteX13" fmla="*/ 0 w 511127"/>
                    <a:gd name="connsiteY13" fmla="*/ 618641 h 632544"/>
                    <a:gd name="connsiteX14" fmla="*/ 45481 w 511127"/>
                    <a:gd name="connsiteY14" fmla="*/ 424559 h 632544"/>
                    <a:gd name="connsiteX0" fmla="*/ 45481 w 511127"/>
                    <a:gd name="connsiteY0" fmla="*/ 424559 h 632544"/>
                    <a:gd name="connsiteX1" fmla="*/ 96729 w 511127"/>
                    <a:gd name="connsiteY1" fmla="*/ 175342 h 632544"/>
                    <a:gd name="connsiteX2" fmla="*/ 199060 w 511127"/>
                    <a:gd name="connsiteY2" fmla="*/ 90197 h 632544"/>
                    <a:gd name="connsiteX3" fmla="*/ 299180 w 511127"/>
                    <a:gd name="connsiteY3" fmla="*/ 15912 h 632544"/>
                    <a:gd name="connsiteX4" fmla="*/ 394897 w 511127"/>
                    <a:gd name="connsiteY4" fmla="*/ 153 h 632544"/>
                    <a:gd name="connsiteX5" fmla="*/ 434804 w 511127"/>
                    <a:gd name="connsiteY5" fmla="*/ 47333 h 632544"/>
                    <a:gd name="connsiteX6" fmla="*/ 449092 w 511127"/>
                    <a:gd name="connsiteY6" fmla="*/ 90195 h 632544"/>
                    <a:gd name="connsiteX7" fmla="*/ 470523 w 511127"/>
                    <a:gd name="connsiteY7" fmla="*/ 118770 h 632544"/>
                    <a:gd name="connsiteX8" fmla="*/ 479211 w 511127"/>
                    <a:gd name="connsiteY8" fmla="*/ 223996 h 632544"/>
                    <a:gd name="connsiteX9" fmla="*/ 506241 w 511127"/>
                    <a:gd name="connsiteY9" fmla="*/ 261645 h 632544"/>
                    <a:gd name="connsiteX10" fmla="*/ 506927 w 511127"/>
                    <a:gd name="connsiteY10" fmla="*/ 424560 h 632544"/>
                    <a:gd name="connsiteX11" fmla="*/ 449092 w 511127"/>
                    <a:gd name="connsiteY11" fmla="*/ 611690 h 632544"/>
                    <a:gd name="connsiteX12" fmla="*/ 287739 w 511127"/>
                    <a:gd name="connsiteY12" fmla="*/ 593084 h 632544"/>
                    <a:gd name="connsiteX13" fmla="*/ 0 w 511127"/>
                    <a:gd name="connsiteY13" fmla="*/ 618641 h 632544"/>
                    <a:gd name="connsiteX14" fmla="*/ 45481 w 511127"/>
                    <a:gd name="connsiteY14" fmla="*/ 424559 h 632544"/>
                    <a:gd name="connsiteX0" fmla="*/ 38337 w 511127"/>
                    <a:gd name="connsiteY0" fmla="*/ 367409 h 632544"/>
                    <a:gd name="connsiteX1" fmla="*/ 96729 w 511127"/>
                    <a:gd name="connsiteY1" fmla="*/ 175342 h 632544"/>
                    <a:gd name="connsiteX2" fmla="*/ 199060 w 511127"/>
                    <a:gd name="connsiteY2" fmla="*/ 90197 h 632544"/>
                    <a:gd name="connsiteX3" fmla="*/ 299180 w 511127"/>
                    <a:gd name="connsiteY3" fmla="*/ 15912 h 632544"/>
                    <a:gd name="connsiteX4" fmla="*/ 394897 w 511127"/>
                    <a:gd name="connsiteY4" fmla="*/ 153 h 632544"/>
                    <a:gd name="connsiteX5" fmla="*/ 434804 w 511127"/>
                    <a:gd name="connsiteY5" fmla="*/ 47333 h 632544"/>
                    <a:gd name="connsiteX6" fmla="*/ 449092 w 511127"/>
                    <a:gd name="connsiteY6" fmla="*/ 90195 h 632544"/>
                    <a:gd name="connsiteX7" fmla="*/ 470523 w 511127"/>
                    <a:gd name="connsiteY7" fmla="*/ 118770 h 632544"/>
                    <a:gd name="connsiteX8" fmla="*/ 479211 w 511127"/>
                    <a:gd name="connsiteY8" fmla="*/ 223996 h 632544"/>
                    <a:gd name="connsiteX9" fmla="*/ 506241 w 511127"/>
                    <a:gd name="connsiteY9" fmla="*/ 261645 h 632544"/>
                    <a:gd name="connsiteX10" fmla="*/ 506927 w 511127"/>
                    <a:gd name="connsiteY10" fmla="*/ 424560 h 632544"/>
                    <a:gd name="connsiteX11" fmla="*/ 449092 w 511127"/>
                    <a:gd name="connsiteY11" fmla="*/ 611690 h 632544"/>
                    <a:gd name="connsiteX12" fmla="*/ 287739 w 511127"/>
                    <a:gd name="connsiteY12" fmla="*/ 593084 h 632544"/>
                    <a:gd name="connsiteX13" fmla="*/ 0 w 511127"/>
                    <a:gd name="connsiteY13" fmla="*/ 618641 h 632544"/>
                    <a:gd name="connsiteX14" fmla="*/ 38337 w 511127"/>
                    <a:gd name="connsiteY14" fmla="*/ 367409 h 632544"/>
                    <a:gd name="connsiteX0" fmla="*/ 3300 w 476090"/>
                    <a:gd name="connsiteY0" fmla="*/ 367409 h 632544"/>
                    <a:gd name="connsiteX1" fmla="*/ 61692 w 476090"/>
                    <a:gd name="connsiteY1" fmla="*/ 175342 h 632544"/>
                    <a:gd name="connsiteX2" fmla="*/ 164023 w 476090"/>
                    <a:gd name="connsiteY2" fmla="*/ 90197 h 632544"/>
                    <a:gd name="connsiteX3" fmla="*/ 264143 w 476090"/>
                    <a:gd name="connsiteY3" fmla="*/ 15912 h 632544"/>
                    <a:gd name="connsiteX4" fmla="*/ 359860 w 476090"/>
                    <a:gd name="connsiteY4" fmla="*/ 153 h 632544"/>
                    <a:gd name="connsiteX5" fmla="*/ 399767 w 476090"/>
                    <a:gd name="connsiteY5" fmla="*/ 47333 h 632544"/>
                    <a:gd name="connsiteX6" fmla="*/ 414055 w 476090"/>
                    <a:gd name="connsiteY6" fmla="*/ 90195 h 632544"/>
                    <a:gd name="connsiteX7" fmla="*/ 435486 w 476090"/>
                    <a:gd name="connsiteY7" fmla="*/ 118770 h 632544"/>
                    <a:gd name="connsiteX8" fmla="*/ 444174 w 476090"/>
                    <a:gd name="connsiteY8" fmla="*/ 223996 h 632544"/>
                    <a:gd name="connsiteX9" fmla="*/ 471204 w 476090"/>
                    <a:gd name="connsiteY9" fmla="*/ 261645 h 632544"/>
                    <a:gd name="connsiteX10" fmla="*/ 471890 w 476090"/>
                    <a:gd name="connsiteY10" fmla="*/ 424560 h 632544"/>
                    <a:gd name="connsiteX11" fmla="*/ 414055 w 476090"/>
                    <a:gd name="connsiteY11" fmla="*/ 611690 h 632544"/>
                    <a:gd name="connsiteX12" fmla="*/ 252702 w 476090"/>
                    <a:gd name="connsiteY12" fmla="*/ 593084 h 632544"/>
                    <a:gd name="connsiteX13" fmla="*/ 29257 w 476090"/>
                    <a:gd name="connsiteY13" fmla="*/ 368610 h 632544"/>
                    <a:gd name="connsiteX14" fmla="*/ 3300 w 476090"/>
                    <a:gd name="connsiteY14" fmla="*/ 367409 h 632544"/>
                    <a:gd name="connsiteX0" fmla="*/ 3300 w 476090"/>
                    <a:gd name="connsiteY0" fmla="*/ 367409 h 615395"/>
                    <a:gd name="connsiteX1" fmla="*/ 61692 w 476090"/>
                    <a:gd name="connsiteY1" fmla="*/ 175342 h 615395"/>
                    <a:gd name="connsiteX2" fmla="*/ 164023 w 476090"/>
                    <a:gd name="connsiteY2" fmla="*/ 90197 h 615395"/>
                    <a:gd name="connsiteX3" fmla="*/ 264143 w 476090"/>
                    <a:gd name="connsiteY3" fmla="*/ 15912 h 615395"/>
                    <a:gd name="connsiteX4" fmla="*/ 359860 w 476090"/>
                    <a:gd name="connsiteY4" fmla="*/ 153 h 615395"/>
                    <a:gd name="connsiteX5" fmla="*/ 399767 w 476090"/>
                    <a:gd name="connsiteY5" fmla="*/ 47333 h 615395"/>
                    <a:gd name="connsiteX6" fmla="*/ 414055 w 476090"/>
                    <a:gd name="connsiteY6" fmla="*/ 90195 h 615395"/>
                    <a:gd name="connsiteX7" fmla="*/ 435486 w 476090"/>
                    <a:gd name="connsiteY7" fmla="*/ 118770 h 615395"/>
                    <a:gd name="connsiteX8" fmla="*/ 444174 w 476090"/>
                    <a:gd name="connsiteY8" fmla="*/ 223996 h 615395"/>
                    <a:gd name="connsiteX9" fmla="*/ 471204 w 476090"/>
                    <a:gd name="connsiteY9" fmla="*/ 261645 h 615395"/>
                    <a:gd name="connsiteX10" fmla="*/ 471890 w 476090"/>
                    <a:gd name="connsiteY10" fmla="*/ 424560 h 615395"/>
                    <a:gd name="connsiteX11" fmla="*/ 414055 w 476090"/>
                    <a:gd name="connsiteY11" fmla="*/ 611690 h 615395"/>
                    <a:gd name="connsiteX12" fmla="*/ 266990 w 476090"/>
                    <a:gd name="connsiteY12" fmla="*/ 364484 h 615395"/>
                    <a:gd name="connsiteX13" fmla="*/ 29257 w 476090"/>
                    <a:gd name="connsiteY13" fmla="*/ 368610 h 615395"/>
                    <a:gd name="connsiteX14" fmla="*/ 3300 w 476090"/>
                    <a:gd name="connsiteY14" fmla="*/ 367409 h 615395"/>
                    <a:gd name="connsiteX0" fmla="*/ 3300 w 476090"/>
                    <a:gd name="connsiteY0" fmla="*/ 367409 h 447178"/>
                    <a:gd name="connsiteX1" fmla="*/ 61692 w 476090"/>
                    <a:gd name="connsiteY1" fmla="*/ 175342 h 447178"/>
                    <a:gd name="connsiteX2" fmla="*/ 164023 w 476090"/>
                    <a:gd name="connsiteY2" fmla="*/ 90197 h 447178"/>
                    <a:gd name="connsiteX3" fmla="*/ 264143 w 476090"/>
                    <a:gd name="connsiteY3" fmla="*/ 15912 h 447178"/>
                    <a:gd name="connsiteX4" fmla="*/ 359860 w 476090"/>
                    <a:gd name="connsiteY4" fmla="*/ 153 h 447178"/>
                    <a:gd name="connsiteX5" fmla="*/ 399767 w 476090"/>
                    <a:gd name="connsiteY5" fmla="*/ 47333 h 447178"/>
                    <a:gd name="connsiteX6" fmla="*/ 414055 w 476090"/>
                    <a:gd name="connsiteY6" fmla="*/ 90195 h 447178"/>
                    <a:gd name="connsiteX7" fmla="*/ 435486 w 476090"/>
                    <a:gd name="connsiteY7" fmla="*/ 118770 h 447178"/>
                    <a:gd name="connsiteX8" fmla="*/ 444174 w 476090"/>
                    <a:gd name="connsiteY8" fmla="*/ 223996 h 447178"/>
                    <a:gd name="connsiteX9" fmla="*/ 471204 w 476090"/>
                    <a:gd name="connsiteY9" fmla="*/ 261645 h 447178"/>
                    <a:gd name="connsiteX10" fmla="*/ 471890 w 476090"/>
                    <a:gd name="connsiteY10" fmla="*/ 424560 h 447178"/>
                    <a:gd name="connsiteX11" fmla="*/ 392624 w 476090"/>
                    <a:gd name="connsiteY11" fmla="*/ 347371 h 447178"/>
                    <a:gd name="connsiteX12" fmla="*/ 266990 w 476090"/>
                    <a:gd name="connsiteY12" fmla="*/ 364484 h 447178"/>
                    <a:gd name="connsiteX13" fmla="*/ 29257 w 476090"/>
                    <a:gd name="connsiteY13" fmla="*/ 368610 h 447178"/>
                    <a:gd name="connsiteX14" fmla="*/ 3300 w 476090"/>
                    <a:gd name="connsiteY14" fmla="*/ 367409 h 447178"/>
                    <a:gd name="connsiteX0" fmla="*/ 3300 w 476090"/>
                    <a:gd name="connsiteY0" fmla="*/ 367409 h 386486"/>
                    <a:gd name="connsiteX1" fmla="*/ 61692 w 476090"/>
                    <a:gd name="connsiteY1" fmla="*/ 175342 h 386486"/>
                    <a:gd name="connsiteX2" fmla="*/ 164023 w 476090"/>
                    <a:gd name="connsiteY2" fmla="*/ 90197 h 386486"/>
                    <a:gd name="connsiteX3" fmla="*/ 264143 w 476090"/>
                    <a:gd name="connsiteY3" fmla="*/ 15912 h 386486"/>
                    <a:gd name="connsiteX4" fmla="*/ 359860 w 476090"/>
                    <a:gd name="connsiteY4" fmla="*/ 153 h 386486"/>
                    <a:gd name="connsiteX5" fmla="*/ 399767 w 476090"/>
                    <a:gd name="connsiteY5" fmla="*/ 47333 h 386486"/>
                    <a:gd name="connsiteX6" fmla="*/ 414055 w 476090"/>
                    <a:gd name="connsiteY6" fmla="*/ 90195 h 386486"/>
                    <a:gd name="connsiteX7" fmla="*/ 435486 w 476090"/>
                    <a:gd name="connsiteY7" fmla="*/ 118770 h 386486"/>
                    <a:gd name="connsiteX8" fmla="*/ 444174 w 476090"/>
                    <a:gd name="connsiteY8" fmla="*/ 223996 h 386486"/>
                    <a:gd name="connsiteX9" fmla="*/ 471204 w 476090"/>
                    <a:gd name="connsiteY9" fmla="*/ 261645 h 386486"/>
                    <a:gd name="connsiteX10" fmla="*/ 429027 w 476090"/>
                    <a:gd name="connsiteY10" fmla="*/ 310260 h 386486"/>
                    <a:gd name="connsiteX11" fmla="*/ 392624 w 476090"/>
                    <a:gd name="connsiteY11" fmla="*/ 347371 h 386486"/>
                    <a:gd name="connsiteX12" fmla="*/ 266990 w 476090"/>
                    <a:gd name="connsiteY12" fmla="*/ 364484 h 386486"/>
                    <a:gd name="connsiteX13" fmla="*/ 29257 w 476090"/>
                    <a:gd name="connsiteY13" fmla="*/ 368610 h 386486"/>
                    <a:gd name="connsiteX14" fmla="*/ 3300 w 476090"/>
                    <a:gd name="connsiteY14" fmla="*/ 367409 h 386486"/>
                    <a:gd name="connsiteX0" fmla="*/ 3300 w 476090"/>
                    <a:gd name="connsiteY0" fmla="*/ 367409 h 386486"/>
                    <a:gd name="connsiteX1" fmla="*/ 61692 w 476090"/>
                    <a:gd name="connsiteY1" fmla="*/ 175342 h 386486"/>
                    <a:gd name="connsiteX2" fmla="*/ 164023 w 476090"/>
                    <a:gd name="connsiteY2" fmla="*/ 90197 h 386486"/>
                    <a:gd name="connsiteX3" fmla="*/ 264143 w 476090"/>
                    <a:gd name="connsiteY3" fmla="*/ 15912 h 386486"/>
                    <a:gd name="connsiteX4" fmla="*/ 359860 w 476090"/>
                    <a:gd name="connsiteY4" fmla="*/ 153 h 386486"/>
                    <a:gd name="connsiteX5" fmla="*/ 399767 w 476090"/>
                    <a:gd name="connsiteY5" fmla="*/ 47333 h 386486"/>
                    <a:gd name="connsiteX6" fmla="*/ 414055 w 476090"/>
                    <a:gd name="connsiteY6" fmla="*/ 90195 h 386486"/>
                    <a:gd name="connsiteX7" fmla="*/ 421199 w 476090"/>
                    <a:gd name="connsiteY7" fmla="*/ 140201 h 386486"/>
                    <a:gd name="connsiteX8" fmla="*/ 444174 w 476090"/>
                    <a:gd name="connsiteY8" fmla="*/ 223996 h 386486"/>
                    <a:gd name="connsiteX9" fmla="*/ 471204 w 476090"/>
                    <a:gd name="connsiteY9" fmla="*/ 261645 h 386486"/>
                    <a:gd name="connsiteX10" fmla="*/ 429027 w 476090"/>
                    <a:gd name="connsiteY10" fmla="*/ 310260 h 386486"/>
                    <a:gd name="connsiteX11" fmla="*/ 392624 w 476090"/>
                    <a:gd name="connsiteY11" fmla="*/ 347371 h 386486"/>
                    <a:gd name="connsiteX12" fmla="*/ 266990 w 476090"/>
                    <a:gd name="connsiteY12" fmla="*/ 364484 h 386486"/>
                    <a:gd name="connsiteX13" fmla="*/ 29257 w 476090"/>
                    <a:gd name="connsiteY13" fmla="*/ 368610 h 386486"/>
                    <a:gd name="connsiteX14" fmla="*/ 3300 w 476090"/>
                    <a:gd name="connsiteY14" fmla="*/ 367409 h 386486"/>
                    <a:gd name="connsiteX0" fmla="*/ 3300 w 476090"/>
                    <a:gd name="connsiteY0" fmla="*/ 367409 h 386486"/>
                    <a:gd name="connsiteX1" fmla="*/ 61692 w 476090"/>
                    <a:gd name="connsiteY1" fmla="*/ 175342 h 386486"/>
                    <a:gd name="connsiteX2" fmla="*/ 164023 w 476090"/>
                    <a:gd name="connsiteY2" fmla="*/ 90197 h 386486"/>
                    <a:gd name="connsiteX3" fmla="*/ 264143 w 476090"/>
                    <a:gd name="connsiteY3" fmla="*/ 15912 h 386486"/>
                    <a:gd name="connsiteX4" fmla="*/ 359860 w 476090"/>
                    <a:gd name="connsiteY4" fmla="*/ 153 h 386486"/>
                    <a:gd name="connsiteX5" fmla="*/ 399767 w 476090"/>
                    <a:gd name="connsiteY5" fmla="*/ 47333 h 386486"/>
                    <a:gd name="connsiteX6" fmla="*/ 399768 w 476090"/>
                    <a:gd name="connsiteY6" fmla="*/ 118770 h 386486"/>
                    <a:gd name="connsiteX7" fmla="*/ 421199 w 476090"/>
                    <a:gd name="connsiteY7" fmla="*/ 140201 h 386486"/>
                    <a:gd name="connsiteX8" fmla="*/ 444174 w 476090"/>
                    <a:gd name="connsiteY8" fmla="*/ 223996 h 386486"/>
                    <a:gd name="connsiteX9" fmla="*/ 471204 w 476090"/>
                    <a:gd name="connsiteY9" fmla="*/ 261645 h 386486"/>
                    <a:gd name="connsiteX10" fmla="*/ 429027 w 476090"/>
                    <a:gd name="connsiteY10" fmla="*/ 310260 h 386486"/>
                    <a:gd name="connsiteX11" fmla="*/ 392624 w 476090"/>
                    <a:gd name="connsiteY11" fmla="*/ 347371 h 386486"/>
                    <a:gd name="connsiteX12" fmla="*/ 266990 w 476090"/>
                    <a:gd name="connsiteY12" fmla="*/ 364484 h 386486"/>
                    <a:gd name="connsiteX13" fmla="*/ 29257 w 476090"/>
                    <a:gd name="connsiteY13" fmla="*/ 368610 h 386486"/>
                    <a:gd name="connsiteX14" fmla="*/ 3300 w 476090"/>
                    <a:gd name="connsiteY14" fmla="*/ 367409 h 386486"/>
                    <a:gd name="connsiteX0" fmla="*/ 3300 w 476090"/>
                    <a:gd name="connsiteY0" fmla="*/ 367337 h 386414"/>
                    <a:gd name="connsiteX1" fmla="*/ 61692 w 476090"/>
                    <a:gd name="connsiteY1" fmla="*/ 175270 h 386414"/>
                    <a:gd name="connsiteX2" fmla="*/ 164023 w 476090"/>
                    <a:gd name="connsiteY2" fmla="*/ 90125 h 386414"/>
                    <a:gd name="connsiteX3" fmla="*/ 264143 w 476090"/>
                    <a:gd name="connsiteY3" fmla="*/ 15840 h 386414"/>
                    <a:gd name="connsiteX4" fmla="*/ 359860 w 476090"/>
                    <a:gd name="connsiteY4" fmla="*/ 81 h 386414"/>
                    <a:gd name="connsiteX5" fmla="*/ 364048 w 476090"/>
                    <a:gd name="connsiteY5" fmla="*/ 90123 h 386414"/>
                    <a:gd name="connsiteX6" fmla="*/ 399768 w 476090"/>
                    <a:gd name="connsiteY6" fmla="*/ 118698 h 386414"/>
                    <a:gd name="connsiteX7" fmla="*/ 421199 w 476090"/>
                    <a:gd name="connsiteY7" fmla="*/ 140129 h 386414"/>
                    <a:gd name="connsiteX8" fmla="*/ 444174 w 476090"/>
                    <a:gd name="connsiteY8" fmla="*/ 223924 h 386414"/>
                    <a:gd name="connsiteX9" fmla="*/ 471204 w 476090"/>
                    <a:gd name="connsiteY9" fmla="*/ 261573 h 386414"/>
                    <a:gd name="connsiteX10" fmla="*/ 429027 w 476090"/>
                    <a:gd name="connsiteY10" fmla="*/ 310188 h 386414"/>
                    <a:gd name="connsiteX11" fmla="*/ 392624 w 476090"/>
                    <a:gd name="connsiteY11" fmla="*/ 347299 h 386414"/>
                    <a:gd name="connsiteX12" fmla="*/ 266990 w 476090"/>
                    <a:gd name="connsiteY12" fmla="*/ 364412 h 386414"/>
                    <a:gd name="connsiteX13" fmla="*/ 29257 w 476090"/>
                    <a:gd name="connsiteY13" fmla="*/ 368538 h 386414"/>
                    <a:gd name="connsiteX14" fmla="*/ 3300 w 476090"/>
                    <a:gd name="connsiteY14" fmla="*/ 367337 h 386414"/>
                    <a:gd name="connsiteX0" fmla="*/ 3300 w 446953"/>
                    <a:gd name="connsiteY0" fmla="*/ 367337 h 386414"/>
                    <a:gd name="connsiteX1" fmla="*/ 61692 w 446953"/>
                    <a:gd name="connsiteY1" fmla="*/ 175270 h 386414"/>
                    <a:gd name="connsiteX2" fmla="*/ 164023 w 446953"/>
                    <a:gd name="connsiteY2" fmla="*/ 90125 h 386414"/>
                    <a:gd name="connsiteX3" fmla="*/ 264143 w 446953"/>
                    <a:gd name="connsiteY3" fmla="*/ 15840 h 386414"/>
                    <a:gd name="connsiteX4" fmla="*/ 359860 w 446953"/>
                    <a:gd name="connsiteY4" fmla="*/ 81 h 386414"/>
                    <a:gd name="connsiteX5" fmla="*/ 364048 w 446953"/>
                    <a:gd name="connsiteY5" fmla="*/ 90123 h 386414"/>
                    <a:gd name="connsiteX6" fmla="*/ 399768 w 446953"/>
                    <a:gd name="connsiteY6" fmla="*/ 118698 h 386414"/>
                    <a:gd name="connsiteX7" fmla="*/ 421199 w 446953"/>
                    <a:gd name="connsiteY7" fmla="*/ 140129 h 386414"/>
                    <a:gd name="connsiteX8" fmla="*/ 444174 w 446953"/>
                    <a:gd name="connsiteY8" fmla="*/ 223924 h 386414"/>
                    <a:gd name="connsiteX9" fmla="*/ 421198 w 446953"/>
                    <a:gd name="connsiteY9" fmla="*/ 283004 h 386414"/>
                    <a:gd name="connsiteX10" fmla="*/ 429027 w 446953"/>
                    <a:gd name="connsiteY10" fmla="*/ 310188 h 386414"/>
                    <a:gd name="connsiteX11" fmla="*/ 392624 w 446953"/>
                    <a:gd name="connsiteY11" fmla="*/ 347299 h 386414"/>
                    <a:gd name="connsiteX12" fmla="*/ 266990 w 446953"/>
                    <a:gd name="connsiteY12" fmla="*/ 364412 h 386414"/>
                    <a:gd name="connsiteX13" fmla="*/ 29257 w 446953"/>
                    <a:gd name="connsiteY13" fmla="*/ 368538 h 386414"/>
                    <a:gd name="connsiteX14" fmla="*/ 3300 w 446953"/>
                    <a:gd name="connsiteY14" fmla="*/ 367337 h 386414"/>
                    <a:gd name="connsiteX0" fmla="*/ 3300 w 446953"/>
                    <a:gd name="connsiteY0" fmla="*/ 367337 h 384217"/>
                    <a:gd name="connsiteX1" fmla="*/ 61692 w 446953"/>
                    <a:gd name="connsiteY1" fmla="*/ 175270 h 384217"/>
                    <a:gd name="connsiteX2" fmla="*/ 164023 w 446953"/>
                    <a:gd name="connsiteY2" fmla="*/ 90125 h 384217"/>
                    <a:gd name="connsiteX3" fmla="*/ 264143 w 446953"/>
                    <a:gd name="connsiteY3" fmla="*/ 15840 h 384217"/>
                    <a:gd name="connsiteX4" fmla="*/ 359860 w 446953"/>
                    <a:gd name="connsiteY4" fmla="*/ 81 h 384217"/>
                    <a:gd name="connsiteX5" fmla="*/ 364048 w 446953"/>
                    <a:gd name="connsiteY5" fmla="*/ 90123 h 384217"/>
                    <a:gd name="connsiteX6" fmla="*/ 399768 w 446953"/>
                    <a:gd name="connsiteY6" fmla="*/ 118698 h 384217"/>
                    <a:gd name="connsiteX7" fmla="*/ 421199 w 446953"/>
                    <a:gd name="connsiteY7" fmla="*/ 140129 h 384217"/>
                    <a:gd name="connsiteX8" fmla="*/ 444174 w 446953"/>
                    <a:gd name="connsiteY8" fmla="*/ 223924 h 384217"/>
                    <a:gd name="connsiteX9" fmla="*/ 421198 w 446953"/>
                    <a:gd name="connsiteY9" fmla="*/ 283004 h 384217"/>
                    <a:gd name="connsiteX10" fmla="*/ 429027 w 446953"/>
                    <a:gd name="connsiteY10" fmla="*/ 310188 h 384217"/>
                    <a:gd name="connsiteX11" fmla="*/ 392624 w 446953"/>
                    <a:gd name="connsiteY11" fmla="*/ 347299 h 384217"/>
                    <a:gd name="connsiteX12" fmla="*/ 266990 w 446953"/>
                    <a:gd name="connsiteY12" fmla="*/ 364412 h 384217"/>
                    <a:gd name="connsiteX13" fmla="*/ 29257 w 446953"/>
                    <a:gd name="connsiteY13" fmla="*/ 368538 h 384217"/>
                    <a:gd name="connsiteX14" fmla="*/ 3300 w 446953"/>
                    <a:gd name="connsiteY14" fmla="*/ 367337 h 384217"/>
                    <a:gd name="connsiteX0" fmla="*/ 3300 w 429027"/>
                    <a:gd name="connsiteY0" fmla="*/ 367337 h 384217"/>
                    <a:gd name="connsiteX1" fmla="*/ 61692 w 429027"/>
                    <a:gd name="connsiteY1" fmla="*/ 175270 h 384217"/>
                    <a:gd name="connsiteX2" fmla="*/ 164023 w 429027"/>
                    <a:gd name="connsiteY2" fmla="*/ 90125 h 384217"/>
                    <a:gd name="connsiteX3" fmla="*/ 264143 w 429027"/>
                    <a:gd name="connsiteY3" fmla="*/ 15840 h 384217"/>
                    <a:gd name="connsiteX4" fmla="*/ 359860 w 429027"/>
                    <a:gd name="connsiteY4" fmla="*/ 81 h 384217"/>
                    <a:gd name="connsiteX5" fmla="*/ 364048 w 429027"/>
                    <a:gd name="connsiteY5" fmla="*/ 90123 h 384217"/>
                    <a:gd name="connsiteX6" fmla="*/ 399768 w 429027"/>
                    <a:gd name="connsiteY6" fmla="*/ 118698 h 384217"/>
                    <a:gd name="connsiteX7" fmla="*/ 421199 w 429027"/>
                    <a:gd name="connsiteY7" fmla="*/ 140129 h 384217"/>
                    <a:gd name="connsiteX8" fmla="*/ 401311 w 429027"/>
                    <a:gd name="connsiteY8" fmla="*/ 231068 h 384217"/>
                    <a:gd name="connsiteX9" fmla="*/ 421198 w 429027"/>
                    <a:gd name="connsiteY9" fmla="*/ 283004 h 384217"/>
                    <a:gd name="connsiteX10" fmla="*/ 429027 w 429027"/>
                    <a:gd name="connsiteY10" fmla="*/ 310188 h 384217"/>
                    <a:gd name="connsiteX11" fmla="*/ 392624 w 429027"/>
                    <a:gd name="connsiteY11" fmla="*/ 347299 h 384217"/>
                    <a:gd name="connsiteX12" fmla="*/ 266990 w 429027"/>
                    <a:gd name="connsiteY12" fmla="*/ 364412 h 384217"/>
                    <a:gd name="connsiteX13" fmla="*/ 29257 w 429027"/>
                    <a:gd name="connsiteY13" fmla="*/ 368538 h 384217"/>
                    <a:gd name="connsiteX14" fmla="*/ 3300 w 429027"/>
                    <a:gd name="connsiteY14" fmla="*/ 367337 h 384217"/>
                    <a:gd name="connsiteX0" fmla="*/ 3300 w 429027"/>
                    <a:gd name="connsiteY0" fmla="*/ 367337 h 384217"/>
                    <a:gd name="connsiteX1" fmla="*/ 61692 w 429027"/>
                    <a:gd name="connsiteY1" fmla="*/ 175270 h 384217"/>
                    <a:gd name="connsiteX2" fmla="*/ 164023 w 429027"/>
                    <a:gd name="connsiteY2" fmla="*/ 90125 h 384217"/>
                    <a:gd name="connsiteX3" fmla="*/ 264143 w 429027"/>
                    <a:gd name="connsiteY3" fmla="*/ 15840 h 384217"/>
                    <a:gd name="connsiteX4" fmla="*/ 359860 w 429027"/>
                    <a:gd name="connsiteY4" fmla="*/ 81 h 384217"/>
                    <a:gd name="connsiteX5" fmla="*/ 364048 w 429027"/>
                    <a:gd name="connsiteY5" fmla="*/ 90123 h 384217"/>
                    <a:gd name="connsiteX6" fmla="*/ 399768 w 429027"/>
                    <a:gd name="connsiteY6" fmla="*/ 118698 h 384217"/>
                    <a:gd name="connsiteX7" fmla="*/ 378336 w 429027"/>
                    <a:gd name="connsiteY7" fmla="*/ 168704 h 384217"/>
                    <a:gd name="connsiteX8" fmla="*/ 401311 w 429027"/>
                    <a:gd name="connsiteY8" fmla="*/ 231068 h 384217"/>
                    <a:gd name="connsiteX9" fmla="*/ 421198 w 429027"/>
                    <a:gd name="connsiteY9" fmla="*/ 283004 h 384217"/>
                    <a:gd name="connsiteX10" fmla="*/ 429027 w 429027"/>
                    <a:gd name="connsiteY10" fmla="*/ 310188 h 384217"/>
                    <a:gd name="connsiteX11" fmla="*/ 392624 w 429027"/>
                    <a:gd name="connsiteY11" fmla="*/ 347299 h 384217"/>
                    <a:gd name="connsiteX12" fmla="*/ 266990 w 429027"/>
                    <a:gd name="connsiteY12" fmla="*/ 364412 h 384217"/>
                    <a:gd name="connsiteX13" fmla="*/ 29257 w 429027"/>
                    <a:gd name="connsiteY13" fmla="*/ 368538 h 384217"/>
                    <a:gd name="connsiteX14" fmla="*/ 3300 w 429027"/>
                    <a:gd name="connsiteY14" fmla="*/ 367337 h 384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29027" h="384217">
                      <a:moveTo>
                        <a:pt x="3300" y="367337"/>
                      </a:moveTo>
                      <a:cubicBezTo>
                        <a:pt x="-15529" y="315221"/>
                        <a:pt x="51946" y="234530"/>
                        <a:pt x="61692" y="175270"/>
                      </a:cubicBezTo>
                      <a:cubicBezTo>
                        <a:pt x="74371" y="149269"/>
                        <a:pt x="151344" y="116126"/>
                        <a:pt x="164023" y="90125"/>
                      </a:cubicBezTo>
                      <a:lnTo>
                        <a:pt x="264143" y="15840"/>
                      </a:lnTo>
                      <a:cubicBezTo>
                        <a:pt x="288448" y="5595"/>
                        <a:pt x="333684" y="3178"/>
                        <a:pt x="359860" y="81"/>
                      </a:cubicBezTo>
                      <a:cubicBezTo>
                        <a:pt x="386036" y="-3016"/>
                        <a:pt x="351444" y="84641"/>
                        <a:pt x="364048" y="90123"/>
                      </a:cubicBezTo>
                      <a:cubicBezTo>
                        <a:pt x="376653" y="95605"/>
                        <a:pt x="377146" y="109173"/>
                        <a:pt x="399768" y="118698"/>
                      </a:cubicBezTo>
                      <a:cubicBezTo>
                        <a:pt x="422390" y="128223"/>
                        <a:pt x="362601" y="155929"/>
                        <a:pt x="378336" y="168704"/>
                      </a:cubicBezTo>
                      <a:cubicBezTo>
                        <a:pt x="394071" y="181479"/>
                        <a:pt x="410836" y="208446"/>
                        <a:pt x="401311" y="231068"/>
                      </a:cubicBezTo>
                      <a:cubicBezTo>
                        <a:pt x="376984" y="257905"/>
                        <a:pt x="445525" y="256167"/>
                        <a:pt x="421198" y="283004"/>
                      </a:cubicBezTo>
                      <a:cubicBezTo>
                        <a:pt x="421427" y="337309"/>
                        <a:pt x="428798" y="255883"/>
                        <a:pt x="429027" y="310188"/>
                      </a:cubicBezTo>
                      <a:cubicBezTo>
                        <a:pt x="418054" y="393854"/>
                        <a:pt x="433059" y="331621"/>
                        <a:pt x="392624" y="347299"/>
                      </a:cubicBezTo>
                      <a:cubicBezTo>
                        <a:pt x="335853" y="340858"/>
                        <a:pt x="394226" y="404925"/>
                        <a:pt x="266990" y="364412"/>
                      </a:cubicBezTo>
                      <a:cubicBezTo>
                        <a:pt x="196904" y="373905"/>
                        <a:pt x="58918" y="401388"/>
                        <a:pt x="29257" y="368538"/>
                      </a:cubicBezTo>
                      <a:lnTo>
                        <a:pt x="3300" y="367337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25400" cap="flat">
                  <a:solidFill>
                    <a:schemeClr val="accent1">
                      <a:lumMod val="60000"/>
                      <a:lumOff val="40000"/>
                    </a:schemeClr>
                  </a:solidFill>
                  <a:prstDash val="solid"/>
                  <a:round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Calibri"/>
                  </a:endParaRPr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96E3EA1-384A-9542-9705-FC5B681263A4}"/>
                </a:ext>
              </a:extLst>
            </p:cNvPr>
            <p:cNvGrpSpPr/>
            <p:nvPr/>
          </p:nvGrpSpPr>
          <p:grpSpPr>
            <a:xfrm>
              <a:off x="2887740" y="4014527"/>
              <a:ext cx="1861040" cy="1705435"/>
              <a:chOff x="2887740" y="4014527"/>
              <a:chExt cx="1861040" cy="1705435"/>
            </a:xfrm>
          </p:grpSpPr>
          <p:sp>
            <p:nvSpPr>
              <p:cNvPr id="28" name="Triangle 27">
                <a:extLst>
                  <a:ext uri="{FF2B5EF4-FFF2-40B4-BE49-F238E27FC236}">
                    <a16:creationId xmlns:a16="http://schemas.microsoft.com/office/drawing/2014/main" id="{303DA504-5903-A440-905B-94BAFD482E0B}"/>
                  </a:ext>
                </a:extLst>
              </p:cNvPr>
              <p:cNvSpPr/>
              <p:nvPr/>
            </p:nvSpPr>
            <p:spPr>
              <a:xfrm>
                <a:off x="4288364" y="4014527"/>
                <a:ext cx="460416" cy="428099"/>
              </a:xfrm>
              <a:custGeom>
                <a:avLst/>
                <a:gdLst>
                  <a:gd name="connsiteX0" fmla="*/ 0 w 432486"/>
                  <a:gd name="connsiteY0" fmla="*/ 481630 h 481630"/>
                  <a:gd name="connsiteX1" fmla="*/ 216243 w 432486"/>
                  <a:gd name="connsiteY1" fmla="*/ 0 h 481630"/>
                  <a:gd name="connsiteX2" fmla="*/ 432486 w 432486"/>
                  <a:gd name="connsiteY2" fmla="*/ 481630 h 481630"/>
                  <a:gd name="connsiteX3" fmla="*/ 0 w 432486"/>
                  <a:gd name="connsiteY3" fmla="*/ 481630 h 481630"/>
                  <a:gd name="connsiteX0" fmla="*/ 0 w 560581"/>
                  <a:gd name="connsiteY0" fmla="*/ 481630 h 481630"/>
                  <a:gd name="connsiteX1" fmla="*/ 216243 w 560581"/>
                  <a:gd name="connsiteY1" fmla="*/ 0 h 481630"/>
                  <a:gd name="connsiteX2" fmla="*/ 560581 w 560581"/>
                  <a:gd name="connsiteY2" fmla="*/ 93785 h 481630"/>
                  <a:gd name="connsiteX3" fmla="*/ 432486 w 560581"/>
                  <a:gd name="connsiteY3" fmla="*/ 481630 h 481630"/>
                  <a:gd name="connsiteX4" fmla="*/ 0 w 560581"/>
                  <a:gd name="connsiteY4" fmla="*/ 481630 h 481630"/>
                  <a:gd name="connsiteX0" fmla="*/ 0 w 560581"/>
                  <a:gd name="connsiteY0" fmla="*/ 481630 h 481630"/>
                  <a:gd name="connsiteX1" fmla="*/ 216243 w 560581"/>
                  <a:gd name="connsiteY1" fmla="*/ 0 h 481630"/>
                  <a:gd name="connsiteX2" fmla="*/ 560581 w 560581"/>
                  <a:gd name="connsiteY2" fmla="*/ 93785 h 481630"/>
                  <a:gd name="connsiteX3" fmla="*/ 395416 w 560581"/>
                  <a:gd name="connsiteY3" fmla="*/ 308636 h 481630"/>
                  <a:gd name="connsiteX4" fmla="*/ 0 w 560581"/>
                  <a:gd name="connsiteY4" fmla="*/ 481630 h 481630"/>
                  <a:gd name="connsiteX0" fmla="*/ 0 w 412300"/>
                  <a:gd name="connsiteY0" fmla="*/ 308635 h 308636"/>
                  <a:gd name="connsiteX1" fmla="*/ 67962 w 412300"/>
                  <a:gd name="connsiteY1" fmla="*/ 0 h 308636"/>
                  <a:gd name="connsiteX2" fmla="*/ 412300 w 412300"/>
                  <a:gd name="connsiteY2" fmla="*/ 93785 h 308636"/>
                  <a:gd name="connsiteX3" fmla="*/ 247135 w 412300"/>
                  <a:gd name="connsiteY3" fmla="*/ 308636 h 308636"/>
                  <a:gd name="connsiteX4" fmla="*/ 0 w 412300"/>
                  <a:gd name="connsiteY4" fmla="*/ 308635 h 308636"/>
                  <a:gd name="connsiteX0" fmla="*/ 21741 w 434041"/>
                  <a:gd name="connsiteY0" fmla="*/ 308635 h 308636"/>
                  <a:gd name="connsiteX1" fmla="*/ 1553 w 434041"/>
                  <a:gd name="connsiteY1" fmla="*/ 130855 h 308636"/>
                  <a:gd name="connsiteX2" fmla="*/ 89703 w 434041"/>
                  <a:gd name="connsiteY2" fmla="*/ 0 h 308636"/>
                  <a:gd name="connsiteX3" fmla="*/ 434041 w 434041"/>
                  <a:gd name="connsiteY3" fmla="*/ 93785 h 308636"/>
                  <a:gd name="connsiteX4" fmla="*/ 268876 w 434041"/>
                  <a:gd name="connsiteY4" fmla="*/ 308636 h 308636"/>
                  <a:gd name="connsiteX5" fmla="*/ 21741 w 434041"/>
                  <a:gd name="connsiteY5" fmla="*/ 308635 h 308636"/>
                  <a:gd name="connsiteX0" fmla="*/ 21741 w 434041"/>
                  <a:gd name="connsiteY0" fmla="*/ 308635 h 402723"/>
                  <a:gd name="connsiteX1" fmla="*/ 1553 w 434041"/>
                  <a:gd name="connsiteY1" fmla="*/ 130855 h 402723"/>
                  <a:gd name="connsiteX2" fmla="*/ 89703 w 434041"/>
                  <a:gd name="connsiteY2" fmla="*/ 0 h 402723"/>
                  <a:gd name="connsiteX3" fmla="*/ 434041 w 434041"/>
                  <a:gd name="connsiteY3" fmla="*/ 93785 h 402723"/>
                  <a:gd name="connsiteX4" fmla="*/ 268876 w 434041"/>
                  <a:gd name="connsiteY4" fmla="*/ 308636 h 402723"/>
                  <a:gd name="connsiteX5" fmla="*/ 26268 w 434041"/>
                  <a:gd name="connsiteY5" fmla="*/ 402704 h 402723"/>
                  <a:gd name="connsiteX6" fmla="*/ 21741 w 434041"/>
                  <a:gd name="connsiteY6" fmla="*/ 308635 h 402723"/>
                  <a:gd name="connsiteX0" fmla="*/ 0 w 448018"/>
                  <a:gd name="connsiteY0" fmla="*/ 308635 h 402723"/>
                  <a:gd name="connsiteX1" fmla="*/ 15530 w 448018"/>
                  <a:gd name="connsiteY1" fmla="*/ 130855 h 402723"/>
                  <a:gd name="connsiteX2" fmla="*/ 103680 w 448018"/>
                  <a:gd name="connsiteY2" fmla="*/ 0 h 402723"/>
                  <a:gd name="connsiteX3" fmla="*/ 448018 w 448018"/>
                  <a:gd name="connsiteY3" fmla="*/ 93785 h 402723"/>
                  <a:gd name="connsiteX4" fmla="*/ 282853 w 448018"/>
                  <a:gd name="connsiteY4" fmla="*/ 308636 h 402723"/>
                  <a:gd name="connsiteX5" fmla="*/ 40245 w 448018"/>
                  <a:gd name="connsiteY5" fmla="*/ 402704 h 402723"/>
                  <a:gd name="connsiteX6" fmla="*/ 0 w 448018"/>
                  <a:gd name="connsiteY6" fmla="*/ 308635 h 402723"/>
                  <a:gd name="connsiteX0" fmla="*/ 0 w 448018"/>
                  <a:gd name="connsiteY0" fmla="*/ 308635 h 402723"/>
                  <a:gd name="connsiteX1" fmla="*/ 15530 w 448018"/>
                  <a:gd name="connsiteY1" fmla="*/ 130855 h 402723"/>
                  <a:gd name="connsiteX2" fmla="*/ 3561 w 448018"/>
                  <a:gd name="connsiteY2" fmla="*/ 9991 h 402723"/>
                  <a:gd name="connsiteX3" fmla="*/ 103680 w 448018"/>
                  <a:gd name="connsiteY3" fmla="*/ 0 h 402723"/>
                  <a:gd name="connsiteX4" fmla="*/ 448018 w 448018"/>
                  <a:gd name="connsiteY4" fmla="*/ 93785 h 402723"/>
                  <a:gd name="connsiteX5" fmla="*/ 282853 w 448018"/>
                  <a:gd name="connsiteY5" fmla="*/ 308636 h 402723"/>
                  <a:gd name="connsiteX6" fmla="*/ 40245 w 448018"/>
                  <a:gd name="connsiteY6" fmla="*/ 402704 h 402723"/>
                  <a:gd name="connsiteX7" fmla="*/ 0 w 448018"/>
                  <a:gd name="connsiteY7" fmla="*/ 308635 h 402723"/>
                  <a:gd name="connsiteX0" fmla="*/ 35659 w 483677"/>
                  <a:gd name="connsiteY0" fmla="*/ 308635 h 402723"/>
                  <a:gd name="connsiteX1" fmla="*/ 1182 w 483677"/>
                  <a:gd name="connsiteY1" fmla="*/ 130855 h 402723"/>
                  <a:gd name="connsiteX2" fmla="*/ 39220 w 483677"/>
                  <a:gd name="connsiteY2" fmla="*/ 9991 h 402723"/>
                  <a:gd name="connsiteX3" fmla="*/ 139339 w 483677"/>
                  <a:gd name="connsiteY3" fmla="*/ 0 h 402723"/>
                  <a:gd name="connsiteX4" fmla="*/ 483677 w 483677"/>
                  <a:gd name="connsiteY4" fmla="*/ 93785 h 402723"/>
                  <a:gd name="connsiteX5" fmla="*/ 318512 w 483677"/>
                  <a:gd name="connsiteY5" fmla="*/ 308636 h 402723"/>
                  <a:gd name="connsiteX6" fmla="*/ 75904 w 483677"/>
                  <a:gd name="connsiteY6" fmla="*/ 402704 h 402723"/>
                  <a:gd name="connsiteX7" fmla="*/ 35659 w 483677"/>
                  <a:gd name="connsiteY7" fmla="*/ 308635 h 402723"/>
                  <a:gd name="connsiteX0" fmla="*/ 35659 w 483677"/>
                  <a:gd name="connsiteY0" fmla="*/ 308635 h 403356"/>
                  <a:gd name="connsiteX1" fmla="*/ 1182 w 483677"/>
                  <a:gd name="connsiteY1" fmla="*/ 130855 h 403356"/>
                  <a:gd name="connsiteX2" fmla="*/ 39220 w 483677"/>
                  <a:gd name="connsiteY2" fmla="*/ 9991 h 403356"/>
                  <a:gd name="connsiteX3" fmla="*/ 139339 w 483677"/>
                  <a:gd name="connsiteY3" fmla="*/ 0 h 403356"/>
                  <a:gd name="connsiteX4" fmla="*/ 483677 w 483677"/>
                  <a:gd name="connsiteY4" fmla="*/ 93785 h 403356"/>
                  <a:gd name="connsiteX5" fmla="*/ 318512 w 483677"/>
                  <a:gd name="connsiteY5" fmla="*/ 308636 h 403356"/>
                  <a:gd name="connsiteX6" fmla="*/ 196383 w 483677"/>
                  <a:gd name="connsiteY6" fmla="*/ 367178 h 403356"/>
                  <a:gd name="connsiteX7" fmla="*/ 75904 w 483677"/>
                  <a:gd name="connsiteY7" fmla="*/ 402704 h 403356"/>
                  <a:gd name="connsiteX8" fmla="*/ 35659 w 483677"/>
                  <a:gd name="connsiteY8" fmla="*/ 308635 h 403356"/>
                  <a:gd name="connsiteX0" fmla="*/ 35659 w 483770"/>
                  <a:gd name="connsiteY0" fmla="*/ 308635 h 403356"/>
                  <a:gd name="connsiteX1" fmla="*/ 1182 w 483770"/>
                  <a:gd name="connsiteY1" fmla="*/ 130855 h 403356"/>
                  <a:gd name="connsiteX2" fmla="*/ 39220 w 483770"/>
                  <a:gd name="connsiteY2" fmla="*/ 9991 h 403356"/>
                  <a:gd name="connsiteX3" fmla="*/ 139339 w 483770"/>
                  <a:gd name="connsiteY3" fmla="*/ 0 h 403356"/>
                  <a:gd name="connsiteX4" fmla="*/ 389264 w 483770"/>
                  <a:gd name="connsiteY4" fmla="*/ 17133 h 403356"/>
                  <a:gd name="connsiteX5" fmla="*/ 483677 w 483770"/>
                  <a:gd name="connsiteY5" fmla="*/ 93785 h 403356"/>
                  <a:gd name="connsiteX6" fmla="*/ 318512 w 483770"/>
                  <a:gd name="connsiteY6" fmla="*/ 308636 h 403356"/>
                  <a:gd name="connsiteX7" fmla="*/ 196383 w 483770"/>
                  <a:gd name="connsiteY7" fmla="*/ 367178 h 403356"/>
                  <a:gd name="connsiteX8" fmla="*/ 75904 w 483770"/>
                  <a:gd name="connsiteY8" fmla="*/ 402704 h 403356"/>
                  <a:gd name="connsiteX9" fmla="*/ 35659 w 483770"/>
                  <a:gd name="connsiteY9" fmla="*/ 308635 h 403356"/>
                  <a:gd name="connsiteX0" fmla="*/ 35659 w 483738"/>
                  <a:gd name="connsiteY0" fmla="*/ 327481 h 422202"/>
                  <a:gd name="connsiteX1" fmla="*/ 1182 w 483738"/>
                  <a:gd name="connsiteY1" fmla="*/ 149701 h 422202"/>
                  <a:gd name="connsiteX2" fmla="*/ 39220 w 483738"/>
                  <a:gd name="connsiteY2" fmla="*/ 28837 h 422202"/>
                  <a:gd name="connsiteX3" fmla="*/ 139339 w 483738"/>
                  <a:gd name="connsiteY3" fmla="*/ 18846 h 422202"/>
                  <a:gd name="connsiteX4" fmla="*/ 296395 w 483738"/>
                  <a:gd name="connsiteY4" fmla="*/ 261 h 422202"/>
                  <a:gd name="connsiteX5" fmla="*/ 389264 w 483738"/>
                  <a:gd name="connsiteY5" fmla="*/ 35979 h 422202"/>
                  <a:gd name="connsiteX6" fmla="*/ 483677 w 483738"/>
                  <a:gd name="connsiteY6" fmla="*/ 112631 h 422202"/>
                  <a:gd name="connsiteX7" fmla="*/ 318512 w 483738"/>
                  <a:gd name="connsiteY7" fmla="*/ 327482 h 422202"/>
                  <a:gd name="connsiteX8" fmla="*/ 196383 w 483738"/>
                  <a:gd name="connsiteY8" fmla="*/ 386024 h 422202"/>
                  <a:gd name="connsiteX9" fmla="*/ 75904 w 483738"/>
                  <a:gd name="connsiteY9" fmla="*/ 421550 h 422202"/>
                  <a:gd name="connsiteX10" fmla="*/ 35659 w 483738"/>
                  <a:gd name="connsiteY10" fmla="*/ 327481 h 422202"/>
                  <a:gd name="connsiteX0" fmla="*/ 8173 w 456252"/>
                  <a:gd name="connsiteY0" fmla="*/ 327481 h 422202"/>
                  <a:gd name="connsiteX1" fmla="*/ 2271 w 456252"/>
                  <a:gd name="connsiteY1" fmla="*/ 156845 h 422202"/>
                  <a:gd name="connsiteX2" fmla="*/ 11734 w 456252"/>
                  <a:gd name="connsiteY2" fmla="*/ 28837 h 422202"/>
                  <a:gd name="connsiteX3" fmla="*/ 111853 w 456252"/>
                  <a:gd name="connsiteY3" fmla="*/ 18846 h 422202"/>
                  <a:gd name="connsiteX4" fmla="*/ 268909 w 456252"/>
                  <a:gd name="connsiteY4" fmla="*/ 261 h 422202"/>
                  <a:gd name="connsiteX5" fmla="*/ 361778 w 456252"/>
                  <a:gd name="connsiteY5" fmla="*/ 35979 h 422202"/>
                  <a:gd name="connsiteX6" fmla="*/ 456191 w 456252"/>
                  <a:gd name="connsiteY6" fmla="*/ 112631 h 422202"/>
                  <a:gd name="connsiteX7" fmla="*/ 291026 w 456252"/>
                  <a:gd name="connsiteY7" fmla="*/ 327482 h 422202"/>
                  <a:gd name="connsiteX8" fmla="*/ 168897 w 456252"/>
                  <a:gd name="connsiteY8" fmla="*/ 386024 h 422202"/>
                  <a:gd name="connsiteX9" fmla="*/ 48418 w 456252"/>
                  <a:gd name="connsiteY9" fmla="*/ 421550 h 422202"/>
                  <a:gd name="connsiteX10" fmla="*/ 8173 w 456252"/>
                  <a:gd name="connsiteY10" fmla="*/ 327481 h 422202"/>
                  <a:gd name="connsiteX0" fmla="*/ 28676 w 455324"/>
                  <a:gd name="connsiteY0" fmla="*/ 334625 h 422202"/>
                  <a:gd name="connsiteX1" fmla="*/ 1343 w 455324"/>
                  <a:gd name="connsiteY1" fmla="*/ 156845 h 422202"/>
                  <a:gd name="connsiteX2" fmla="*/ 10806 w 455324"/>
                  <a:gd name="connsiteY2" fmla="*/ 28837 h 422202"/>
                  <a:gd name="connsiteX3" fmla="*/ 110925 w 455324"/>
                  <a:gd name="connsiteY3" fmla="*/ 18846 h 422202"/>
                  <a:gd name="connsiteX4" fmla="*/ 267981 w 455324"/>
                  <a:gd name="connsiteY4" fmla="*/ 261 h 422202"/>
                  <a:gd name="connsiteX5" fmla="*/ 360850 w 455324"/>
                  <a:gd name="connsiteY5" fmla="*/ 35979 h 422202"/>
                  <a:gd name="connsiteX6" fmla="*/ 455263 w 455324"/>
                  <a:gd name="connsiteY6" fmla="*/ 112631 h 422202"/>
                  <a:gd name="connsiteX7" fmla="*/ 290098 w 455324"/>
                  <a:gd name="connsiteY7" fmla="*/ 327482 h 422202"/>
                  <a:gd name="connsiteX8" fmla="*/ 167969 w 455324"/>
                  <a:gd name="connsiteY8" fmla="*/ 386024 h 422202"/>
                  <a:gd name="connsiteX9" fmla="*/ 47490 w 455324"/>
                  <a:gd name="connsiteY9" fmla="*/ 421550 h 422202"/>
                  <a:gd name="connsiteX10" fmla="*/ 28676 w 455324"/>
                  <a:gd name="connsiteY10" fmla="*/ 334625 h 422202"/>
                  <a:gd name="connsiteX0" fmla="*/ 30044 w 456692"/>
                  <a:gd name="connsiteY0" fmla="*/ 334625 h 422202"/>
                  <a:gd name="connsiteX1" fmla="*/ 2711 w 456692"/>
                  <a:gd name="connsiteY1" fmla="*/ 156845 h 422202"/>
                  <a:gd name="connsiteX2" fmla="*/ 12174 w 456692"/>
                  <a:gd name="connsiteY2" fmla="*/ 28837 h 422202"/>
                  <a:gd name="connsiteX3" fmla="*/ 112293 w 456692"/>
                  <a:gd name="connsiteY3" fmla="*/ 18846 h 422202"/>
                  <a:gd name="connsiteX4" fmla="*/ 269349 w 456692"/>
                  <a:gd name="connsiteY4" fmla="*/ 261 h 422202"/>
                  <a:gd name="connsiteX5" fmla="*/ 362218 w 456692"/>
                  <a:gd name="connsiteY5" fmla="*/ 35979 h 422202"/>
                  <a:gd name="connsiteX6" fmla="*/ 456631 w 456692"/>
                  <a:gd name="connsiteY6" fmla="*/ 112631 h 422202"/>
                  <a:gd name="connsiteX7" fmla="*/ 291466 w 456692"/>
                  <a:gd name="connsiteY7" fmla="*/ 327482 h 422202"/>
                  <a:gd name="connsiteX8" fmla="*/ 169337 w 456692"/>
                  <a:gd name="connsiteY8" fmla="*/ 386024 h 422202"/>
                  <a:gd name="connsiteX9" fmla="*/ 48858 w 456692"/>
                  <a:gd name="connsiteY9" fmla="*/ 421550 h 422202"/>
                  <a:gd name="connsiteX10" fmla="*/ 30044 w 456692"/>
                  <a:gd name="connsiteY10" fmla="*/ 334625 h 422202"/>
                  <a:gd name="connsiteX0" fmla="*/ 30044 w 456692"/>
                  <a:gd name="connsiteY0" fmla="*/ 334625 h 428099"/>
                  <a:gd name="connsiteX1" fmla="*/ 2711 w 456692"/>
                  <a:gd name="connsiteY1" fmla="*/ 156845 h 428099"/>
                  <a:gd name="connsiteX2" fmla="*/ 12174 w 456692"/>
                  <a:gd name="connsiteY2" fmla="*/ 28837 h 428099"/>
                  <a:gd name="connsiteX3" fmla="*/ 112293 w 456692"/>
                  <a:gd name="connsiteY3" fmla="*/ 18846 h 428099"/>
                  <a:gd name="connsiteX4" fmla="*/ 269349 w 456692"/>
                  <a:gd name="connsiteY4" fmla="*/ 261 h 428099"/>
                  <a:gd name="connsiteX5" fmla="*/ 362218 w 456692"/>
                  <a:gd name="connsiteY5" fmla="*/ 35979 h 428099"/>
                  <a:gd name="connsiteX6" fmla="*/ 456631 w 456692"/>
                  <a:gd name="connsiteY6" fmla="*/ 112631 h 428099"/>
                  <a:gd name="connsiteX7" fmla="*/ 291466 w 456692"/>
                  <a:gd name="connsiteY7" fmla="*/ 327482 h 428099"/>
                  <a:gd name="connsiteX8" fmla="*/ 169337 w 456692"/>
                  <a:gd name="connsiteY8" fmla="*/ 386024 h 428099"/>
                  <a:gd name="connsiteX9" fmla="*/ 48858 w 456692"/>
                  <a:gd name="connsiteY9" fmla="*/ 421550 h 428099"/>
                  <a:gd name="connsiteX10" fmla="*/ 30044 w 456692"/>
                  <a:gd name="connsiteY10" fmla="*/ 334625 h 428099"/>
                  <a:gd name="connsiteX0" fmla="*/ 30044 w 464536"/>
                  <a:gd name="connsiteY0" fmla="*/ 334625 h 428099"/>
                  <a:gd name="connsiteX1" fmla="*/ 2711 w 464536"/>
                  <a:gd name="connsiteY1" fmla="*/ 156845 h 428099"/>
                  <a:gd name="connsiteX2" fmla="*/ 12174 w 464536"/>
                  <a:gd name="connsiteY2" fmla="*/ 28837 h 428099"/>
                  <a:gd name="connsiteX3" fmla="*/ 112293 w 464536"/>
                  <a:gd name="connsiteY3" fmla="*/ 18846 h 428099"/>
                  <a:gd name="connsiteX4" fmla="*/ 269349 w 464536"/>
                  <a:gd name="connsiteY4" fmla="*/ 261 h 428099"/>
                  <a:gd name="connsiteX5" fmla="*/ 362218 w 464536"/>
                  <a:gd name="connsiteY5" fmla="*/ 35979 h 428099"/>
                  <a:gd name="connsiteX6" fmla="*/ 440799 w 464536"/>
                  <a:gd name="connsiteY6" fmla="*/ 57411 h 428099"/>
                  <a:gd name="connsiteX7" fmla="*/ 456631 w 464536"/>
                  <a:gd name="connsiteY7" fmla="*/ 112631 h 428099"/>
                  <a:gd name="connsiteX8" fmla="*/ 291466 w 464536"/>
                  <a:gd name="connsiteY8" fmla="*/ 327482 h 428099"/>
                  <a:gd name="connsiteX9" fmla="*/ 169337 w 464536"/>
                  <a:gd name="connsiteY9" fmla="*/ 386024 h 428099"/>
                  <a:gd name="connsiteX10" fmla="*/ 48858 w 464536"/>
                  <a:gd name="connsiteY10" fmla="*/ 421550 h 428099"/>
                  <a:gd name="connsiteX11" fmla="*/ 30044 w 464536"/>
                  <a:gd name="connsiteY11" fmla="*/ 334625 h 428099"/>
                  <a:gd name="connsiteX0" fmla="*/ 30044 w 460416"/>
                  <a:gd name="connsiteY0" fmla="*/ 334625 h 428099"/>
                  <a:gd name="connsiteX1" fmla="*/ 2711 w 460416"/>
                  <a:gd name="connsiteY1" fmla="*/ 156845 h 428099"/>
                  <a:gd name="connsiteX2" fmla="*/ 12174 w 460416"/>
                  <a:gd name="connsiteY2" fmla="*/ 28837 h 428099"/>
                  <a:gd name="connsiteX3" fmla="*/ 112293 w 460416"/>
                  <a:gd name="connsiteY3" fmla="*/ 18846 h 428099"/>
                  <a:gd name="connsiteX4" fmla="*/ 269349 w 460416"/>
                  <a:gd name="connsiteY4" fmla="*/ 261 h 428099"/>
                  <a:gd name="connsiteX5" fmla="*/ 362218 w 460416"/>
                  <a:gd name="connsiteY5" fmla="*/ 35979 h 428099"/>
                  <a:gd name="connsiteX6" fmla="*/ 440799 w 460416"/>
                  <a:gd name="connsiteY6" fmla="*/ 57411 h 428099"/>
                  <a:gd name="connsiteX7" fmla="*/ 456631 w 460416"/>
                  <a:gd name="connsiteY7" fmla="*/ 112631 h 428099"/>
                  <a:gd name="connsiteX8" fmla="*/ 397936 w 460416"/>
                  <a:gd name="connsiteY8" fmla="*/ 207429 h 428099"/>
                  <a:gd name="connsiteX9" fmla="*/ 291466 w 460416"/>
                  <a:gd name="connsiteY9" fmla="*/ 327482 h 428099"/>
                  <a:gd name="connsiteX10" fmla="*/ 169337 w 460416"/>
                  <a:gd name="connsiteY10" fmla="*/ 386024 h 428099"/>
                  <a:gd name="connsiteX11" fmla="*/ 48858 w 460416"/>
                  <a:gd name="connsiteY11" fmla="*/ 421550 h 428099"/>
                  <a:gd name="connsiteX12" fmla="*/ 30044 w 460416"/>
                  <a:gd name="connsiteY12" fmla="*/ 334625 h 428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60416" h="428099">
                    <a:moveTo>
                      <a:pt x="30044" y="334625"/>
                    </a:moveTo>
                    <a:cubicBezTo>
                      <a:pt x="11215" y="282509"/>
                      <a:pt x="-7035" y="216105"/>
                      <a:pt x="2711" y="156845"/>
                    </a:cubicBezTo>
                    <a:cubicBezTo>
                      <a:pt x="15390" y="130844"/>
                      <a:pt x="-505" y="54838"/>
                      <a:pt x="12174" y="28837"/>
                    </a:cubicBezTo>
                    <a:lnTo>
                      <a:pt x="112293" y="18846"/>
                    </a:lnTo>
                    <a:cubicBezTo>
                      <a:pt x="150393" y="18846"/>
                      <a:pt x="227695" y="-2594"/>
                      <a:pt x="269349" y="261"/>
                    </a:cubicBezTo>
                    <a:cubicBezTo>
                      <a:pt x="311003" y="3116"/>
                      <a:pt x="339596" y="26454"/>
                      <a:pt x="362218" y="35979"/>
                    </a:cubicBezTo>
                    <a:cubicBezTo>
                      <a:pt x="384840" y="45504"/>
                      <a:pt x="425064" y="44636"/>
                      <a:pt x="440799" y="57411"/>
                    </a:cubicBezTo>
                    <a:cubicBezTo>
                      <a:pt x="456534" y="70186"/>
                      <a:pt x="466156" y="90009"/>
                      <a:pt x="456631" y="112631"/>
                    </a:cubicBezTo>
                    <a:cubicBezTo>
                      <a:pt x="432304" y="139468"/>
                      <a:pt x="422263" y="180592"/>
                      <a:pt x="397936" y="207429"/>
                    </a:cubicBezTo>
                    <a:lnTo>
                      <a:pt x="291466" y="327482"/>
                    </a:lnTo>
                    <a:cubicBezTo>
                      <a:pt x="244774" y="368285"/>
                      <a:pt x="209772" y="370346"/>
                      <a:pt x="169337" y="386024"/>
                    </a:cubicBezTo>
                    <a:cubicBezTo>
                      <a:pt x="143190" y="444564"/>
                      <a:pt x="76836" y="426545"/>
                      <a:pt x="48858" y="421550"/>
                    </a:cubicBezTo>
                    <a:lnTo>
                      <a:pt x="30044" y="334625"/>
                    </a:lnTo>
                    <a:close/>
                  </a:path>
                </a:pathLst>
              </a:custGeom>
              <a:solidFill>
                <a:srgbClr val="FFFF00"/>
              </a:solidFill>
              <a:ln w="25400" cap="flat">
                <a:solidFill>
                  <a:srgbClr val="FFFF00"/>
                </a:solidFill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5491ABA8-0D44-5347-8BC1-A795080DCA58}"/>
                      </a:ext>
                    </a:extLst>
                  </p:cNvPr>
                  <p:cNvSpPr txBox="1"/>
                  <p:nvPr/>
                </p:nvSpPr>
                <p:spPr>
                  <a:xfrm>
                    <a:off x="2887740" y="5073633"/>
                    <a:ext cx="1742363" cy="64632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3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14:m>
                      <m:oMath xmlns:m="http://schemas.openxmlformats.org/officeDocument/2006/math"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</m:oMath>
                    </a14:m>
                    <a:r>
                      <a:rPr lang="en-US" sz="36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kumimoji="0" lang="en-US" sz="3600" b="1" i="0" u="none" strike="noStrike" cap="none" spc="0" normalizeH="0" baseline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5491ABA8-0D44-5347-8BC1-A795080DCA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7740" y="5073633"/>
                    <a:ext cx="1742363" cy="64632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3043" t="-13462" r="-7971" b="-34615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2E651E-67E9-CC45-9820-28BF87A7DAE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8260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chedule for  Calculation of TPP and APP Given MPP"/>
          <p:cNvSpPr txBox="1">
            <a:spLocks noGrp="1"/>
          </p:cNvSpPr>
          <p:nvPr>
            <p:ph type="title" idx="4294967295"/>
          </p:nvPr>
        </p:nvSpPr>
        <p:spPr>
          <a:xfrm>
            <a:off x="2642740" y="90811"/>
            <a:ext cx="4051023" cy="590006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defRPr sz="28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Physical Product (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TPP)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chedule for  Calculation of TPP and APP Given MPP">
            <a:extLst>
              <a:ext uri="{FF2B5EF4-FFF2-40B4-BE49-F238E27FC236}">
                <a16:creationId xmlns:a16="http://schemas.microsoft.com/office/drawing/2014/main" id="{C175B190-72E0-524C-BC4E-0C56A612284A}"/>
              </a:ext>
            </a:extLst>
          </p:cNvPr>
          <p:cNvSpPr txBox="1">
            <a:spLocks/>
          </p:cNvSpPr>
          <p:nvPr/>
        </p:nvSpPr>
        <p:spPr>
          <a:xfrm>
            <a:off x="2090945" y="2189403"/>
            <a:ext cx="4468120" cy="590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l" hangingPunct="1">
              <a:defRPr sz="2800" b="1"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Physical Product (APP)</a:t>
            </a:r>
          </a:p>
        </p:txBody>
      </p:sp>
      <p:sp>
        <p:nvSpPr>
          <p:cNvPr id="21" name="Schedule for  Calculation of TPP and APP Given MPP">
            <a:extLst>
              <a:ext uri="{FF2B5EF4-FFF2-40B4-BE49-F238E27FC236}">
                <a16:creationId xmlns:a16="http://schemas.microsoft.com/office/drawing/2014/main" id="{AD3E2F5E-C24B-144D-BF3E-1C8EE90282B1}"/>
              </a:ext>
            </a:extLst>
          </p:cNvPr>
          <p:cNvSpPr txBox="1">
            <a:spLocks/>
          </p:cNvSpPr>
          <p:nvPr/>
        </p:nvSpPr>
        <p:spPr>
          <a:xfrm>
            <a:off x="2108804" y="4077284"/>
            <a:ext cx="4584959" cy="590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l" hangingPunct="1">
              <a:defRPr sz="2800" b="1"/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Marginal Physical Product (MPP)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72FB99A-8110-B048-AA56-6D340BA455ED}"/>
                  </a:ext>
                </a:extLst>
              </p14:cNvPr>
              <p14:cNvContentPartPr/>
              <p14:nvPr/>
            </p14:nvContentPartPr>
            <p14:xfrm>
              <a:off x="4342865" y="1445583"/>
              <a:ext cx="360" cy="3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72FB99A-8110-B048-AA56-6D340BA455ED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312265" y="1414983"/>
                <a:ext cx="61560" cy="615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Schedule for  Calculation of TPP and APP Given MPP">
            <a:extLst>
              <a:ext uri="{FF2B5EF4-FFF2-40B4-BE49-F238E27FC236}">
                <a16:creationId xmlns:a16="http://schemas.microsoft.com/office/drawing/2014/main" id="{428D83BF-1578-4F4F-A385-B11C20EA6B00}"/>
              </a:ext>
            </a:extLst>
          </p:cNvPr>
          <p:cNvSpPr txBox="1">
            <a:spLocks/>
          </p:cNvSpPr>
          <p:nvPr/>
        </p:nvSpPr>
        <p:spPr>
          <a:xfrm>
            <a:off x="192908" y="1408204"/>
            <a:ext cx="4899663" cy="590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TPP</a:t>
            </a:r>
            <a:r>
              <a:rPr lang="en-I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MPP</a:t>
            </a:r>
            <a:r>
              <a:rPr lang="en-I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MPP</a:t>
            </a:r>
            <a:r>
              <a:rPr lang="en-I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… +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MPP</a:t>
            </a:r>
            <a:r>
              <a:rPr lang="en-I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IN" sz="24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chedule for  Calculation of TPP and APP Given MPP">
                <a:extLst>
                  <a:ext uri="{FF2B5EF4-FFF2-40B4-BE49-F238E27FC236}">
                    <a16:creationId xmlns:a16="http://schemas.microsoft.com/office/drawing/2014/main" id="{DE9C642D-ECE1-C444-B7E2-1A44A16619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54686" y="1380872"/>
                <a:ext cx="3314161" cy="59000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I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TPP</a:t>
                </a:r>
                <a:r>
                  <a:rPr lang="en-IN" sz="2400" b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  <m:e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𝑴𝑷𝑷</m:t>
                        </m:r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)(</m:t>
                        </m:r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𝒅𝑸</m:t>
                        </m:r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IN" sz="24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Schedule for  Calculation of TPP and APP Given MPP">
                <a:extLst>
                  <a:ext uri="{FF2B5EF4-FFF2-40B4-BE49-F238E27FC236}">
                    <a16:creationId xmlns:a16="http://schemas.microsoft.com/office/drawing/2014/main" id="{DE9C642D-ECE1-C444-B7E2-1A44A1661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686" y="1380872"/>
                <a:ext cx="3314161" cy="590006"/>
              </a:xfrm>
              <a:prstGeom prst="rect">
                <a:avLst/>
              </a:prstGeom>
              <a:blipFill>
                <a:blip r:embed="rId186"/>
                <a:stretch>
                  <a:fillRect l="-382" t="-110417" b="-17291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chedule for  Calculation of TPP and APP Given MPP">
                <a:extLst>
                  <a:ext uri="{FF2B5EF4-FFF2-40B4-BE49-F238E27FC236}">
                    <a16:creationId xmlns:a16="http://schemas.microsoft.com/office/drawing/2014/main" id="{C811091C-2F4D-C344-9F8B-44CA704AB6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46292" y="3341034"/>
                <a:ext cx="2064477" cy="59000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IN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</a:t>
                </a:r>
                <a:r>
                  <a:rPr lang="en-IN" sz="2400" b="1" baseline="-25000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4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𝑻𝑷𝑷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4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den>
                    </m:f>
                  </m:oMath>
                </a14:m>
                <a:endParaRPr lang="en-IN" sz="2400" b="1" baseline="-25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Schedule for  Calculation of TPP and APP Given MPP">
                <a:extLst>
                  <a:ext uri="{FF2B5EF4-FFF2-40B4-BE49-F238E27FC236}">
                    <a16:creationId xmlns:a16="http://schemas.microsoft.com/office/drawing/2014/main" id="{C811091C-2F4D-C344-9F8B-44CA704AB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292" y="3341034"/>
                <a:ext cx="2064477" cy="590006"/>
              </a:xfrm>
              <a:prstGeom prst="rect">
                <a:avLst/>
              </a:prstGeom>
              <a:blipFill>
                <a:blip r:embed="rId187"/>
                <a:stretch>
                  <a:fillRect t="-2128" b="-1276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chedule for  Calculation of TPP and APP Given MPP">
            <a:extLst>
              <a:ext uri="{FF2B5EF4-FFF2-40B4-BE49-F238E27FC236}">
                <a16:creationId xmlns:a16="http://schemas.microsoft.com/office/drawing/2014/main" id="{4D944DE1-BB0B-7649-AA8B-861209788ABD}"/>
              </a:ext>
            </a:extLst>
          </p:cNvPr>
          <p:cNvSpPr txBox="1">
            <a:spLocks/>
          </p:cNvSpPr>
          <p:nvPr/>
        </p:nvSpPr>
        <p:spPr>
          <a:xfrm>
            <a:off x="365685" y="5742419"/>
            <a:ext cx="3699513" cy="590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I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MPP</a:t>
            </a:r>
            <a:r>
              <a:rPr lang="en-IN" sz="2400" b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TPP</a:t>
            </a:r>
            <a:r>
              <a:rPr lang="en-IN" sz="2400" b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4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TPP</a:t>
            </a:r>
            <a:r>
              <a:rPr lang="en-IN" sz="2400" b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 – 1 )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chedule for  Calculation of TPP and APP Given MPP">
                <a:extLst>
                  <a:ext uri="{FF2B5EF4-FFF2-40B4-BE49-F238E27FC236}">
                    <a16:creationId xmlns:a16="http://schemas.microsoft.com/office/drawing/2014/main" id="{06B76128-A645-F44D-BA00-BC7BC0CD68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92571" y="5351166"/>
                <a:ext cx="2450794" cy="137251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IN" sz="24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MPP</a:t>
                </a:r>
                <a:r>
                  <a:rPr lang="en-IN" sz="2400" b="1" baseline="-25000" dirty="0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2400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IN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IN" sz="24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400" b="1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𝑻𝑷𝑷</m:t>
                            </m:r>
                          </m:e>
                          <m:sub>
                            <m:r>
                              <a:rPr lang="en-US" sz="24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IN" sz="2400" b="1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400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sz="2400" b="1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sz="24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sz="2400" b="1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Schedule for  Calculation of TPP and APP Given MPP">
                <a:extLst>
                  <a:ext uri="{FF2B5EF4-FFF2-40B4-BE49-F238E27FC236}">
                    <a16:creationId xmlns:a16="http://schemas.microsoft.com/office/drawing/2014/main" id="{06B76128-A645-F44D-BA00-BC7BC0CD6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571" y="5351166"/>
                <a:ext cx="2450794" cy="1372513"/>
              </a:xfrm>
              <a:prstGeom prst="rect">
                <a:avLst/>
              </a:prstGeom>
              <a:blipFill>
                <a:blip r:embed="rId188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chedule for  Calculation of TPP and APP Given MPP">
            <a:extLst>
              <a:ext uri="{FF2B5EF4-FFF2-40B4-BE49-F238E27FC236}">
                <a16:creationId xmlns:a16="http://schemas.microsoft.com/office/drawing/2014/main" id="{729C2AD5-2180-F145-B7B8-BC54D6002D2B}"/>
              </a:ext>
            </a:extLst>
          </p:cNvPr>
          <p:cNvSpPr txBox="1">
            <a:spLocks/>
          </p:cNvSpPr>
          <p:nvPr/>
        </p:nvSpPr>
        <p:spPr>
          <a:xfrm>
            <a:off x="365685" y="4664605"/>
            <a:ext cx="8403161" cy="987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just" hangingPunct="1">
              <a:defRPr sz="2800" b="1"/>
            </a:pP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MPP refers to the addition caused to TPP by using an additional unit of inputs</a:t>
            </a:r>
          </a:p>
        </p:txBody>
      </p:sp>
      <p:sp>
        <p:nvSpPr>
          <p:cNvPr id="13" name="Schedule for  Calculation of TPP and APP Given MPP">
            <a:extLst>
              <a:ext uri="{FF2B5EF4-FFF2-40B4-BE49-F238E27FC236}">
                <a16:creationId xmlns:a16="http://schemas.microsoft.com/office/drawing/2014/main" id="{190D1F2F-69DA-6949-BF5E-9D53D429CFD7}"/>
              </a:ext>
            </a:extLst>
          </p:cNvPr>
          <p:cNvSpPr txBox="1">
            <a:spLocks/>
          </p:cNvSpPr>
          <p:nvPr/>
        </p:nvSpPr>
        <p:spPr>
          <a:xfrm>
            <a:off x="498764" y="2684771"/>
            <a:ext cx="8270083" cy="559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just" hangingPunct="1">
              <a:defRPr sz="2800" b="1"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 refers to the TPP produced per unit of the inputs used</a:t>
            </a:r>
          </a:p>
        </p:txBody>
      </p:sp>
      <p:sp>
        <p:nvSpPr>
          <p:cNvPr id="14" name="Schedule for  Calculation of TPP and APP Given MPP">
            <a:extLst>
              <a:ext uri="{FF2B5EF4-FFF2-40B4-BE49-F238E27FC236}">
                <a16:creationId xmlns:a16="http://schemas.microsoft.com/office/drawing/2014/main" id="{7CE0F46D-A69D-9046-853F-207B67FC8322}"/>
              </a:ext>
            </a:extLst>
          </p:cNvPr>
          <p:cNvSpPr txBox="1">
            <a:spLocks/>
          </p:cNvSpPr>
          <p:nvPr/>
        </p:nvSpPr>
        <p:spPr>
          <a:xfrm>
            <a:off x="264676" y="661910"/>
            <a:ext cx="8504171" cy="687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just" hangingPunct="1">
              <a:defRPr sz="2800" b="1"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TPP refers to the overall physical production due to the quantity of inputs used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chedule for  Calculation of TPP and APP Given MPP"/>
          <p:cNvSpPr txBox="1">
            <a:spLocks noGrp="1"/>
          </p:cNvSpPr>
          <p:nvPr>
            <p:ph type="title" idx="4294967295"/>
          </p:nvPr>
        </p:nvSpPr>
        <p:spPr>
          <a:xfrm>
            <a:off x="650418" y="184467"/>
            <a:ext cx="7772400" cy="5339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2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Schedule for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APP and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MPP</a:t>
            </a:r>
          </a:p>
        </p:txBody>
      </p:sp>
      <p:graphicFrame>
        <p:nvGraphicFramePr>
          <p:cNvPr id="30" name="Table"/>
          <p:cNvGraphicFramePr/>
          <p:nvPr/>
        </p:nvGraphicFramePr>
        <p:xfrm>
          <a:off x="936617" y="1151551"/>
          <a:ext cx="7750182" cy="1765299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006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797">
                  <a:extLst>
                    <a:ext uri="{9D8B030D-6E8A-4147-A177-3AD203B41FA5}">
                      <a16:colId xmlns:a16="http://schemas.microsoft.com/office/drawing/2014/main" val="2719808405"/>
                    </a:ext>
                  </a:extLst>
                </a:gridCol>
                <a:gridCol w="812797">
                  <a:extLst>
                    <a:ext uri="{9D8B030D-6E8A-4147-A177-3AD203B41FA5}">
                      <a16:colId xmlns:a16="http://schemas.microsoft.com/office/drawing/2014/main" val="1202012860"/>
                    </a:ext>
                  </a:extLst>
                </a:gridCol>
                <a:gridCol w="713361">
                  <a:extLst>
                    <a:ext uri="{9D8B030D-6E8A-4147-A177-3AD203B41FA5}">
                      <a16:colId xmlns:a16="http://schemas.microsoft.com/office/drawing/2014/main" val="1368149854"/>
                    </a:ext>
                  </a:extLst>
                </a:gridCol>
                <a:gridCol w="912233">
                  <a:extLst>
                    <a:ext uri="{9D8B030D-6E8A-4147-A177-3AD203B41FA5}">
                      <a16:colId xmlns:a16="http://schemas.microsoft.com/office/drawing/2014/main" val="95615371"/>
                    </a:ext>
                  </a:extLst>
                </a:gridCol>
                <a:gridCol w="1132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7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2800" b="1"/>
                      </a:pPr>
                      <a:r>
                        <a:rPr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sz="28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TPP</a:t>
                      </a:r>
                      <a:endParaRPr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42</a:t>
                      </a: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</a:t>
                      </a:r>
                      <a:endParaRPr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</a:t>
                      </a:r>
                      <a:endParaRPr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42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IN"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IN"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lang="en-IN"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MPP</a:t>
                      </a:r>
                      <a:endParaRPr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42</a:t>
                      </a: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30</a:t>
                      </a: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36</a:t>
                      </a: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19</a:t>
                      </a: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-10</a:t>
                      </a: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C5BD2C-9F9C-064C-9BD6-A3FEBDADD98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5527B923-0AA4-E445-9048-3B1D95B1B55B}"/>
              </a:ext>
            </a:extLst>
          </p:cNvPr>
          <p:cNvGraphicFramePr/>
          <p:nvPr/>
        </p:nvGraphicFramePr>
        <p:xfrm>
          <a:off x="531743" y="3450603"/>
          <a:ext cx="1346666" cy="195568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37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2800" b="1"/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800"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TPP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800"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42</a:t>
                      </a:r>
                      <a:endParaRPr sz="20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715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800"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800"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42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08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800"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MPP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defRPr sz="1800"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42</a:t>
                      </a:r>
                      <a:endParaRPr sz="20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">
            <a:extLst>
              <a:ext uri="{FF2B5EF4-FFF2-40B4-BE49-F238E27FC236}">
                <a16:creationId xmlns:a16="http://schemas.microsoft.com/office/drawing/2014/main" id="{36959B67-2688-EA47-9945-B0118BF78A92}"/>
              </a:ext>
            </a:extLst>
          </p:cNvPr>
          <p:cNvGraphicFramePr/>
          <p:nvPr/>
        </p:nvGraphicFramePr>
        <p:xfrm>
          <a:off x="1878409" y="3443675"/>
          <a:ext cx="1357360" cy="196734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357360">
                  <a:extLst>
                    <a:ext uri="{9D8B030D-6E8A-4147-A177-3AD203B41FA5}">
                      <a16:colId xmlns:a16="http://schemas.microsoft.com/office/drawing/2014/main" val="2719808405"/>
                    </a:ext>
                  </a:extLst>
                </a:gridCol>
              </a:tblGrid>
              <a:tr h="44903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highlight>
                            <a:srgbClr val="C0C0C0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45*2 = 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  <a:highlight>
                            <a:srgbClr val="C0C0C0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90</a:t>
                      </a:r>
                      <a:endParaRPr sz="2800" b="1" dirty="0">
                        <a:solidFill>
                          <a:srgbClr val="FF0000"/>
                        </a:solidFill>
                        <a:highlight>
                          <a:srgbClr val="C0C0C0"/>
                        </a:highlight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71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0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90 – 42 = 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">
            <a:extLst>
              <a:ext uri="{FF2B5EF4-FFF2-40B4-BE49-F238E27FC236}">
                <a16:creationId xmlns:a16="http://schemas.microsoft.com/office/drawing/2014/main" id="{B477EE42-2188-7A4E-AB93-9DD29B75B385}"/>
              </a:ext>
            </a:extLst>
          </p:cNvPr>
          <p:cNvGraphicFramePr/>
          <p:nvPr/>
        </p:nvGraphicFramePr>
        <p:xfrm>
          <a:off x="3235769" y="3439954"/>
          <a:ext cx="1455113" cy="198936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55113">
                  <a:extLst>
                    <a:ext uri="{9D8B030D-6E8A-4147-A177-3AD203B41FA5}">
                      <a16:colId xmlns:a16="http://schemas.microsoft.com/office/drawing/2014/main" val="120201286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90 + 30 =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120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120/3 = 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30</a:t>
                      </a: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">
            <a:extLst>
              <a:ext uri="{FF2B5EF4-FFF2-40B4-BE49-F238E27FC236}">
                <a16:creationId xmlns:a16="http://schemas.microsoft.com/office/drawing/2014/main" id="{1E1CFD5F-8B18-5942-995B-7C77D377CEC3}"/>
              </a:ext>
            </a:extLst>
          </p:cNvPr>
          <p:cNvGraphicFramePr/>
          <p:nvPr/>
        </p:nvGraphicFramePr>
        <p:xfrm>
          <a:off x="7516394" y="3439954"/>
          <a:ext cx="1170405" cy="20574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70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165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23.8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-10</a:t>
                      </a: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">
            <a:extLst>
              <a:ext uri="{FF2B5EF4-FFF2-40B4-BE49-F238E27FC236}">
                <a16:creationId xmlns:a16="http://schemas.microsoft.com/office/drawing/2014/main" id="{C9942621-237E-3147-9860-39D70E7665DB}"/>
              </a:ext>
            </a:extLst>
          </p:cNvPr>
          <p:cNvGraphicFramePr/>
          <p:nvPr/>
        </p:nvGraphicFramePr>
        <p:xfrm>
          <a:off x="4705314" y="3429000"/>
          <a:ext cx="719859" cy="201127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19859">
                  <a:extLst>
                    <a:ext uri="{9D8B030D-6E8A-4147-A177-3AD203B41FA5}">
                      <a16:colId xmlns:a16="http://schemas.microsoft.com/office/drawing/2014/main" val="136814985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2800" b="1" dirty="0"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156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6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39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88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36</a:t>
                      </a: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">
            <a:extLst>
              <a:ext uri="{FF2B5EF4-FFF2-40B4-BE49-F238E27FC236}">
                <a16:creationId xmlns:a16="http://schemas.microsoft.com/office/drawing/2014/main" id="{55F35E7D-0194-4F40-B461-0D13B1380F89}"/>
              </a:ext>
            </a:extLst>
          </p:cNvPr>
          <p:cNvGraphicFramePr/>
          <p:nvPr/>
        </p:nvGraphicFramePr>
        <p:xfrm>
          <a:off x="5439605" y="3449938"/>
          <a:ext cx="912233" cy="199629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912233">
                  <a:extLst>
                    <a:ext uri="{9D8B030D-6E8A-4147-A177-3AD203B41FA5}">
                      <a16:colId xmlns:a16="http://schemas.microsoft.com/office/drawing/2014/main" val="9561537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175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35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73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19</a:t>
                      </a:r>
                      <a:endParaRPr sz="2400" b="1" dirty="0"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">
            <a:extLst>
              <a:ext uri="{FF2B5EF4-FFF2-40B4-BE49-F238E27FC236}">
                <a16:creationId xmlns:a16="http://schemas.microsoft.com/office/drawing/2014/main" id="{573E73E8-A241-7D44-8E0A-820962CB2191}"/>
              </a:ext>
            </a:extLst>
          </p:cNvPr>
          <p:cNvGraphicFramePr/>
          <p:nvPr/>
        </p:nvGraphicFramePr>
        <p:xfrm>
          <a:off x="6369163" y="3457360"/>
          <a:ext cx="1132799" cy="203240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32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79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15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</a:t>
                      </a:r>
                      <a:endParaRPr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3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29.2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3200" b="1" dirty="0">
                          <a:solidFill>
                            <a:srgbClr val="FF0000"/>
                          </a:solidFill>
                          <a:highlight>
                            <a:srgbClr val="00FF00"/>
                          </a:highlight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206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chedule for  Calculation of TPP and APP Given MPP"/>
          <p:cNvSpPr txBox="1">
            <a:spLocks noGrp="1"/>
          </p:cNvSpPr>
          <p:nvPr>
            <p:ph type="title" idx="4294967295"/>
          </p:nvPr>
        </p:nvSpPr>
        <p:spPr>
          <a:xfrm>
            <a:off x="609600" y="533400"/>
            <a:ext cx="7772400" cy="64225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2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</a:t>
            </a: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TPP &amp;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APP Given MPP</a:t>
            </a:r>
          </a:p>
        </p:txBody>
      </p:sp>
      <p:graphicFrame>
        <p:nvGraphicFramePr>
          <p:cNvPr id="30" name="Table"/>
          <p:cNvGraphicFramePr/>
          <p:nvPr/>
        </p:nvGraphicFramePr>
        <p:xfrm>
          <a:off x="1188721" y="1456391"/>
          <a:ext cx="740229" cy="481964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2800" b="1"/>
                      </a:pPr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sz="24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C5BD2C-9F9C-064C-9BD6-A3FEBDADD98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487FAA-FC28-BA4D-933A-01B62DD0ACAD}"/>
              </a:ext>
            </a:extLst>
          </p:cNvPr>
          <p:cNvGraphicFramePr>
            <a:graphicFrameLocks noGrp="1"/>
          </p:cNvGraphicFramePr>
          <p:nvPr/>
        </p:nvGraphicFramePr>
        <p:xfrm>
          <a:off x="1955073" y="1456391"/>
          <a:ext cx="2821577" cy="481964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21577">
                  <a:extLst>
                    <a:ext uri="{9D8B030D-6E8A-4147-A177-3AD203B41FA5}">
                      <a16:colId xmlns:a16="http://schemas.microsoft.com/office/drawing/2014/main" val="300848055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TPP</a:t>
                      </a:r>
                      <a:endParaRPr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189435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03944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50 + 60 =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110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457786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110 + 70 = </a:t>
                      </a:r>
                      <a:r>
                        <a:rPr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180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289833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180 + 80 = </a:t>
                      </a:r>
                      <a:r>
                        <a:rPr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260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216856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260 + 60 = </a:t>
                      </a:r>
                      <a:r>
                        <a:rPr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320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555588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320 + 40 = </a:t>
                      </a:r>
                      <a:r>
                        <a:rPr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176446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360 + 00 = </a:t>
                      </a:r>
                      <a:r>
                        <a:rPr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02457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360 + (- 10) = </a:t>
                      </a:r>
                      <a:r>
                        <a:rPr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013307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350 + (- 20) = </a:t>
                      </a:r>
                      <a:r>
                        <a:rPr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330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659919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330 + (- 30) = 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300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09793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20EB48-EB12-1F41-98AD-CB69B6E1938D}"/>
              </a:ext>
            </a:extLst>
          </p:cNvPr>
          <p:cNvGraphicFramePr>
            <a:graphicFrameLocks noGrp="1"/>
          </p:cNvGraphicFramePr>
          <p:nvPr/>
        </p:nvGraphicFramePr>
        <p:xfrm>
          <a:off x="4776650" y="1456391"/>
          <a:ext cx="1881052" cy="481124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881052">
                  <a:extLst>
                    <a:ext uri="{9D8B030D-6E8A-4147-A177-3AD203B41FA5}">
                      <a16:colId xmlns:a16="http://schemas.microsoft.com/office/drawing/2014/main" val="1597211656"/>
                    </a:ext>
                  </a:extLst>
                </a:gridCol>
              </a:tblGrid>
              <a:tr h="4173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233309"/>
                  </a:ext>
                </a:extLst>
              </a:tr>
              <a:tr h="4401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50/1 = </a:t>
                      </a:r>
                      <a:r>
                        <a:rPr sz="2800" b="1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522229"/>
                  </a:ext>
                </a:extLst>
              </a:tr>
              <a:tr h="4401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110/2 = </a:t>
                      </a:r>
                      <a:r>
                        <a:rPr sz="2800" b="1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807384"/>
                  </a:ext>
                </a:extLst>
              </a:tr>
              <a:tr h="4385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180/3 = </a:t>
                      </a:r>
                      <a:r>
                        <a:rPr sz="2800" b="1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101044"/>
                  </a:ext>
                </a:extLst>
              </a:tr>
              <a:tr h="4401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260/4 = </a:t>
                      </a:r>
                      <a:r>
                        <a:rPr sz="2800" b="1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415966"/>
                  </a:ext>
                </a:extLst>
              </a:tr>
              <a:tr h="4401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0/5 = </a:t>
                      </a:r>
                      <a:r>
                        <a:rPr sz="2800" b="1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008956"/>
                  </a:ext>
                </a:extLst>
              </a:tr>
              <a:tr h="4401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360/6 = </a:t>
                      </a:r>
                      <a:r>
                        <a:rPr sz="2800" b="1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166280"/>
                  </a:ext>
                </a:extLst>
              </a:tr>
              <a:tr h="4401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360/7 =</a:t>
                      </a:r>
                      <a:r>
                        <a:rPr 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800" b="1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316076"/>
                  </a:ext>
                </a:extLst>
              </a:tr>
              <a:tr h="4385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350/8 = </a:t>
                      </a:r>
                      <a:r>
                        <a:rPr sz="2800" b="1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058284"/>
                  </a:ext>
                </a:extLst>
              </a:tr>
              <a:tr h="4401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330/9 = </a:t>
                      </a:r>
                      <a:r>
                        <a:rPr sz="2800" b="1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343306"/>
                  </a:ext>
                </a:extLst>
              </a:tr>
              <a:tr h="16285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300/10 = </a:t>
                      </a:r>
                      <a:r>
                        <a:rPr sz="2800" b="1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34039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48270A-743D-E340-AED5-E298E24E05B7}"/>
              </a:ext>
            </a:extLst>
          </p:cNvPr>
          <p:cNvGraphicFramePr>
            <a:graphicFrameLocks noGrp="1"/>
          </p:cNvGraphicFramePr>
          <p:nvPr/>
        </p:nvGraphicFramePr>
        <p:xfrm>
          <a:off x="6670764" y="1447993"/>
          <a:ext cx="1227908" cy="481964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227908">
                  <a:extLst>
                    <a:ext uri="{9D8B030D-6E8A-4147-A177-3AD203B41FA5}">
                      <a16:colId xmlns:a16="http://schemas.microsoft.com/office/drawing/2014/main" val="367046415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MPP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604299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18768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56677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70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157106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80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033934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34056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94108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683448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-10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21051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-20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000731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-30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560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6718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chedule for  Calculation of TPP and APP Given MPP"/>
          <p:cNvSpPr txBox="1">
            <a:spLocks noGrp="1"/>
          </p:cNvSpPr>
          <p:nvPr>
            <p:ph type="title" idx="4294967295"/>
          </p:nvPr>
        </p:nvSpPr>
        <p:spPr>
          <a:xfrm>
            <a:off x="609600" y="533400"/>
            <a:ext cx="7772400" cy="64225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2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</a:t>
            </a: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MPP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PP</a:t>
            </a:r>
          </a:p>
        </p:txBody>
      </p:sp>
      <p:graphicFrame>
        <p:nvGraphicFramePr>
          <p:cNvPr id="30" name="Table"/>
          <p:cNvGraphicFramePr/>
          <p:nvPr/>
        </p:nvGraphicFramePr>
        <p:xfrm>
          <a:off x="2055223" y="1301932"/>
          <a:ext cx="5314723" cy="481964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40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7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2800" b="1"/>
                      </a:pPr>
                      <a:r>
                        <a:rPr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sz="24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TPP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MPP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110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180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i="0" u="none" strike="noStrike" cap="none" spc="0" baseline="0">
                        <a:ln>
                          <a:noFill/>
                        </a:ln>
                        <a:solidFill>
                          <a:srgbClr val="FF0000"/>
                        </a:solidFill>
                        <a:uFillTx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260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i="0" u="none" strike="noStrike" cap="none" spc="0" baseline="0">
                        <a:ln>
                          <a:noFill/>
                        </a:ln>
                        <a:solidFill>
                          <a:srgbClr val="FF0000"/>
                        </a:solidFill>
                        <a:uFillTx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320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i="0" u="none" strike="noStrike" cap="none" spc="0" baseline="0">
                        <a:ln>
                          <a:noFill/>
                        </a:ln>
                        <a:solidFill>
                          <a:srgbClr val="FF0000"/>
                        </a:solidFill>
                        <a:uFillTx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i="0" u="none" strike="noStrike" cap="none" spc="0" baseline="0">
                        <a:ln>
                          <a:noFill/>
                        </a:ln>
                        <a:solidFill>
                          <a:srgbClr val="FF0000"/>
                        </a:solidFill>
                        <a:uFillTx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  <a:endParaRPr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i="0" u="none" strike="noStrike" cap="none" spc="0" baseline="0">
                        <a:ln>
                          <a:noFill/>
                        </a:ln>
                        <a:solidFill>
                          <a:srgbClr val="FF0000"/>
                        </a:solidFill>
                        <a:uFillTx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  <a:endParaRPr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i="0" u="none" strike="noStrike" cap="none" spc="0" baseline="0">
                        <a:ln>
                          <a:noFill/>
                        </a:ln>
                        <a:solidFill>
                          <a:srgbClr val="FF0000"/>
                        </a:solidFill>
                        <a:uFillTx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330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i="0" u="none" strike="noStrike" cap="none" spc="0" baseline="0">
                        <a:ln>
                          <a:noFill/>
                        </a:ln>
                        <a:solidFill>
                          <a:srgbClr val="FF0000"/>
                        </a:solidFill>
                        <a:uFillTx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300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 i="0" u="none" strike="noStrike" cap="none" spc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uFillTx/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C5BD2C-9F9C-064C-9BD6-A3FEBDADD98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7</a:t>
            </a:fld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8D946D-C113-454D-9EE5-D67955F7121E}"/>
              </a:ext>
            </a:extLst>
          </p:cNvPr>
          <p:cNvGraphicFramePr>
            <a:graphicFrameLocks noGrp="1"/>
          </p:cNvGraphicFramePr>
          <p:nvPr/>
        </p:nvGraphicFramePr>
        <p:xfrm>
          <a:off x="5342709" y="1301932"/>
          <a:ext cx="2027237" cy="481964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027237">
                  <a:extLst>
                    <a:ext uri="{9D8B030D-6E8A-4147-A177-3AD203B41FA5}">
                      <a16:colId xmlns:a16="http://schemas.microsoft.com/office/drawing/2014/main" val="88060283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endParaRPr sz="2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258594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                  </a:t>
                      </a:r>
                      <a:r>
                        <a:rPr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517919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110 – 50 = </a:t>
                      </a:r>
                      <a:r>
                        <a:rPr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995568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180 - 110 = </a:t>
                      </a:r>
                      <a:r>
                        <a:rPr sz="2400" b="1" i="0" u="none" strike="noStrike" cap="none" spc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uFillTx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70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099795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260 – 180 = </a:t>
                      </a:r>
                      <a:r>
                        <a:rPr sz="2400" b="1" i="0" u="none" strike="noStrike" cap="none" spc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uFillTx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80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291269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320 – 260 = </a:t>
                      </a:r>
                      <a:r>
                        <a:rPr sz="2400" b="1" i="0" u="none" strike="noStrike" cap="none" spc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uFillTx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32675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360 – 320 = </a:t>
                      </a:r>
                      <a:r>
                        <a:rPr sz="2400" b="1" i="0" u="none" strike="noStrike" cap="none" spc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uFillTx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1149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360 – 360 = </a:t>
                      </a:r>
                      <a:r>
                        <a:rPr sz="2400" b="1" i="0" u="none" strike="noStrike" cap="none" spc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uFillTx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812576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350 – 360 = </a:t>
                      </a:r>
                      <a:r>
                        <a:rPr sz="2400" b="1" i="0" u="none" strike="noStrike" cap="none" spc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uFillTx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-10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097022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330 - 350 = </a:t>
                      </a:r>
                      <a:r>
                        <a:rPr sz="2400" b="1" i="0" u="none" strike="noStrike" cap="none" spc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uFillTx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-20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566693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300 – 330 = </a:t>
                      </a:r>
                      <a:r>
                        <a:rPr sz="2400" b="1" i="0" u="none" strike="noStrike" cap="none" spc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uFillTx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-30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199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880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chedule for  Calculation of TPP and APP Given MPP"/>
          <p:cNvSpPr txBox="1">
            <a:spLocks noGrp="1"/>
          </p:cNvSpPr>
          <p:nvPr>
            <p:ph type="title" idx="4294967295"/>
          </p:nvPr>
        </p:nvSpPr>
        <p:spPr>
          <a:xfrm>
            <a:off x="650418" y="184467"/>
            <a:ext cx="7772400" cy="5339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2800" b="1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Schedule for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APP and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MPP</a:t>
            </a:r>
          </a:p>
        </p:txBody>
      </p:sp>
      <p:graphicFrame>
        <p:nvGraphicFramePr>
          <p:cNvPr id="30" name="Table"/>
          <p:cNvGraphicFramePr/>
          <p:nvPr/>
        </p:nvGraphicFramePr>
        <p:xfrm>
          <a:off x="2577737" y="927737"/>
          <a:ext cx="3600000" cy="481964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72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2800" b="1"/>
                      </a:pPr>
                      <a:r>
                        <a:rPr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sz="28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TPP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MPP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IN"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110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180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70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260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80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320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40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-10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330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-20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65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300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 dirty="0"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-30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C5BD2C-9F9C-064C-9BD6-A3FEBDADD98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11240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rves for  The Law of Variable Proportions"/>
          <p:cNvSpPr txBox="1">
            <a:spLocks noGrp="1"/>
          </p:cNvSpPr>
          <p:nvPr>
            <p:ph type="title" idx="4294967295"/>
          </p:nvPr>
        </p:nvSpPr>
        <p:spPr>
          <a:xfrm>
            <a:off x="379837" y="98837"/>
            <a:ext cx="7772400" cy="302342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8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Law of Variable Proportions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1E93E3-1A89-8249-BB18-71EF3035906D}"/>
              </a:ext>
            </a:extLst>
          </p:cNvPr>
          <p:cNvCxnSpPr>
            <a:cxnSpLocks/>
          </p:cNvCxnSpPr>
          <p:nvPr/>
        </p:nvCxnSpPr>
        <p:spPr>
          <a:xfrm flipV="1">
            <a:off x="653660" y="1090895"/>
            <a:ext cx="0" cy="5289754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82C211-8F91-E240-A580-3FE00321309A}"/>
              </a:ext>
            </a:extLst>
          </p:cNvPr>
          <p:cNvCxnSpPr>
            <a:cxnSpLocks/>
          </p:cNvCxnSpPr>
          <p:nvPr/>
        </p:nvCxnSpPr>
        <p:spPr>
          <a:xfrm>
            <a:off x="178582" y="5934177"/>
            <a:ext cx="7329948" cy="73741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Curves for  The Law of Variable Proportions">
            <a:extLst>
              <a:ext uri="{FF2B5EF4-FFF2-40B4-BE49-F238E27FC236}">
                <a16:creationId xmlns:a16="http://schemas.microsoft.com/office/drawing/2014/main" id="{9376F047-B20B-9F46-8ABE-360ABC99E088}"/>
              </a:ext>
            </a:extLst>
          </p:cNvPr>
          <p:cNvSpPr txBox="1">
            <a:spLocks/>
          </p:cNvSpPr>
          <p:nvPr/>
        </p:nvSpPr>
        <p:spPr>
          <a:xfrm>
            <a:off x="3564" y="1046901"/>
            <a:ext cx="645732" cy="446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rmAutofit fontScale="97500"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TPP</a:t>
            </a:r>
          </a:p>
        </p:txBody>
      </p:sp>
      <p:sp>
        <p:nvSpPr>
          <p:cNvPr id="33" name="Curves for  The Law of Variable Proportions">
            <a:extLst>
              <a:ext uri="{FF2B5EF4-FFF2-40B4-BE49-F238E27FC236}">
                <a16:creationId xmlns:a16="http://schemas.microsoft.com/office/drawing/2014/main" id="{1345C787-2500-3949-9FCD-C208B70EAAE9}"/>
              </a:ext>
            </a:extLst>
          </p:cNvPr>
          <p:cNvSpPr txBox="1">
            <a:spLocks/>
          </p:cNvSpPr>
          <p:nvPr/>
        </p:nvSpPr>
        <p:spPr>
          <a:xfrm>
            <a:off x="6973159" y="6045124"/>
            <a:ext cx="645732" cy="446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rmAutofit fontScale="97500"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QL</a:t>
            </a:r>
          </a:p>
        </p:txBody>
      </p:sp>
      <p:sp>
        <p:nvSpPr>
          <p:cNvPr id="34" name="Curves for  The Law of Variable Proportions">
            <a:extLst>
              <a:ext uri="{FF2B5EF4-FFF2-40B4-BE49-F238E27FC236}">
                <a16:creationId xmlns:a16="http://schemas.microsoft.com/office/drawing/2014/main" id="{47C72CC1-3E56-534C-AD2A-C8D25F9C6A70}"/>
              </a:ext>
            </a:extLst>
          </p:cNvPr>
          <p:cNvSpPr txBox="1">
            <a:spLocks/>
          </p:cNvSpPr>
          <p:nvPr/>
        </p:nvSpPr>
        <p:spPr>
          <a:xfrm>
            <a:off x="0" y="1412196"/>
            <a:ext cx="645732" cy="446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MPP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E77627-22C5-2A43-8499-26D72315219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9</a:t>
            </a:fld>
            <a:endParaRPr lang="en-IN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6D65710-2194-2141-A63C-C63074E4EF82}"/>
              </a:ext>
            </a:extLst>
          </p:cNvPr>
          <p:cNvGrpSpPr/>
          <p:nvPr/>
        </p:nvGrpSpPr>
        <p:grpSpPr>
          <a:xfrm>
            <a:off x="2501315" y="859755"/>
            <a:ext cx="6299197" cy="5737733"/>
            <a:chOff x="2501315" y="859755"/>
            <a:chExt cx="6299197" cy="573773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C5959DC-2424-B346-BF3E-ACB158847A1E}"/>
                </a:ext>
              </a:extLst>
            </p:cNvPr>
            <p:cNvGrpSpPr/>
            <p:nvPr/>
          </p:nvGrpSpPr>
          <p:grpSpPr>
            <a:xfrm>
              <a:off x="2501315" y="859755"/>
              <a:ext cx="3922467" cy="5737733"/>
              <a:chOff x="2501315" y="859755"/>
              <a:chExt cx="3922467" cy="5737733"/>
            </a:xfrm>
          </p:grpSpPr>
          <p:sp>
            <p:nvSpPr>
              <p:cNvPr id="26" name="Curves for  The Law of Variable Proportions">
                <a:extLst>
                  <a:ext uri="{FF2B5EF4-FFF2-40B4-BE49-F238E27FC236}">
                    <a16:creationId xmlns:a16="http://schemas.microsoft.com/office/drawing/2014/main" id="{7FEB9B94-85B7-9949-9BD7-1BE7172646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24797" y="859755"/>
                <a:ext cx="1387974" cy="28837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Stage 3</a:t>
                </a:r>
              </a:p>
            </p:txBody>
          </p:sp>
          <p:sp>
            <p:nvSpPr>
              <p:cNvPr id="29" name="Curves for  The Law of Variable Proportions">
                <a:extLst>
                  <a:ext uri="{FF2B5EF4-FFF2-40B4-BE49-F238E27FC236}">
                    <a16:creationId xmlns:a16="http://schemas.microsoft.com/office/drawing/2014/main" id="{66F4E49F-1DFE-A24F-9D0D-83E0E1C5DB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31975" y="2256056"/>
                <a:ext cx="2091807" cy="17842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I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 Factor Exhibits </a:t>
                </a:r>
              </a:p>
              <a:p>
                <a:pPr hangingPunct="1">
                  <a:defRPr sz="2800" b="1"/>
                </a:pPr>
                <a:endParaRPr lang="en-IN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hangingPunct="1">
                  <a:defRPr sz="2800" b="1"/>
                </a:pPr>
                <a:r>
                  <a:rPr lang="en-I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Mechanical </a:t>
                </a:r>
              </a:p>
              <a:p>
                <a:pPr hangingPunct="1">
                  <a:defRPr sz="2800" b="1"/>
                </a:pPr>
                <a:r>
                  <a:rPr lang="en-I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‘EXHAUSTION’</a:t>
                </a: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3B9CC54E-1BF2-E046-8764-B8DB5BEC0CA3}"/>
                  </a:ext>
                </a:extLst>
              </p:cNvPr>
              <p:cNvSpPr/>
              <p:nvPr/>
            </p:nvSpPr>
            <p:spPr>
              <a:xfrm rot="5679561" flipH="1">
                <a:off x="2429488" y="1334243"/>
                <a:ext cx="3845771" cy="3702118"/>
              </a:xfrm>
              <a:prstGeom prst="arc">
                <a:avLst>
                  <a:gd name="adj1" fmla="val 18246209"/>
                  <a:gd name="adj2" fmla="val 200900"/>
                </a:avLst>
              </a:prstGeom>
              <a:noFill/>
              <a:ln w="57150" cap="flat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6A84778D-4EF3-2E4D-B031-0A44552E9E16}"/>
                  </a:ext>
                </a:extLst>
              </p:cNvPr>
              <p:cNvSpPr/>
              <p:nvPr/>
            </p:nvSpPr>
            <p:spPr>
              <a:xfrm>
                <a:off x="4352375" y="5975545"/>
                <a:ext cx="803498" cy="446864"/>
              </a:xfrm>
              <a:custGeom>
                <a:avLst/>
                <a:gdLst>
                  <a:gd name="connsiteX0" fmla="*/ 0 w 2536723"/>
                  <a:gd name="connsiteY0" fmla="*/ 0 h 1406013"/>
                  <a:gd name="connsiteX1" fmla="*/ 2536723 w 2536723"/>
                  <a:gd name="connsiteY1" fmla="*/ 1406013 h 1406013"/>
                  <a:gd name="connsiteX2" fmla="*/ 2536723 w 2536723"/>
                  <a:gd name="connsiteY2" fmla="*/ 1406013 h 1406013"/>
                  <a:gd name="connsiteX0" fmla="*/ 0 w 2536723"/>
                  <a:gd name="connsiteY0" fmla="*/ 0 h 1406013"/>
                  <a:gd name="connsiteX1" fmla="*/ 1396181 w 2536723"/>
                  <a:gd name="connsiteY1" fmla="*/ 580103 h 1406013"/>
                  <a:gd name="connsiteX2" fmla="*/ 2536723 w 2536723"/>
                  <a:gd name="connsiteY2" fmla="*/ 1406013 h 1406013"/>
                  <a:gd name="connsiteX3" fmla="*/ 2536723 w 2536723"/>
                  <a:gd name="connsiteY3" fmla="*/ 1406013 h 1406013"/>
                  <a:gd name="connsiteX0" fmla="*/ 0 w 2536723"/>
                  <a:gd name="connsiteY0" fmla="*/ 0 h 1406013"/>
                  <a:gd name="connsiteX1" fmla="*/ 668594 w 2536723"/>
                  <a:gd name="connsiteY1" fmla="*/ 157316 h 1406013"/>
                  <a:gd name="connsiteX2" fmla="*/ 1396181 w 2536723"/>
                  <a:gd name="connsiteY2" fmla="*/ 580103 h 1406013"/>
                  <a:gd name="connsiteX3" fmla="*/ 2536723 w 2536723"/>
                  <a:gd name="connsiteY3" fmla="*/ 1406013 h 1406013"/>
                  <a:gd name="connsiteX4" fmla="*/ 2536723 w 2536723"/>
                  <a:gd name="connsiteY4" fmla="*/ 1406013 h 1406013"/>
                  <a:gd name="connsiteX0" fmla="*/ 0 w 2684206"/>
                  <a:gd name="connsiteY0" fmla="*/ 0 h 1533833"/>
                  <a:gd name="connsiteX1" fmla="*/ 668594 w 2684206"/>
                  <a:gd name="connsiteY1" fmla="*/ 157316 h 1533833"/>
                  <a:gd name="connsiteX2" fmla="*/ 1396181 w 2684206"/>
                  <a:gd name="connsiteY2" fmla="*/ 580103 h 1533833"/>
                  <a:gd name="connsiteX3" fmla="*/ 2536723 w 2684206"/>
                  <a:gd name="connsiteY3" fmla="*/ 1406013 h 1533833"/>
                  <a:gd name="connsiteX4" fmla="*/ 2684206 w 2684206"/>
                  <a:gd name="connsiteY4" fmla="*/ 1533833 h 1533833"/>
                  <a:gd name="connsiteX0" fmla="*/ 0 w 2684206"/>
                  <a:gd name="connsiteY0" fmla="*/ 0 h 1533833"/>
                  <a:gd name="connsiteX1" fmla="*/ 612964 w 2684206"/>
                  <a:gd name="connsiteY1" fmla="*/ 225374 h 1533833"/>
                  <a:gd name="connsiteX2" fmla="*/ 1396181 w 2684206"/>
                  <a:gd name="connsiteY2" fmla="*/ 580103 h 1533833"/>
                  <a:gd name="connsiteX3" fmla="*/ 2536723 w 2684206"/>
                  <a:gd name="connsiteY3" fmla="*/ 1406013 h 1533833"/>
                  <a:gd name="connsiteX4" fmla="*/ 2684206 w 2684206"/>
                  <a:gd name="connsiteY4" fmla="*/ 1533833 h 1533833"/>
                  <a:gd name="connsiteX0" fmla="*/ 0 w 2684206"/>
                  <a:gd name="connsiteY0" fmla="*/ 0 h 1533833"/>
                  <a:gd name="connsiteX1" fmla="*/ 612964 w 2684206"/>
                  <a:gd name="connsiteY1" fmla="*/ 225374 h 1533833"/>
                  <a:gd name="connsiteX2" fmla="*/ 1377638 w 2684206"/>
                  <a:gd name="connsiteY2" fmla="*/ 648163 h 1533833"/>
                  <a:gd name="connsiteX3" fmla="*/ 2536723 w 2684206"/>
                  <a:gd name="connsiteY3" fmla="*/ 1406013 h 1533833"/>
                  <a:gd name="connsiteX4" fmla="*/ 2684206 w 2684206"/>
                  <a:gd name="connsiteY4" fmla="*/ 1533833 h 1533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84206" h="1533833">
                    <a:moveTo>
                      <a:pt x="0" y="0"/>
                    </a:moveTo>
                    <a:cubicBezTo>
                      <a:pt x="98323" y="42607"/>
                      <a:pt x="380267" y="128690"/>
                      <a:pt x="612964" y="225374"/>
                    </a:cubicBezTo>
                    <a:cubicBezTo>
                      <a:pt x="845661" y="322058"/>
                      <a:pt x="1053174" y="456434"/>
                      <a:pt x="1377638" y="648163"/>
                    </a:cubicBezTo>
                    <a:lnTo>
                      <a:pt x="2536723" y="1406013"/>
                    </a:lnTo>
                    <a:cubicBezTo>
                      <a:pt x="2754484" y="1553625"/>
                      <a:pt x="2635045" y="1491226"/>
                      <a:pt x="2684206" y="1533833"/>
                    </a:cubicBezTo>
                  </a:path>
                </a:pathLst>
              </a:custGeom>
              <a:noFill/>
              <a:ln w="57150" cap="flat">
                <a:solidFill>
                  <a:srgbClr val="FF0000"/>
                </a:solidFill>
                <a:prstDash val="sysDash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Curves for  The Law of Variable Proportions">
                <a:extLst>
                  <a:ext uri="{FF2B5EF4-FFF2-40B4-BE49-F238E27FC236}">
                    <a16:creationId xmlns:a16="http://schemas.microsoft.com/office/drawing/2014/main" id="{C4B62939-9F6F-A24C-8E75-222D5BB93E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04697" y="1558710"/>
                <a:ext cx="579903" cy="37750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I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TPP</a:t>
                </a:r>
              </a:p>
            </p:txBody>
          </p:sp>
          <p:sp>
            <p:nvSpPr>
              <p:cNvPr id="31" name="Curves for  The Law of Variable Proportions">
                <a:extLst>
                  <a:ext uri="{FF2B5EF4-FFF2-40B4-BE49-F238E27FC236}">
                    <a16:creationId xmlns:a16="http://schemas.microsoft.com/office/drawing/2014/main" id="{2A9EC23C-73B5-1A4C-B280-1D26718F7F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95918" y="6116548"/>
                <a:ext cx="645732" cy="48094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I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MPP</a:t>
                </a:r>
              </a:p>
            </p:txBody>
          </p:sp>
        </p:grpSp>
        <p:graphicFrame>
          <p:nvGraphicFramePr>
            <p:cNvPr id="38" name="Table">
              <a:extLst>
                <a:ext uri="{FF2B5EF4-FFF2-40B4-BE49-F238E27FC236}">
                  <a16:creationId xmlns:a16="http://schemas.microsoft.com/office/drawing/2014/main" id="{0430C634-EBC9-FF47-B7D8-10213795FDEC}"/>
                </a:ext>
              </a:extLst>
            </p:cNvPr>
            <p:cNvGraphicFramePr/>
            <p:nvPr/>
          </p:nvGraphicFramePr>
          <p:xfrm>
            <a:off x="6796595" y="4490151"/>
            <a:ext cx="2003917" cy="1308099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41673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9574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23399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8037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434975"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350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44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-10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436562"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330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37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-20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436562"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300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-30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</a:tbl>
            </a:graphicData>
          </a:graphic>
        </p:graphicFrame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80356D1-EE07-314D-AB1B-53E6B95D9B37}"/>
              </a:ext>
            </a:extLst>
          </p:cNvPr>
          <p:cNvGrpSpPr/>
          <p:nvPr/>
        </p:nvGrpSpPr>
        <p:grpSpPr>
          <a:xfrm>
            <a:off x="625784" y="796883"/>
            <a:ext cx="8167978" cy="5170885"/>
            <a:chOff x="625784" y="796883"/>
            <a:chExt cx="8167978" cy="5170885"/>
          </a:xfrm>
        </p:grpSpPr>
        <p:graphicFrame>
          <p:nvGraphicFramePr>
            <p:cNvPr id="35" name="Table">
              <a:extLst>
                <a:ext uri="{FF2B5EF4-FFF2-40B4-BE49-F238E27FC236}">
                  <a16:creationId xmlns:a16="http://schemas.microsoft.com/office/drawing/2014/main" id="{6E92AB14-9738-6A4C-9AD0-B32920CB41DF}"/>
                </a:ext>
              </a:extLst>
            </p:cNvPr>
            <p:cNvGraphicFramePr/>
            <p:nvPr/>
          </p:nvGraphicFramePr>
          <p:xfrm>
            <a:off x="6789845" y="966901"/>
            <a:ext cx="2003917" cy="2201861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41673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9574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23399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8037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457200">
                  <a:tc>
                    <a:txBody>
                      <a:bodyPr/>
                      <a:lstStyle/>
                      <a:p>
                        <a:pPr algn="ctr">
                          <a:defRPr sz="2800" b="1"/>
                        </a:pPr>
                        <a:r>
                          <a:rPr sz="18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Q</a:t>
                        </a:r>
                        <a:r>
                          <a:rPr sz="1800" baseline="-250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L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TPP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4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APP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MPP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36562"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50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50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36562"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lang="en-IN"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110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55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60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34975"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180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70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36562"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260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65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80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D052754-562B-354D-909E-D78C2F002B51}"/>
                </a:ext>
              </a:extLst>
            </p:cNvPr>
            <p:cNvGrpSpPr/>
            <p:nvPr/>
          </p:nvGrpSpPr>
          <p:grpSpPr>
            <a:xfrm>
              <a:off x="625784" y="796883"/>
              <a:ext cx="2094436" cy="5170885"/>
              <a:chOff x="625784" y="796883"/>
              <a:chExt cx="2094436" cy="5170885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0837501-D9B7-6F44-8B4E-370692FF77CC}"/>
                  </a:ext>
                </a:extLst>
              </p:cNvPr>
              <p:cNvGrpSpPr/>
              <p:nvPr/>
            </p:nvGrpSpPr>
            <p:grpSpPr>
              <a:xfrm>
                <a:off x="625784" y="796883"/>
                <a:ext cx="2094436" cy="5170885"/>
                <a:chOff x="625784" y="796883"/>
                <a:chExt cx="2094436" cy="5170885"/>
              </a:xfrm>
            </p:grpSpPr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8CBF1DD8-30A5-F946-ACA2-0683224CE7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10388" y="1385862"/>
                  <a:ext cx="0" cy="4538819"/>
                </a:xfrm>
                <a:prstGeom prst="line">
                  <a:avLst/>
                </a:prstGeom>
                <a:noFill/>
                <a:ln w="25400" cap="flat">
                  <a:solidFill>
                    <a:schemeClr val="tx1"/>
                  </a:solidFill>
                  <a:prstDash val="lg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sp>
              <p:nvSpPr>
                <p:cNvPr id="24" name="Curves for  The Law of Variable Proportions">
                  <a:extLst>
                    <a:ext uri="{FF2B5EF4-FFF2-40B4-BE49-F238E27FC236}">
                      <a16:creationId xmlns:a16="http://schemas.microsoft.com/office/drawing/2014/main" id="{35FAD1A5-651B-ED47-8960-34CEAE4E0F6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5784" y="796883"/>
                  <a:ext cx="1882877" cy="302342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</a:ext>
                </a:extLst>
              </p:spPr>
              <p:txBody>
                <a:bodyPr lIns="45719" rIns="45719" anchor="ctr">
                  <a:noAutofit/>
                </a:bodyPr>
                <a:lstStyle>
                  <a:lvl1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1pPr>
                  <a:lvl2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2pPr>
                  <a:lvl3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3pPr>
                  <a:lvl4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4pPr>
                  <a:lvl5pPr marL="0" marR="0" indent="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5pPr>
                  <a:lvl6pPr marL="0" marR="0" indent="4572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6pPr>
                  <a:lvl7pPr marL="0" marR="0" indent="9144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7pPr>
                  <a:lvl8pPr marL="0" marR="0" indent="13716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8pPr>
                  <a:lvl9pPr marL="0" marR="0" indent="1828800" algn="ctr" defTabSz="9144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4400" b="0" i="0" u="none" strike="noStrike" cap="none" spc="0" baseline="0">
                      <a:ln>
                        <a:noFill/>
                      </a:ln>
                      <a:solidFill>
                        <a:srgbClr val="000000"/>
                      </a:solidFill>
                      <a:uFillTx/>
                      <a:latin typeface="+mn-lt"/>
                      <a:ea typeface="+mn-ea"/>
                      <a:cs typeface="+mn-cs"/>
                      <a:sym typeface="Calibri"/>
                    </a:defRPr>
                  </a:lvl9pPr>
                </a:lstStyle>
                <a:p>
                  <a:pPr hangingPunct="1">
                    <a:defRPr sz="2800" b="1"/>
                  </a:pPr>
                  <a:r>
                    <a:rPr lang="en-IN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Stage 1</a:t>
                  </a: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D198C84D-6198-2540-B5F0-DC7753299ECF}"/>
                    </a:ext>
                  </a:extLst>
                </p:cNvPr>
                <p:cNvGrpSpPr/>
                <p:nvPr/>
              </p:nvGrpSpPr>
              <p:grpSpPr>
                <a:xfrm>
                  <a:off x="645614" y="1558710"/>
                  <a:ext cx="2074606" cy="4409058"/>
                  <a:chOff x="1258529" y="1087248"/>
                  <a:chExt cx="2074606" cy="4409058"/>
                </a:xfrm>
              </p:grpSpPr>
              <p:sp>
                <p:nvSpPr>
                  <p:cNvPr id="27" name="Curves for  The Law of Variable Proportions">
                    <a:extLst>
                      <a:ext uri="{FF2B5EF4-FFF2-40B4-BE49-F238E27FC236}">
                        <a16:creationId xmlns:a16="http://schemas.microsoft.com/office/drawing/2014/main" id="{C17B7D73-8112-6A44-905D-125E907667D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292186" y="1087248"/>
                    <a:ext cx="1882877" cy="1512380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    </a:ext>
                  </a:extLst>
                </p:spPr>
                <p:txBody>
                  <a:bodyPr lIns="45719" rIns="45719" anchor="ctr">
                    <a:noAutofit/>
                  </a:bodyPr>
                  <a:lstStyle>
                    <a:lvl1pPr marL="0" marR="0" indent="0" algn="ctr" defTabSz="9144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44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defRPr>
                    </a:lvl1pPr>
                    <a:lvl2pPr marL="0" marR="0" indent="0" algn="ctr" defTabSz="9144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44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defRPr>
                    </a:lvl2pPr>
                    <a:lvl3pPr marL="0" marR="0" indent="0" algn="ctr" defTabSz="9144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44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defRPr>
                    </a:lvl3pPr>
                    <a:lvl4pPr marL="0" marR="0" indent="0" algn="ctr" defTabSz="9144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44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defRPr>
                    </a:lvl4pPr>
                    <a:lvl5pPr marL="0" marR="0" indent="0" algn="ctr" defTabSz="9144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44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defRPr>
                    </a:lvl5pPr>
                    <a:lvl6pPr marL="0" marR="0" indent="457200" algn="ctr" defTabSz="9144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44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defRPr>
                    </a:lvl6pPr>
                    <a:lvl7pPr marL="0" marR="0" indent="914400" algn="ctr" defTabSz="9144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44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defRPr>
                    </a:lvl7pPr>
                    <a:lvl8pPr marL="0" marR="0" indent="1371600" algn="ctr" defTabSz="9144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44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defRPr>
                    </a:lvl8pPr>
                    <a:lvl9pPr marL="0" marR="0" indent="1828800" algn="ctr" defTabSz="9144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4400" b="0" i="0" u="none" strike="noStrike" cap="none" spc="0" baseline="0">
                        <a:ln>
                          <a:noFill/>
                        </a:ln>
                        <a:solidFill>
                          <a:srgbClr val="000000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defRPr>
                    </a:lvl9pPr>
                  </a:lstStyle>
                  <a:p>
                    <a:pPr hangingPunct="1">
                      <a:defRPr sz="2800" b="1"/>
                    </a:pPr>
                    <a:r>
                      <a:rPr lang="en-IN" sz="20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Fixed Factor Exhibits </a:t>
                    </a:r>
                  </a:p>
                  <a:p>
                    <a:pPr hangingPunct="1">
                      <a:defRPr sz="2800" b="1"/>
                    </a:pPr>
                    <a:endParaRPr lang="en-IN" sz="2000" b="1" dirty="0">
                      <a:solidFill>
                        <a:schemeClr val="accent3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hangingPunct="1">
                      <a:defRPr sz="2800" b="1"/>
                    </a:pPr>
                    <a:r>
                      <a:rPr lang="en-IN" sz="2000" b="1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Mechanical ‘FRESHNESS’</a:t>
                    </a:r>
                  </a:p>
                </p:txBody>
              </p:sp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41866BDE-7DA2-D147-AF7D-D254DF39DFBE}"/>
                      </a:ext>
                    </a:extLst>
                  </p:cNvPr>
                  <p:cNvGrpSpPr/>
                  <p:nvPr/>
                </p:nvGrpSpPr>
                <p:grpSpPr>
                  <a:xfrm>
                    <a:off x="1258529" y="2226297"/>
                    <a:ext cx="2074606" cy="3270009"/>
                    <a:chOff x="1258529" y="2226297"/>
                    <a:chExt cx="2074606" cy="3270009"/>
                  </a:xfrm>
                </p:grpSpPr>
                <p:sp>
                  <p:nvSpPr>
                    <p:cNvPr id="4" name="Freeform 3">
                      <a:extLst>
                        <a:ext uri="{FF2B5EF4-FFF2-40B4-BE49-F238E27FC236}">
                          <a16:creationId xmlns:a16="http://schemas.microsoft.com/office/drawing/2014/main" id="{425BAE9A-5CF9-EB43-B467-1D0BA616C0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87529" y="4611329"/>
                      <a:ext cx="2035773" cy="884977"/>
                    </a:xfrm>
                    <a:custGeom>
                      <a:avLst/>
                      <a:gdLst>
                        <a:gd name="connsiteX0" fmla="*/ 0 w 1927122"/>
                        <a:gd name="connsiteY0" fmla="*/ 868780 h 868780"/>
                        <a:gd name="connsiteX1" fmla="*/ 1927122 w 1927122"/>
                        <a:gd name="connsiteY1" fmla="*/ 13374 h 8687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927122" h="868780">
                          <a:moveTo>
                            <a:pt x="0" y="868780"/>
                          </a:moveTo>
                          <a:cubicBezTo>
                            <a:pt x="608780" y="391096"/>
                            <a:pt x="1217561" y="-86587"/>
                            <a:pt x="1927122" y="13374"/>
                          </a:cubicBezTo>
                        </a:path>
                      </a:pathLst>
                    </a:custGeom>
                    <a:noFill/>
                    <a:ln w="57150" cap="flat">
                      <a:solidFill>
                        <a:schemeClr val="accent3">
                          <a:lumMod val="50000"/>
                        </a:schemeClr>
                      </a:solidFill>
                      <a:prstDash val="sysDash"/>
                      <a:round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91439" tIns="45719" rIns="91439" bIns="45719" numCol="1" spcCol="38100" rtlCol="0" anchor="t">
                      <a:noAutofit/>
                    </a:bodyPr>
                    <a:lstStyle/>
                    <a:p>
                      <a:pPr marL="0" marR="0" indent="0" algn="l" defTabSz="914400" rtl="0" fontAlgn="auto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" name="Freeform 7">
                      <a:extLst>
                        <a:ext uri="{FF2B5EF4-FFF2-40B4-BE49-F238E27FC236}">
                          <a16:creationId xmlns:a16="http://schemas.microsoft.com/office/drawing/2014/main" id="{7D0158C6-AD1E-034D-B3E7-16F72C2B9A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58529" y="2226297"/>
                      <a:ext cx="2074606" cy="3224981"/>
                    </a:xfrm>
                    <a:custGeom>
                      <a:avLst/>
                      <a:gdLst>
                        <a:gd name="connsiteX0" fmla="*/ 0 w 2074606"/>
                        <a:gd name="connsiteY0" fmla="*/ 3224981 h 3224981"/>
                        <a:gd name="connsiteX1" fmla="*/ 235974 w 2074606"/>
                        <a:gd name="connsiteY1" fmla="*/ 2930013 h 3224981"/>
                        <a:gd name="connsiteX2" fmla="*/ 589935 w 2074606"/>
                        <a:gd name="connsiteY2" fmla="*/ 2526890 h 3224981"/>
                        <a:gd name="connsiteX3" fmla="*/ 2074606 w 2074606"/>
                        <a:gd name="connsiteY3" fmla="*/ 0 h 3224981"/>
                        <a:gd name="connsiteX4" fmla="*/ 2074606 w 2074606"/>
                        <a:gd name="connsiteY4" fmla="*/ 0 h 3224981"/>
                        <a:gd name="connsiteX0" fmla="*/ 0 w 2074606"/>
                        <a:gd name="connsiteY0" fmla="*/ 3224981 h 3224981"/>
                        <a:gd name="connsiteX1" fmla="*/ 235974 w 2074606"/>
                        <a:gd name="connsiteY1" fmla="*/ 2930013 h 3224981"/>
                        <a:gd name="connsiteX2" fmla="*/ 589935 w 2074606"/>
                        <a:gd name="connsiteY2" fmla="*/ 2526890 h 3224981"/>
                        <a:gd name="connsiteX3" fmla="*/ 1317523 w 2074606"/>
                        <a:gd name="connsiteY3" fmla="*/ 1854090 h 3224981"/>
                        <a:gd name="connsiteX4" fmla="*/ 2074606 w 2074606"/>
                        <a:gd name="connsiteY4" fmla="*/ 0 h 3224981"/>
                        <a:gd name="connsiteX5" fmla="*/ 2074606 w 2074606"/>
                        <a:gd name="connsiteY5" fmla="*/ 0 h 3224981"/>
                        <a:gd name="connsiteX0" fmla="*/ 0 w 2074606"/>
                        <a:gd name="connsiteY0" fmla="*/ 3224981 h 3224981"/>
                        <a:gd name="connsiteX1" fmla="*/ 235974 w 2074606"/>
                        <a:gd name="connsiteY1" fmla="*/ 2930013 h 3224981"/>
                        <a:gd name="connsiteX2" fmla="*/ 727586 w 2074606"/>
                        <a:gd name="connsiteY2" fmla="*/ 2536722 h 3224981"/>
                        <a:gd name="connsiteX3" fmla="*/ 1317523 w 2074606"/>
                        <a:gd name="connsiteY3" fmla="*/ 1854090 h 3224981"/>
                        <a:gd name="connsiteX4" fmla="*/ 2074606 w 2074606"/>
                        <a:gd name="connsiteY4" fmla="*/ 0 h 3224981"/>
                        <a:gd name="connsiteX5" fmla="*/ 2074606 w 2074606"/>
                        <a:gd name="connsiteY5" fmla="*/ 0 h 3224981"/>
                        <a:gd name="connsiteX0" fmla="*/ 0 w 2074606"/>
                        <a:gd name="connsiteY0" fmla="*/ 3224981 h 3224981"/>
                        <a:gd name="connsiteX1" fmla="*/ 285135 w 2074606"/>
                        <a:gd name="connsiteY1" fmla="*/ 2949678 h 3224981"/>
                        <a:gd name="connsiteX2" fmla="*/ 727586 w 2074606"/>
                        <a:gd name="connsiteY2" fmla="*/ 2536722 h 3224981"/>
                        <a:gd name="connsiteX3" fmla="*/ 1317523 w 2074606"/>
                        <a:gd name="connsiteY3" fmla="*/ 1854090 h 3224981"/>
                        <a:gd name="connsiteX4" fmla="*/ 2074606 w 2074606"/>
                        <a:gd name="connsiteY4" fmla="*/ 0 h 3224981"/>
                        <a:gd name="connsiteX5" fmla="*/ 2074606 w 2074606"/>
                        <a:gd name="connsiteY5" fmla="*/ 0 h 322498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2074606" h="3224981">
                          <a:moveTo>
                            <a:pt x="0" y="3224981"/>
                          </a:moveTo>
                          <a:cubicBezTo>
                            <a:pt x="68826" y="3135671"/>
                            <a:pt x="163871" y="3064388"/>
                            <a:pt x="285135" y="2949678"/>
                          </a:cubicBezTo>
                          <a:cubicBezTo>
                            <a:pt x="406399" y="2834968"/>
                            <a:pt x="555521" y="2719320"/>
                            <a:pt x="727586" y="2536722"/>
                          </a:cubicBezTo>
                          <a:cubicBezTo>
                            <a:pt x="899651" y="2354124"/>
                            <a:pt x="1070078" y="2275238"/>
                            <a:pt x="1317523" y="1854090"/>
                          </a:cubicBezTo>
                          <a:cubicBezTo>
                            <a:pt x="1564968" y="1432942"/>
                            <a:pt x="1948426" y="309015"/>
                            <a:pt x="2074606" y="0"/>
                          </a:cubicBezTo>
                          <a:lnTo>
                            <a:pt x="2074606" y="0"/>
                          </a:lnTo>
                        </a:path>
                      </a:pathLst>
                    </a:custGeom>
                    <a:noFill/>
                    <a:ln w="57150" cap="flat">
                      <a:solidFill>
                        <a:schemeClr val="accent3">
                          <a:lumMod val="50000"/>
                        </a:schemeClr>
                      </a:solidFill>
                      <a:prstDash val="solid"/>
                      <a:round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91439" tIns="45719" rIns="91439" bIns="45719" numCol="1" spcCol="38100" rtlCol="0" anchor="t">
                      <a:noAutofit/>
                    </a:bodyPr>
                    <a:lstStyle/>
                    <a:p>
                      <a:pPr marL="0" marR="0" indent="0" algn="l" defTabSz="914400" rtl="0" fontAlgn="auto" latinLnBrk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</p:grpSp>
          <p:sp>
            <p:nvSpPr>
              <p:cNvPr id="39" name="Curves for  The Law of Variable Proportions">
                <a:extLst>
                  <a:ext uri="{FF2B5EF4-FFF2-40B4-BE49-F238E27FC236}">
                    <a16:creationId xmlns:a16="http://schemas.microsoft.com/office/drawing/2014/main" id="{7B06DFB9-67E3-6C4B-8390-87A57B1779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8003" y="4241270"/>
                <a:ext cx="579903" cy="37750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IN" sz="1600" b="1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TPP</a:t>
                </a:r>
              </a:p>
            </p:txBody>
          </p:sp>
          <p:sp>
            <p:nvSpPr>
              <p:cNvPr id="40" name="Curves for  The Law of Variable Proportions">
                <a:extLst>
                  <a:ext uri="{FF2B5EF4-FFF2-40B4-BE49-F238E27FC236}">
                    <a16:creationId xmlns:a16="http://schemas.microsoft.com/office/drawing/2014/main" id="{1E7D59CB-0B68-804F-B412-03B32FEDD2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19769" y="4756902"/>
                <a:ext cx="579903" cy="37750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IN" sz="1600" b="1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MPP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0BDDCBA-740C-354C-A6D0-73164CF2E774}"/>
              </a:ext>
            </a:extLst>
          </p:cNvPr>
          <p:cNvGrpSpPr/>
          <p:nvPr/>
        </p:nvGrpSpPr>
        <p:grpSpPr>
          <a:xfrm>
            <a:off x="2635569" y="846784"/>
            <a:ext cx="6158192" cy="5151037"/>
            <a:chOff x="2635569" y="846784"/>
            <a:chExt cx="6158192" cy="515103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9BED485-5C48-924A-8CE9-2C501BBAA0FF}"/>
                </a:ext>
              </a:extLst>
            </p:cNvPr>
            <p:cNvGrpSpPr/>
            <p:nvPr/>
          </p:nvGrpSpPr>
          <p:grpSpPr>
            <a:xfrm>
              <a:off x="2635569" y="846784"/>
              <a:ext cx="3296701" cy="5151037"/>
              <a:chOff x="2635569" y="846784"/>
              <a:chExt cx="3296701" cy="5151037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38AD208-188E-1B42-92DC-1D0C6DA6D1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788" y="1248210"/>
                <a:ext cx="0" cy="4720716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lg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25" name="Curves for  The Law of Variable Proportions">
                <a:extLst>
                  <a:ext uri="{FF2B5EF4-FFF2-40B4-BE49-F238E27FC236}">
                    <a16:creationId xmlns:a16="http://schemas.microsoft.com/office/drawing/2014/main" id="{34B61518-2028-9444-8211-E85F567197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35569" y="846784"/>
                <a:ext cx="1882877" cy="30234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Stage 2</a:t>
                </a:r>
              </a:p>
            </p:txBody>
          </p:sp>
          <p:sp>
            <p:nvSpPr>
              <p:cNvPr id="28" name="Curves for  The Law of Variable Proportions">
                <a:extLst>
                  <a:ext uri="{FF2B5EF4-FFF2-40B4-BE49-F238E27FC236}">
                    <a16:creationId xmlns:a16="http://schemas.microsoft.com/office/drawing/2014/main" id="{180D4ECA-1DB4-D044-9045-F6650B26E3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93816" y="2154976"/>
                <a:ext cx="1628341" cy="15829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5pPr>
                <a:lvl6pPr marL="0" marR="0" indent="4572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6pPr>
                <a:lvl7pPr marL="0" marR="0" indent="9144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7pPr>
                <a:lvl8pPr marL="0" marR="0" indent="13716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8pPr>
                <a:lvl9pPr marL="0" marR="0" indent="182880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ln>
                      <a:noFill/>
                    </a:ln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Calibri"/>
                  </a:defRPr>
                </a:lvl9pPr>
              </a:lstStyle>
              <a:p>
                <a:pPr hangingPunct="1">
                  <a:defRPr sz="2800" b="1"/>
                </a:pPr>
                <a:r>
                  <a:rPr lang="en-IN" sz="2000" b="1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 Factor Exhibits </a:t>
                </a:r>
              </a:p>
              <a:p>
                <a:pPr hangingPunct="1">
                  <a:defRPr sz="2800" b="1"/>
                </a:pPr>
                <a:endParaRPr lang="en-IN" sz="20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hangingPunct="1">
                  <a:defRPr sz="2800" b="1"/>
                </a:pPr>
                <a:r>
                  <a:rPr lang="en-IN" sz="2000" b="1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Mechanical ‘FATIGUE’</a:t>
                </a:r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B5540756-4AB7-8A44-84ED-3895981D47A2}"/>
                  </a:ext>
                </a:extLst>
              </p:cNvPr>
              <p:cNvSpPr/>
              <p:nvPr/>
            </p:nvSpPr>
            <p:spPr>
              <a:xfrm flipH="1">
                <a:off x="2720220" y="1248210"/>
                <a:ext cx="3212050" cy="2772874"/>
              </a:xfrm>
              <a:prstGeom prst="arc">
                <a:avLst>
                  <a:gd name="adj1" fmla="val 16025725"/>
                  <a:gd name="adj2" fmla="val 200900"/>
                </a:avLst>
              </a:prstGeom>
              <a:noFill/>
              <a:ln w="57150" cap="flat">
                <a:solidFill>
                  <a:srgbClr val="0070C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936F3F00-479E-8946-837D-999EA218A567}"/>
                  </a:ext>
                </a:extLst>
              </p:cNvPr>
              <p:cNvSpPr/>
              <p:nvPr/>
            </p:nvSpPr>
            <p:spPr>
              <a:xfrm>
                <a:off x="2720221" y="5096646"/>
                <a:ext cx="1666566" cy="901175"/>
              </a:xfrm>
              <a:custGeom>
                <a:avLst/>
                <a:gdLst>
                  <a:gd name="connsiteX0" fmla="*/ 0 w 2536723"/>
                  <a:gd name="connsiteY0" fmla="*/ 0 h 1406013"/>
                  <a:gd name="connsiteX1" fmla="*/ 2536723 w 2536723"/>
                  <a:gd name="connsiteY1" fmla="*/ 1406013 h 1406013"/>
                  <a:gd name="connsiteX2" fmla="*/ 2536723 w 2536723"/>
                  <a:gd name="connsiteY2" fmla="*/ 1406013 h 1406013"/>
                  <a:gd name="connsiteX0" fmla="*/ 0 w 2536723"/>
                  <a:gd name="connsiteY0" fmla="*/ 0 h 1406013"/>
                  <a:gd name="connsiteX1" fmla="*/ 1396181 w 2536723"/>
                  <a:gd name="connsiteY1" fmla="*/ 580103 h 1406013"/>
                  <a:gd name="connsiteX2" fmla="*/ 2536723 w 2536723"/>
                  <a:gd name="connsiteY2" fmla="*/ 1406013 h 1406013"/>
                  <a:gd name="connsiteX3" fmla="*/ 2536723 w 2536723"/>
                  <a:gd name="connsiteY3" fmla="*/ 1406013 h 1406013"/>
                  <a:gd name="connsiteX0" fmla="*/ 0 w 2536723"/>
                  <a:gd name="connsiteY0" fmla="*/ 0 h 1406013"/>
                  <a:gd name="connsiteX1" fmla="*/ 668594 w 2536723"/>
                  <a:gd name="connsiteY1" fmla="*/ 157316 h 1406013"/>
                  <a:gd name="connsiteX2" fmla="*/ 1396181 w 2536723"/>
                  <a:gd name="connsiteY2" fmla="*/ 580103 h 1406013"/>
                  <a:gd name="connsiteX3" fmla="*/ 2536723 w 2536723"/>
                  <a:gd name="connsiteY3" fmla="*/ 1406013 h 1406013"/>
                  <a:gd name="connsiteX4" fmla="*/ 2536723 w 2536723"/>
                  <a:gd name="connsiteY4" fmla="*/ 1406013 h 1406013"/>
                  <a:gd name="connsiteX0" fmla="*/ 0 w 2684206"/>
                  <a:gd name="connsiteY0" fmla="*/ 0 h 1533833"/>
                  <a:gd name="connsiteX1" fmla="*/ 668594 w 2684206"/>
                  <a:gd name="connsiteY1" fmla="*/ 157316 h 1533833"/>
                  <a:gd name="connsiteX2" fmla="*/ 1396181 w 2684206"/>
                  <a:gd name="connsiteY2" fmla="*/ 580103 h 1533833"/>
                  <a:gd name="connsiteX3" fmla="*/ 2536723 w 2684206"/>
                  <a:gd name="connsiteY3" fmla="*/ 1406013 h 1533833"/>
                  <a:gd name="connsiteX4" fmla="*/ 2684206 w 2684206"/>
                  <a:gd name="connsiteY4" fmla="*/ 1533833 h 1533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84206" h="1533833">
                    <a:moveTo>
                      <a:pt x="0" y="0"/>
                    </a:moveTo>
                    <a:cubicBezTo>
                      <a:pt x="98323" y="42607"/>
                      <a:pt x="435897" y="60632"/>
                      <a:pt x="668594" y="157316"/>
                    </a:cubicBezTo>
                    <a:cubicBezTo>
                      <a:pt x="901291" y="254000"/>
                      <a:pt x="1071717" y="388374"/>
                      <a:pt x="1396181" y="580103"/>
                    </a:cubicBezTo>
                    <a:lnTo>
                      <a:pt x="2536723" y="1406013"/>
                    </a:lnTo>
                    <a:cubicBezTo>
                      <a:pt x="2751394" y="1564968"/>
                      <a:pt x="2635045" y="1491226"/>
                      <a:pt x="2684206" y="1533833"/>
                    </a:cubicBezTo>
                  </a:path>
                </a:pathLst>
              </a:custGeom>
              <a:noFill/>
              <a:ln w="57150" cap="flat">
                <a:solidFill>
                  <a:schemeClr val="accent1"/>
                </a:solidFill>
                <a:prstDash val="dash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37" name="Table">
              <a:extLst>
                <a:ext uri="{FF2B5EF4-FFF2-40B4-BE49-F238E27FC236}">
                  <a16:creationId xmlns:a16="http://schemas.microsoft.com/office/drawing/2014/main" id="{5ED4ED01-F197-4246-B89E-D7AE980523EC}"/>
                </a:ext>
              </a:extLst>
            </p:cNvPr>
            <p:cNvGraphicFramePr/>
            <p:nvPr/>
          </p:nvGraphicFramePr>
          <p:xfrm>
            <a:off x="6789844" y="3180465"/>
            <a:ext cx="2003917" cy="1309686"/>
          </p:xfrm>
          <a:graphic>
            <a:graphicData uri="http://schemas.openxmlformats.org/drawingml/2006/table">
              <a:tbl>
                <a:tblPr>
                  <a:tableStyleId>{4C3C2611-4C71-4FC5-86AE-919BDF0F9419}</a:tableStyleId>
                </a:tblPr>
                <a:tblGrid>
                  <a:gridCol w="41673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59574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23399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68037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436562"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320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64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60</a:t>
                        </a:r>
                      </a:p>
                    </a:txBody>
                    <a:tcPr marL="0" marR="0" marT="0" marB="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rgbClr val="00B0F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436562"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360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40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rgbClr val="00B0F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436562"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360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4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51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rgbClr val="00B0F0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800"/>
                        </a:pPr>
                        <a:r>
                          <a:rPr sz="1800" b="1" dirty="0"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  <a:sym typeface="Arial"/>
                          </a:rPr>
                          <a:t>0</a:t>
                        </a:r>
                      </a:p>
                    </a:txBody>
                    <a:tcPr marL="0" marR="0" marT="0" marB="0" anchor="ctr" horzOverflow="overflow">
                      <a:lnL w="12700">
                        <a:solidFill>
                          <a:srgbClr val="000000"/>
                        </a:solidFill>
                      </a:lnL>
                      <a:lnR w="12700">
                        <a:solidFill>
                          <a:srgbClr val="000000"/>
                        </a:solidFill>
                      </a:lnR>
                      <a:lnT w="12700">
                        <a:solidFill>
                          <a:srgbClr val="000000"/>
                        </a:solidFill>
                      </a:lnT>
                      <a:lnB w="12700">
                        <a:solidFill>
                          <a:srgbClr val="000000"/>
                        </a:solidFill>
                      </a:lnB>
                      <a:solidFill>
                        <a:srgbClr val="00B0F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sp>
          <p:nvSpPr>
            <p:cNvPr id="42" name="Curves for  The Law of Variable Proportions">
              <a:extLst>
                <a:ext uri="{FF2B5EF4-FFF2-40B4-BE49-F238E27FC236}">
                  <a16:creationId xmlns:a16="http://schemas.microsoft.com/office/drawing/2014/main" id="{56D83A04-0841-C947-9D23-CA2E42A0266B}"/>
                </a:ext>
              </a:extLst>
            </p:cNvPr>
            <p:cNvSpPr txBox="1">
              <a:spLocks/>
            </p:cNvSpPr>
            <p:nvPr/>
          </p:nvSpPr>
          <p:spPr>
            <a:xfrm>
              <a:off x="3335388" y="1413322"/>
              <a:ext cx="579903" cy="3775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rmAutofit fontScale="97500"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hangingPunct="1">
                <a:defRPr sz="2800" b="1"/>
              </a:pPr>
              <a:r>
                <a:rPr lang="en-IN" sz="16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TPP</a:t>
              </a:r>
            </a:p>
          </p:txBody>
        </p:sp>
        <p:sp>
          <p:nvSpPr>
            <p:cNvPr id="43" name="Curves for  The Law of Variable Proportions">
              <a:extLst>
                <a:ext uri="{FF2B5EF4-FFF2-40B4-BE49-F238E27FC236}">
                  <a16:creationId xmlns:a16="http://schemas.microsoft.com/office/drawing/2014/main" id="{F2872249-3948-9C45-A13A-D71BD6CC5412}"/>
                </a:ext>
              </a:extLst>
            </p:cNvPr>
            <p:cNvSpPr txBox="1">
              <a:spLocks/>
            </p:cNvSpPr>
            <p:nvPr/>
          </p:nvSpPr>
          <p:spPr>
            <a:xfrm>
              <a:off x="3158749" y="4913236"/>
              <a:ext cx="579903" cy="3775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rmAutofit fontScale="97500"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hangingPunct="1">
                <a:defRPr sz="2800" b="1"/>
              </a:pPr>
              <a:r>
                <a:rPr lang="en-IN" sz="16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MPP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81462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rves for  The Law of Variable Proportions"/>
          <p:cNvSpPr txBox="1">
            <a:spLocks noGrp="1"/>
          </p:cNvSpPr>
          <p:nvPr>
            <p:ph type="title" idx="4294967295"/>
          </p:nvPr>
        </p:nvSpPr>
        <p:spPr>
          <a:xfrm>
            <a:off x="755515" y="268287"/>
            <a:ext cx="7632970" cy="53657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28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Law of Variable Proportions</a:t>
            </a:r>
          </a:p>
        </p:txBody>
      </p:sp>
      <p:graphicFrame>
        <p:nvGraphicFramePr>
          <p:cNvPr id="50" name="Table"/>
          <p:cNvGraphicFramePr/>
          <p:nvPr/>
        </p:nvGraphicFramePr>
        <p:xfrm>
          <a:off x="457200" y="1600200"/>
          <a:ext cx="3260724" cy="4648199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14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rPr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TPP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MPP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86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-30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1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775" y="1603375"/>
            <a:ext cx="4565650" cy="471805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9880E6-A3CC-374E-97FC-59E67B97231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10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B4A5C0-F9F2-8C42-8280-1E92B274CBEA}"/>
              </a:ext>
            </a:extLst>
          </p:cNvPr>
          <p:cNvCxnSpPr>
            <a:cxnSpLocks/>
          </p:cNvCxnSpPr>
          <p:nvPr/>
        </p:nvCxnSpPr>
        <p:spPr>
          <a:xfrm>
            <a:off x="5768788" y="3039036"/>
            <a:ext cx="0" cy="2474258"/>
          </a:xfrm>
          <a:prstGeom prst="line">
            <a:avLst/>
          </a:prstGeom>
          <a:noFill/>
          <a:ln w="57150" cap="flat">
            <a:solidFill>
              <a:srgbClr val="FF0000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781C95-2C32-F248-9FAD-991E7694059A}"/>
              </a:ext>
            </a:extLst>
          </p:cNvPr>
          <p:cNvCxnSpPr>
            <a:cxnSpLocks/>
          </p:cNvCxnSpPr>
          <p:nvPr/>
        </p:nvCxnSpPr>
        <p:spPr>
          <a:xfrm>
            <a:off x="6015317" y="2675965"/>
            <a:ext cx="0" cy="2837329"/>
          </a:xfrm>
          <a:prstGeom prst="line">
            <a:avLst/>
          </a:prstGeom>
          <a:noFill/>
          <a:ln w="57150" cap="flat">
            <a:solidFill>
              <a:schemeClr val="accent2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rves for  The Law of Variable Proportions"/>
          <p:cNvSpPr txBox="1">
            <a:spLocks noGrp="1"/>
          </p:cNvSpPr>
          <p:nvPr>
            <p:ph type="title" idx="4294967295"/>
          </p:nvPr>
        </p:nvSpPr>
        <p:spPr>
          <a:xfrm>
            <a:off x="609600" y="179466"/>
            <a:ext cx="7772400" cy="9906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2800" b="1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and MPP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Curves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Law of Variable Proportions</a:t>
            </a:r>
          </a:p>
        </p:txBody>
      </p:sp>
      <p:pic>
        <p:nvPicPr>
          <p:cNvPr id="65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3375"/>
            <a:ext cx="7997825" cy="471805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3C76D2-8E61-3642-BC66-2317E53182E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11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3D173E9-5AC4-514F-A105-9C2FFE68FB1A}"/>
                  </a:ext>
                </a:extLst>
              </p14:cNvPr>
              <p14:cNvContentPartPr/>
              <p14:nvPr/>
            </p14:nvContentPartPr>
            <p14:xfrm>
              <a:off x="3588665" y="-193857"/>
              <a:ext cx="36360" cy="47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3D173E9-5AC4-514F-A105-9C2FFE68FB1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558065" y="-224457"/>
                <a:ext cx="97560" cy="108720"/>
              </a:xfrm>
              <a:prstGeom prst="rect">
                <a:avLst/>
              </a:prstGeom>
            </p:spPr>
          </p:pic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8DE631-3296-A841-8D1C-A743DD63DA6A}"/>
              </a:ext>
            </a:extLst>
          </p:cNvPr>
          <p:cNvCxnSpPr>
            <a:cxnSpLocks/>
          </p:cNvCxnSpPr>
          <p:nvPr/>
        </p:nvCxnSpPr>
        <p:spPr>
          <a:xfrm>
            <a:off x="3536576" y="1788459"/>
            <a:ext cx="0" cy="2931458"/>
          </a:xfrm>
          <a:prstGeom prst="line">
            <a:avLst/>
          </a:prstGeom>
          <a:noFill/>
          <a:ln w="57150" cap="flat">
            <a:solidFill>
              <a:srgbClr val="FF0000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3C89E8-665A-444E-965A-5ACC31CC4AB4}"/>
              </a:ext>
            </a:extLst>
          </p:cNvPr>
          <p:cNvCxnSpPr>
            <a:cxnSpLocks/>
          </p:cNvCxnSpPr>
          <p:nvPr/>
        </p:nvCxnSpPr>
        <p:spPr>
          <a:xfrm>
            <a:off x="4105834" y="1882588"/>
            <a:ext cx="0" cy="2837329"/>
          </a:xfrm>
          <a:prstGeom prst="line">
            <a:avLst/>
          </a:prstGeom>
          <a:noFill/>
          <a:ln w="57150" cap="flat">
            <a:solidFill>
              <a:schemeClr val="accent2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rves for  The Law of Variable Proportions"/>
          <p:cNvSpPr txBox="1">
            <a:spLocks noGrp="1"/>
          </p:cNvSpPr>
          <p:nvPr>
            <p:ph type="title" idx="4294967295"/>
          </p:nvPr>
        </p:nvSpPr>
        <p:spPr>
          <a:xfrm>
            <a:off x="40948" y="77306"/>
            <a:ext cx="2384197" cy="303888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800" b="1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Isoquants Analysis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DA00A3-E1F4-D24B-AF3E-E27F439B4E16}"/>
              </a:ext>
            </a:extLst>
          </p:cNvPr>
          <p:cNvGrpSpPr/>
          <p:nvPr/>
        </p:nvGrpSpPr>
        <p:grpSpPr>
          <a:xfrm>
            <a:off x="1862134" y="1352301"/>
            <a:ext cx="4640430" cy="3711291"/>
            <a:chOff x="4046371" y="781362"/>
            <a:chExt cx="4640430" cy="3711291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D376245-582C-AD42-8DE6-37CE4A23E025}"/>
                </a:ext>
              </a:extLst>
            </p:cNvPr>
            <p:cNvCxnSpPr>
              <a:cxnSpLocks/>
            </p:cNvCxnSpPr>
            <p:nvPr/>
          </p:nvCxnSpPr>
          <p:spPr>
            <a:xfrm>
              <a:off x="4551031" y="781362"/>
              <a:ext cx="20595" cy="3627051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A7AA099-BA57-3247-AE4D-76ED94F664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6255" y="4066543"/>
              <a:ext cx="4370546" cy="0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5F8F467-D3F2-794F-8646-5140ACC9079A}"/>
                </a:ext>
              </a:extLst>
            </p:cNvPr>
            <p:cNvSpPr txBox="1"/>
            <p:nvPr/>
          </p:nvSpPr>
          <p:spPr>
            <a:xfrm>
              <a:off x="8107811" y="4123323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Lab</a:t>
              </a: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73B0A9D-9957-E849-BD3D-2A6EC36B8435}"/>
                </a:ext>
              </a:extLst>
            </p:cNvPr>
            <p:cNvSpPr txBox="1"/>
            <p:nvPr/>
          </p:nvSpPr>
          <p:spPr>
            <a:xfrm>
              <a:off x="4046371" y="815686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Cap</a:t>
              </a: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BF1E1CB-A36A-FA4D-8127-71C68C7AC06D}"/>
              </a:ext>
            </a:extLst>
          </p:cNvPr>
          <p:cNvGrpSpPr/>
          <p:nvPr/>
        </p:nvGrpSpPr>
        <p:grpSpPr>
          <a:xfrm>
            <a:off x="2480843" y="473957"/>
            <a:ext cx="3900428" cy="3859181"/>
            <a:chOff x="4874088" y="-96982"/>
            <a:chExt cx="3900428" cy="3859181"/>
          </a:xfrm>
        </p:grpSpPr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407D217B-2C3F-2F49-B915-23D25BE4D22C}"/>
                </a:ext>
              </a:extLst>
            </p:cNvPr>
            <p:cNvSpPr/>
            <p:nvPr/>
          </p:nvSpPr>
          <p:spPr>
            <a:xfrm flipH="1" flipV="1">
              <a:off x="4874088" y="-96982"/>
              <a:ext cx="3900428" cy="3635289"/>
            </a:xfrm>
            <a:prstGeom prst="arc">
              <a:avLst>
                <a:gd name="adj1" fmla="val 16200000"/>
                <a:gd name="adj2" fmla="val 21295633"/>
              </a:avLst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4D43285-649A-B947-B390-1095C00047BE}"/>
                </a:ext>
              </a:extLst>
            </p:cNvPr>
            <p:cNvSpPr txBox="1"/>
            <p:nvPr/>
          </p:nvSpPr>
          <p:spPr>
            <a:xfrm>
              <a:off x="6824302" y="3423647"/>
              <a:ext cx="867221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IQ</a:t>
              </a:r>
              <a:r>
                <a:rPr lang="en-US" sz="1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; 10</a:t>
              </a:r>
              <a:endParaRPr kumimoji="0" 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760872-D8F0-AC41-8DF7-3DC21F643BA4}"/>
              </a:ext>
            </a:extLst>
          </p:cNvPr>
          <p:cNvGrpSpPr/>
          <p:nvPr/>
        </p:nvGrpSpPr>
        <p:grpSpPr>
          <a:xfrm>
            <a:off x="2970304" y="114232"/>
            <a:ext cx="3900428" cy="3858568"/>
            <a:chOff x="5460381" y="-428615"/>
            <a:chExt cx="3900428" cy="3858568"/>
          </a:xfrm>
        </p:grpSpPr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90C735EF-8751-A24D-BBD6-D2FBF80C2AA0}"/>
                </a:ext>
              </a:extLst>
            </p:cNvPr>
            <p:cNvSpPr/>
            <p:nvPr/>
          </p:nvSpPr>
          <p:spPr>
            <a:xfrm flipH="1" flipV="1">
              <a:off x="5460381" y="-428615"/>
              <a:ext cx="3900428" cy="3635289"/>
            </a:xfrm>
            <a:prstGeom prst="arc">
              <a:avLst>
                <a:gd name="adj1" fmla="val 16200000"/>
                <a:gd name="adj2" fmla="val 21295633"/>
              </a:avLst>
            </a:prstGeom>
            <a:noFill/>
            <a:ln w="38100" cap="flat">
              <a:solidFill>
                <a:schemeClr val="accent3">
                  <a:lumMod val="50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E643A86-2A49-5C44-A374-6BE26034B038}"/>
                </a:ext>
              </a:extLst>
            </p:cNvPr>
            <p:cNvSpPr txBox="1"/>
            <p:nvPr/>
          </p:nvSpPr>
          <p:spPr>
            <a:xfrm>
              <a:off x="7436142" y="3091401"/>
              <a:ext cx="867221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IQ</a:t>
              </a:r>
              <a:r>
                <a:rPr lang="en-US" sz="16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; 20</a:t>
              </a:r>
              <a:endParaRPr kumimoji="0" lang="en-US" sz="1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C7576D0-D2BF-7943-9533-137D1A0F2962}"/>
              </a:ext>
            </a:extLst>
          </p:cNvPr>
          <p:cNvGrpSpPr/>
          <p:nvPr/>
        </p:nvGrpSpPr>
        <p:grpSpPr>
          <a:xfrm>
            <a:off x="3515463" y="-394038"/>
            <a:ext cx="3900428" cy="3823038"/>
            <a:chOff x="6157598" y="-1063883"/>
            <a:chExt cx="3900428" cy="3823038"/>
          </a:xfrm>
        </p:grpSpPr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8CFE750C-6B70-694E-AD3B-910531A6447C}"/>
                </a:ext>
              </a:extLst>
            </p:cNvPr>
            <p:cNvSpPr/>
            <p:nvPr/>
          </p:nvSpPr>
          <p:spPr>
            <a:xfrm flipH="1" flipV="1">
              <a:off x="6157598" y="-1063883"/>
              <a:ext cx="3900428" cy="3635289"/>
            </a:xfrm>
            <a:prstGeom prst="arc">
              <a:avLst>
                <a:gd name="adj1" fmla="val 16200000"/>
                <a:gd name="adj2" fmla="val 21295633"/>
              </a:avLst>
            </a:prstGeom>
            <a:noFill/>
            <a:ln w="38100" cap="flat">
              <a:solidFill>
                <a:schemeClr val="accent4">
                  <a:lumMod val="75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761E3C0-B845-C04F-A45E-59CF3EEE27AE}"/>
                </a:ext>
              </a:extLst>
            </p:cNvPr>
            <p:cNvSpPr txBox="1"/>
            <p:nvPr/>
          </p:nvSpPr>
          <p:spPr>
            <a:xfrm>
              <a:off x="8121198" y="2420603"/>
              <a:ext cx="867221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IQ</a:t>
              </a:r>
              <a:r>
                <a:rPr lang="en-US" sz="16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; 30</a:t>
              </a:r>
              <a:endParaRPr kumimoji="0" 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98B8249-6A4E-1F4C-A279-D36F2802A113}"/>
              </a:ext>
            </a:extLst>
          </p:cNvPr>
          <p:cNvSpPr txBox="1"/>
          <p:nvPr/>
        </p:nvSpPr>
        <p:spPr>
          <a:xfrm>
            <a:off x="4761035" y="84235"/>
            <a:ext cx="4330790" cy="19389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An</a:t>
            </a: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I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soquant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locus of the various configurations of the factors of production involved that show the same level of output </a:t>
            </a:r>
            <a:endParaRPr kumimoji="0" 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31A946-15A7-A944-BCA9-D0C40799F58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738824" y="6401124"/>
            <a:ext cx="263983" cy="269241"/>
          </a:xfrm>
        </p:spPr>
        <p:txBody>
          <a:bodyPr/>
          <a:lstStyle/>
          <a:p>
            <a:fld id="{86CB4B4D-7CA3-9044-876B-883B54F8677D}" type="slidenum">
              <a:rPr lang="en-IN" smtClean="0"/>
              <a:t>12</a:t>
            </a:fld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6D7BE5-9C85-1549-9833-8D6847F3C2F2}"/>
              </a:ext>
            </a:extLst>
          </p:cNvPr>
          <p:cNvSpPr txBox="1"/>
          <p:nvPr/>
        </p:nvSpPr>
        <p:spPr>
          <a:xfrm>
            <a:off x="847322" y="5283696"/>
            <a:ext cx="7449355" cy="830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soquant Map refers to the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WILLINGNESS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producer to produce a certain quantity of output</a:t>
            </a:r>
            <a:endParaRPr kumimoji="0" 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ADD4FA-41D2-C139-DA20-960287EACF87}"/>
              </a:ext>
            </a:extLst>
          </p:cNvPr>
          <p:cNvGrpSpPr/>
          <p:nvPr/>
        </p:nvGrpSpPr>
        <p:grpSpPr>
          <a:xfrm>
            <a:off x="2363163" y="3717580"/>
            <a:ext cx="1711272" cy="919902"/>
            <a:chOff x="838442" y="3347625"/>
            <a:chExt cx="1711272" cy="919902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FEC313A-6FE8-7B16-3D06-D7CF990F4656}"/>
                </a:ext>
              </a:extLst>
            </p:cNvPr>
            <p:cNvCxnSpPr>
              <a:cxnSpLocks/>
            </p:cNvCxnSpPr>
            <p:nvPr/>
          </p:nvCxnSpPr>
          <p:spPr>
            <a:xfrm>
              <a:off x="2333605" y="3692291"/>
              <a:ext cx="0" cy="57523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97562CC-49F0-66FB-B768-18F8EDB9D841}"/>
                </a:ext>
              </a:extLst>
            </p:cNvPr>
            <p:cNvCxnSpPr>
              <a:cxnSpLocks/>
            </p:cNvCxnSpPr>
            <p:nvPr/>
          </p:nvCxnSpPr>
          <p:spPr>
            <a:xfrm>
              <a:off x="838442" y="3692291"/>
              <a:ext cx="1508872" cy="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C840A0F-6555-FFE1-A79E-A7DA0E7F0EA0}"/>
                </a:ext>
              </a:extLst>
            </p:cNvPr>
            <p:cNvSpPr txBox="1"/>
            <p:nvPr/>
          </p:nvSpPr>
          <p:spPr>
            <a:xfrm>
              <a:off x="2301448" y="3347625"/>
              <a:ext cx="248266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A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45A6588-4805-14F5-410C-B2670CD9BBB1}"/>
              </a:ext>
            </a:extLst>
          </p:cNvPr>
          <p:cNvGrpSpPr/>
          <p:nvPr/>
        </p:nvGrpSpPr>
        <p:grpSpPr>
          <a:xfrm>
            <a:off x="2393641" y="3003938"/>
            <a:ext cx="632361" cy="1599601"/>
            <a:chOff x="859037" y="3459375"/>
            <a:chExt cx="632361" cy="1599601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2F78291-2B12-2E88-198F-3C8558E9720E}"/>
                </a:ext>
              </a:extLst>
            </p:cNvPr>
            <p:cNvCxnSpPr>
              <a:cxnSpLocks/>
            </p:cNvCxnSpPr>
            <p:nvPr/>
          </p:nvCxnSpPr>
          <p:spPr>
            <a:xfrm>
              <a:off x="1237618" y="3735940"/>
              <a:ext cx="0" cy="132303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81F8C12-41AB-0794-4E22-C6EB4853CE8B}"/>
                </a:ext>
              </a:extLst>
            </p:cNvPr>
            <p:cNvCxnSpPr>
              <a:cxnSpLocks/>
            </p:cNvCxnSpPr>
            <p:nvPr/>
          </p:nvCxnSpPr>
          <p:spPr>
            <a:xfrm>
              <a:off x="859037" y="3735940"/>
              <a:ext cx="384095" cy="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87BF019-2EF2-AD68-2796-CBB19AE59DA3}"/>
                </a:ext>
              </a:extLst>
            </p:cNvPr>
            <p:cNvSpPr txBox="1"/>
            <p:nvPr/>
          </p:nvSpPr>
          <p:spPr>
            <a:xfrm>
              <a:off x="1243132" y="3459375"/>
              <a:ext cx="248266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2594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4" grpId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rves for  The Law of Variable Proportions"/>
          <p:cNvSpPr txBox="1">
            <a:spLocks noGrp="1"/>
          </p:cNvSpPr>
          <p:nvPr>
            <p:ph type="title" idx="4294967295"/>
          </p:nvPr>
        </p:nvSpPr>
        <p:spPr>
          <a:xfrm>
            <a:off x="30742" y="13232"/>
            <a:ext cx="2646292" cy="393357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800" b="1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Isoquants Analysis (contd.)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12F0C0-D997-354F-8D31-7745736818A1}"/>
              </a:ext>
            </a:extLst>
          </p:cNvPr>
          <p:cNvSpPr txBox="1"/>
          <p:nvPr/>
        </p:nvSpPr>
        <p:spPr>
          <a:xfrm>
            <a:off x="444472" y="5770944"/>
            <a:ext cx="2357590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Factor Cost Line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BB78341-9308-0149-A44F-4B323911BC52}"/>
              </a:ext>
            </a:extLst>
          </p:cNvPr>
          <p:cNvCxnSpPr>
            <a:cxnSpLocks/>
          </p:cNvCxnSpPr>
          <p:nvPr/>
        </p:nvCxnSpPr>
        <p:spPr>
          <a:xfrm flipH="1">
            <a:off x="762663" y="1034577"/>
            <a:ext cx="20786" cy="4551702"/>
          </a:xfrm>
          <a:prstGeom prst="straightConnector1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1085A8-565D-3941-9FA1-7BD2746DA365}"/>
              </a:ext>
            </a:extLst>
          </p:cNvPr>
          <p:cNvCxnSpPr>
            <a:cxnSpLocks/>
          </p:cNvCxnSpPr>
          <p:nvPr/>
        </p:nvCxnSpPr>
        <p:spPr>
          <a:xfrm flipH="1" flipV="1">
            <a:off x="367202" y="5244409"/>
            <a:ext cx="5980751" cy="36181"/>
          </a:xfrm>
          <a:prstGeom prst="straightConnector1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CAEA21E-A56A-4543-9D96-F3B00D780B67}"/>
              </a:ext>
            </a:extLst>
          </p:cNvPr>
          <p:cNvSpPr txBox="1"/>
          <p:nvPr/>
        </p:nvSpPr>
        <p:spPr>
          <a:xfrm>
            <a:off x="5984383" y="5306333"/>
            <a:ext cx="72714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endParaRPr kumimoji="0" lang="en-US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69A5B4-362E-654B-8195-BCFF38690E1C}"/>
              </a:ext>
            </a:extLst>
          </p:cNvPr>
          <p:cNvSpPr txBox="1"/>
          <p:nvPr/>
        </p:nvSpPr>
        <p:spPr>
          <a:xfrm>
            <a:off x="221089" y="896816"/>
            <a:ext cx="72714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</a:t>
            </a:r>
            <a:endParaRPr kumimoji="0" lang="en-US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99CA49-3EFC-6F47-B979-11192BC3AA1B}"/>
              </a:ext>
            </a:extLst>
          </p:cNvPr>
          <p:cNvSpPr txBox="1"/>
          <p:nvPr/>
        </p:nvSpPr>
        <p:spPr>
          <a:xfrm>
            <a:off x="2926838" y="5287195"/>
            <a:ext cx="40045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sz="1800" b="1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BC9F22-24B6-0042-B8CB-E2E2D2BD9E53}"/>
              </a:ext>
            </a:extLst>
          </p:cNvPr>
          <p:cNvSpPr txBox="1"/>
          <p:nvPr/>
        </p:nvSpPr>
        <p:spPr>
          <a:xfrm>
            <a:off x="352373" y="3752479"/>
            <a:ext cx="43162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sz="1800" b="1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7834382-ACCA-6647-B745-BBBA48869AB2}"/>
              </a:ext>
            </a:extLst>
          </p:cNvPr>
          <p:cNvGrpSpPr/>
          <p:nvPr/>
        </p:nvGrpSpPr>
        <p:grpSpPr>
          <a:xfrm>
            <a:off x="401977" y="2899006"/>
            <a:ext cx="4199531" cy="2732153"/>
            <a:chOff x="162344" y="2157504"/>
            <a:chExt cx="2711884" cy="273215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A62A70E-3468-094D-AE6B-FD98B321F206}"/>
                </a:ext>
              </a:extLst>
            </p:cNvPr>
            <p:cNvCxnSpPr>
              <a:cxnSpLocks/>
            </p:cNvCxnSpPr>
            <p:nvPr/>
          </p:nvCxnSpPr>
          <p:spPr>
            <a:xfrm>
              <a:off x="408683" y="2455548"/>
              <a:ext cx="2313946" cy="2064779"/>
            </a:xfrm>
            <a:prstGeom prst="line">
              <a:avLst/>
            </a:prstGeom>
            <a:noFill/>
            <a:ln w="38100" cap="flat">
              <a:solidFill>
                <a:srgbClr val="7030A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6394A1C-3703-654E-BAF4-39530E6B906F}"/>
                </a:ext>
              </a:extLst>
            </p:cNvPr>
            <p:cNvSpPr txBox="1"/>
            <p:nvPr/>
          </p:nvSpPr>
          <p:spPr>
            <a:xfrm>
              <a:off x="2655147" y="4520327"/>
              <a:ext cx="219081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en-US" sz="18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B14690F-2E92-B14D-BDB8-D74B8135BD1E}"/>
                </a:ext>
              </a:extLst>
            </p:cNvPr>
            <p:cNvSpPr txBox="1"/>
            <p:nvPr/>
          </p:nvSpPr>
          <p:spPr>
            <a:xfrm>
              <a:off x="162344" y="2157504"/>
              <a:ext cx="229895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en-US" sz="18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6690272-9E7A-B647-8242-532979EF7B12}"/>
              </a:ext>
            </a:extLst>
          </p:cNvPr>
          <p:cNvGrpSpPr/>
          <p:nvPr/>
        </p:nvGrpSpPr>
        <p:grpSpPr>
          <a:xfrm>
            <a:off x="419879" y="2233955"/>
            <a:ext cx="5370563" cy="3392095"/>
            <a:chOff x="585047" y="2571585"/>
            <a:chExt cx="3468089" cy="3392095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5620C65-BF43-C746-94AE-5F430C17DA93}"/>
                </a:ext>
              </a:extLst>
            </p:cNvPr>
            <p:cNvCxnSpPr>
              <a:cxnSpLocks/>
            </p:cNvCxnSpPr>
            <p:nvPr/>
          </p:nvCxnSpPr>
          <p:spPr>
            <a:xfrm>
              <a:off x="822846" y="2824059"/>
              <a:ext cx="3081849" cy="2754539"/>
            </a:xfrm>
            <a:prstGeom prst="line">
              <a:avLst/>
            </a:prstGeom>
            <a:noFill/>
            <a:ln w="38100" cap="flat">
              <a:solidFill>
                <a:schemeClr val="accent6">
                  <a:lumMod val="50000"/>
                </a:schemeClr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B24AD40-C39A-9F40-A231-DA52F80ADB61}"/>
                </a:ext>
              </a:extLst>
            </p:cNvPr>
            <p:cNvSpPr txBox="1"/>
            <p:nvPr/>
          </p:nvSpPr>
          <p:spPr>
            <a:xfrm flipH="1">
              <a:off x="3834056" y="5594350"/>
              <a:ext cx="219080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en-US" sz="18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68AE291-3548-D342-8E94-1A8E34D1DC40}"/>
                </a:ext>
              </a:extLst>
            </p:cNvPr>
            <p:cNvSpPr txBox="1"/>
            <p:nvPr/>
          </p:nvSpPr>
          <p:spPr>
            <a:xfrm>
              <a:off x="585047" y="2571585"/>
              <a:ext cx="229895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en-US" sz="18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42F785-0698-5D4C-A25B-591B4842A56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311664" y="6944619"/>
            <a:ext cx="263983" cy="269241"/>
          </a:xfrm>
        </p:spPr>
        <p:txBody>
          <a:bodyPr/>
          <a:lstStyle/>
          <a:p>
            <a:fld id="{86CB4B4D-7CA3-9044-876B-883B54F8677D}" type="slidenum">
              <a:rPr lang="en-IN" smtClean="0"/>
              <a:t>13</a:t>
            </a:fld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A93652D-4A47-75C4-6A01-80C5426052F1}"/>
              </a:ext>
            </a:extLst>
          </p:cNvPr>
          <p:cNvGrpSpPr/>
          <p:nvPr/>
        </p:nvGrpSpPr>
        <p:grpSpPr>
          <a:xfrm>
            <a:off x="444472" y="5770944"/>
            <a:ext cx="8271026" cy="799173"/>
            <a:chOff x="653484" y="5589559"/>
            <a:chExt cx="8271026" cy="79917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EB1752E-1A16-9749-BCBE-CC2C07DDB57D}"/>
                </a:ext>
              </a:extLst>
            </p:cNvPr>
            <p:cNvSpPr txBox="1"/>
            <p:nvPr/>
          </p:nvSpPr>
          <p:spPr>
            <a:xfrm>
              <a:off x="2943759" y="5589559"/>
              <a:ext cx="5980751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just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refers to the </a:t>
              </a:r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FINANCIAL ABILITY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the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D345B98-23D6-9622-1331-8D33E1A1F8F2}"/>
                </a:ext>
              </a:extLst>
            </p:cNvPr>
            <p:cNvSpPr txBox="1"/>
            <p:nvPr/>
          </p:nvSpPr>
          <p:spPr>
            <a:xfrm>
              <a:off x="653484" y="5927069"/>
              <a:ext cx="7970728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just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producer to produce a certain quantity of the output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FB3864D-8AC9-68EB-1ADB-3CD0876E9619}"/>
              </a:ext>
            </a:extLst>
          </p:cNvPr>
          <p:cNvSpPr txBox="1"/>
          <p:nvPr/>
        </p:nvSpPr>
        <p:spPr>
          <a:xfrm>
            <a:off x="2943759" y="16730"/>
            <a:ext cx="5415055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Let firm’s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budget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be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Rs 5000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E55AB3-CDF0-A7EE-0E18-06C6015C3489}"/>
              </a:ext>
            </a:extLst>
          </p:cNvPr>
          <p:cNvSpPr txBox="1"/>
          <p:nvPr/>
        </p:nvSpPr>
        <p:spPr>
          <a:xfrm>
            <a:off x="2925556" y="380267"/>
            <a:ext cx="5451460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Let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= Rs 50/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Rs 200/unit 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66B502-8B74-7658-E2B6-D4D39C50C41E}"/>
              </a:ext>
            </a:extLst>
          </p:cNvPr>
          <p:cNvSpPr txBox="1"/>
          <p:nvPr/>
        </p:nvSpPr>
        <p:spPr>
          <a:xfrm>
            <a:off x="2943759" y="728123"/>
            <a:ext cx="5861585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If entire budget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spent only on Labour, the Labour-Capital coordinates would be: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1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= (100 L, zero K)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21ABE6-60D2-4F77-901D-1E9EDC25207A}"/>
              </a:ext>
            </a:extLst>
          </p:cNvPr>
          <p:cNvSpPr txBox="1"/>
          <p:nvPr/>
        </p:nvSpPr>
        <p:spPr>
          <a:xfrm>
            <a:off x="2951682" y="1310220"/>
            <a:ext cx="5980750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If entire budget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spent only on Labour, the Labour-Capital coordinates would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F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1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= (zero L, 25 K)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C07B3-F335-7405-CBA7-482B70BCA8C6}"/>
              </a:ext>
            </a:extLst>
          </p:cNvPr>
          <p:cNvSpPr txBox="1"/>
          <p:nvPr/>
        </p:nvSpPr>
        <p:spPr>
          <a:xfrm>
            <a:off x="4431877" y="2520920"/>
            <a:ext cx="4448837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If budget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increases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but P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&amp; P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K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do not change, the Factor-Cost line shifts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parallelly upwards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from F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1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1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to F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B025E7B-069C-A93D-2F45-AE83C0F0EB20}"/>
              </a:ext>
            </a:extLst>
          </p:cNvPr>
          <p:cNvGrpSpPr/>
          <p:nvPr/>
        </p:nvGrpSpPr>
        <p:grpSpPr>
          <a:xfrm>
            <a:off x="773056" y="1979211"/>
            <a:ext cx="8161730" cy="3264921"/>
            <a:chOff x="773056" y="1691825"/>
            <a:chExt cx="8161730" cy="3264921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E56719D-9E8E-0B43-9263-48A3C32B06A8}"/>
                </a:ext>
              </a:extLst>
            </p:cNvPr>
            <p:cNvCxnSpPr>
              <a:cxnSpLocks/>
            </p:cNvCxnSpPr>
            <p:nvPr/>
          </p:nvCxnSpPr>
          <p:spPr>
            <a:xfrm>
              <a:off x="773056" y="3649758"/>
              <a:ext cx="2233249" cy="1306988"/>
            </a:xfrm>
            <a:prstGeom prst="line">
              <a:avLst/>
            </a:prstGeom>
            <a:noFill/>
            <a:ln w="38100" cap="flat">
              <a:solidFill>
                <a:srgbClr val="00B05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C7E5CA6-1090-0BC7-E173-AA6E7E8B7985}"/>
                </a:ext>
              </a:extLst>
            </p:cNvPr>
            <p:cNvSpPr txBox="1"/>
            <p:nvPr/>
          </p:nvSpPr>
          <p:spPr>
            <a:xfrm>
              <a:off x="2954036" y="1691825"/>
              <a:ext cx="5980750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just"/>
              <a:r>
                <a:rPr kumimoji="0" lang="en-US" sz="2000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Then F</a:t>
              </a:r>
              <a:r>
                <a:rPr kumimoji="0" lang="en-US" sz="2000" b="1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1</a:t>
              </a:r>
              <a:r>
                <a:rPr kumimoji="0" lang="en-US" sz="2000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C</a:t>
              </a:r>
              <a:r>
                <a:rPr kumimoji="0" lang="en-US" sz="2000" b="1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1</a:t>
              </a:r>
              <a:r>
                <a:rPr kumimoji="0" lang="en-US" sz="2000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 is the Factor-Cost line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9F118293-C473-1470-9B22-5A9092BB2590}"/>
              </a:ext>
            </a:extLst>
          </p:cNvPr>
          <p:cNvSpPr txBox="1"/>
          <p:nvPr/>
        </p:nvSpPr>
        <p:spPr>
          <a:xfrm>
            <a:off x="4431877" y="3568665"/>
            <a:ext cx="4502909" cy="1015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If budget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decreases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but P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L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&amp; P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K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do not change, the Factor-Cost line shifts 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parallelly downwards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(F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3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to F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</a:t>
            </a:r>
            <a:r>
              <a: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</a:t>
            </a:r>
            <a:r>
              <a: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2</a:t>
            </a:r>
            <a:r>
              <a:rPr kumimoji="0" lang="en-US" sz="2000" b="1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496787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1" grpId="0"/>
      <p:bldP spid="32" grpId="0"/>
      <p:bldP spid="10" grpId="0"/>
      <p:bldP spid="12" grpId="0"/>
      <p:bldP spid="13" grpId="0"/>
      <p:bldP spid="14" grpId="0"/>
      <p:bldP spid="15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rves for  The Law of Variable Proportions"/>
          <p:cNvSpPr txBox="1">
            <a:spLocks noGrp="1"/>
          </p:cNvSpPr>
          <p:nvPr>
            <p:ph type="title" idx="4294967295"/>
          </p:nvPr>
        </p:nvSpPr>
        <p:spPr>
          <a:xfrm>
            <a:off x="58950" y="50525"/>
            <a:ext cx="2646292" cy="393357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800" b="1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Isoquants Analysis (contd.)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42F785-0698-5D4C-A25B-591B4842A56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311664" y="6944619"/>
            <a:ext cx="263983" cy="269241"/>
          </a:xfrm>
        </p:spPr>
        <p:txBody>
          <a:bodyPr/>
          <a:lstStyle/>
          <a:p>
            <a:fld id="{86CB4B4D-7CA3-9044-876B-883B54F8677D}" type="slidenum">
              <a:rPr lang="en-IN" smtClean="0"/>
              <a:t>14</a:t>
            </a:fld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055799-FBA0-54A9-3570-C3113FEC954E}"/>
              </a:ext>
            </a:extLst>
          </p:cNvPr>
          <p:cNvGrpSpPr/>
          <p:nvPr/>
        </p:nvGrpSpPr>
        <p:grpSpPr>
          <a:xfrm>
            <a:off x="392778" y="509569"/>
            <a:ext cx="3936931" cy="2610483"/>
            <a:chOff x="2290881" y="746415"/>
            <a:chExt cx="3936931" cy="261048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4244EEE-1AB4-2237-FD69-A7F2F299BE2D}"/>
                </a:ext>
              </a:extLst>
            </p:cNvPr>
            <p:cNvGrpSpPr/>
            <p:nvPr/>
          </p:nvGrpSpPr>
          <p:grpSpPr>
            <a:xfrm>
              <a:off x="2290881" y="1118965"/>
              <a:ext cx="3936931" cy="2237933"/>
              <a:chOff x="364782" y="750367"/>
              <a:chExt cx="3936931" cy="2237933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E36D30D-BD25-3E4D-6084-C3D79CFF81B0}"/>
                  </a:ext>
                </a:extLst>
              </p:cNvPr>
              <p:cNvGrpSpPr/>
              <p:nvPr/>
            </p:nvGrpSpPr>
            <p:grpSpPr>
              <a:xfrm>
                <a:off x="364782" y="750367"/>
                <a:ext cx="3936931" cy="2237933"/>
                <a:chOff x="364782" y="750367"/>
                <a:chExt cx="3936931" cy="2237933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E9FC941A-9B3E-EF4C-9F5F-1606F8D65C7D}"/>
                    </a:ext>
                  </a:extLst>
                </p:cNvPr>
                <p:cNvGrpSpPr/>
                <p:nvPr/>
              </p:nvGrpSpPr>
              <p:grpSpPr>
                <a:xfrm>
                  <a:off x="364782" y="750367"/>
                  <a:ext cx="3936931" cy="2237933"/>
                  <a:chOff x="1502362" y="2376467"/>
                  <a:chExt cx="6676000" cy="3925143"/>
                </a:xfrm>
              </p:grpSpPr>
              <p:cxnSp>
                <p:nvCxnSpPr>
                  <p:cNvPr id="3" name="Straight Arrow Connector 2">
                    <a:extLst>
                      <a:ext uri="{FF2B5EF4-FFF2-40B4-BE49-F238E27FC236}">
                        <a16:creationId xmlns:a16="http://schemas.microsoft.com/office/drawing/2014/main" id="{2BB78341-9308-0149-A44F-4B323911BC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29502" y="2376467"/>
                    <a:ext cx="0" cy="3719260"/>
                  </a:xfrm>
                  <a:prstGeom prst="straightConnector1">
                    <a:avLst/>
                  </a:prstGeom>
                  <a:noFill/>
                  <a:ln w="38100" cap="flat">
                    <a:solidFill>
                      <a:schemeClr val="tx1"/>
                    </a:solidFill>
                    <a:prstDash val="solid"/>
                    <a:round/>
                    <a:headEnd type="triangle"/>
                    <a:tailEnd type="triangle"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7" name="Straight Arrow Connector 6">
                    <a:extLst>
                      <a:ext uri="{FF2B5EF4-FFF2-40B4-BE49-F238E27FC236}">
                        <a16:creationId xmlns:a16="http://schemas.microsoft.com/office/drawing/2014/main" id="{331085A8-565D-3941-9FA1-7BD2746DA3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834041" y="5753857"/>
                    <a:ext cx="5980751" cy="36181"/>
                  </a:xfrm>
                  <a:prstGeom prst="straightConnector1">
                    <a:avLst/>
                  </a:prstGeom>
                  <a:noFill/>
                  <a:ln w="38100" cap="flat">
                    <a:solidFill>
                      <a:schemeClr val="tx1"/>
                    </a:solidFill>
                    <a:prstDash val="solid"/>
                    <a:round/>
                    <a:headEnd type="triangle"/>
                    <a:tailEnd type="triangle"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5CAEA21E-A56A-4543-9D96-F3B00D780B67}"/>
                      </a:ext>
                    </a:extLst>
                  </p:cNvPr>
                  <p:cNvSpPr txBox="1"/>
                  <p:nvPr/>
                </p:nvSpPr>
                <p:spPr>
                  <a:xfrm>
                    <a:off x="7451222" y="5815781"/>
                    <a:ext cx="727140" cy="27699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Lab</a:t>
                    </a:r>
                    <a:endParaRPr kumimoji="0" lang="en-US" sz="1200" b="1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5769A5B4-362E-654B-8195-BCFF38690E1C}"/>
                      </a:ext>
                    </a:extLst>
                  </p:cNvPr>
                  <p:cNvSpPr txBox="1"/>
                  <p:nvPr/>
                </p:nvSpPr>
                <p:spPr>
                  <a:xfrm>
                    <a:off x="1502362" y="2409805"/>
                    <a:ext cx="727139" cy="48582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Cap</a:t>
                    </a:r>
                    <a:endParaRPr kumimoji="0" lang="en-US" sz="1200" b="1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grpSp>
                <p:nvGrpSpPr>
                  <p:cNvPr id="9" name="Group 8">
                    <a:extLst>
                      <a:ext uri="{FF2B5EF4-FFF2-40B4-BE49-F238E27FC236}">
                        <a16:creationId xmlns:a16="http://schemas.microsoft.com/office/drawing/2014/main" id="{43EC23C4-826A-CC4F-B47C-5DA56255BCAE}"/>
                      </a:ext>
                    </a:extLst>
                  </p:cNvPr>
                  <p:cNvGrpSpPr/>
                  <p:nvPr/>
                </p:nvGrpSpPr>
                <p:grpSpPr>
                  <a:xfrm>
                    <a:off x="1712462" y="4207101"/>
                    <a:ext cx="5358320" cy="2094509"/>
                    <a:chOff x="485410" y="2430403"/>
                    <a:chExt cx="3460182" cy="2094509"/>
                  </a:xfrm>
                </p:grpSpPr>
                <p:cxnSp>
                  <p:nvCxnSpPr>
                    <p:cNvPr id="4" name="Straight Connector 3">
                      <a:extLst>
                        <a:ext uri="{FF2B5EF4-FFF2-40B4-BE49-F238E27FC236}">
                          <a16:creationId xmlns:a16="http://schemas.microsoft.com/office/drawing/2014/main" id="{FE56719D-9E8E-0B43-9263-48A3C32B06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19292" y="2726029"/>
                      <a:ext cx="2682783" cy="1251130"/>
                    </a:xfrm>
                    <a:prstGeom prst="line">
                      <a:avLst/>
                    </a:prstGeom>
                    <a:noFill/>
                    <a:ln w="38100" cap="flat">
                      <a:solidFill>
                        <a:srgbClr val="00B050"/>
                      </a:solidFill>
                      <a:prstDash val="solid"/>
                      <a:round/>
                    </a:ln>
                    <a:effectLst>
                      <a:outerShdw blurRad="38100" dist="20000" dir="5400000" rotWithShape="0">
                        <a:srgbClr val="000000">
                          <a:alpha val="38000"/>
                        </a:srgbClr>
                      </a:outerShdw>
                    </a:effectLst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4099CA49-3EFC-6F47-B979-11192BC3AA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50010" y="4039083"/>
                      <a:ext cx="595582" cy="485829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sz="1200" b="1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88BC9F22-24B6-0042-B8CB-E2E2D2BD9E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5410" y="2430403"/>
                      <a:ext cx="278727" cy="385572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kumimoji="0" lang="en-US" sz="1200" b="1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p:grpSp>
            </p:grp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4DA5D5CE-C132-4164-4678-E580248831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3586" y="1325231"/>
                  <a:ext cx="2445834" cy="1350766"/>
                </a:xfrm>
                <a:prstGeom prst="line">
                  <a:avLst/>
                </a:prstGeom>
                <a:noFill/>
                <a:ln w="38100" cap="flat">
                  <a:solidFill>
                    <a:schemeClr val="accent2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61B87B-E6EA-30F7-EDC5-B710BE5DC0EE}"/>
                  </a:ext>
                </a:extLst>
              </p:cNvPr>
              <p:cNvSpPr txBox="1"/>
              <p:nvPr/>
            </p:nvSpPr>
            <p:spPr>
              <a:xfrm>
                <a:off x="482599" y="1174764"/>
                <a:ext cx="254537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75</a:t>
                </a:r>
                <a:endParaRPr kumimoji="0" lang="en-US" sz="1200" b="1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697BB2E-2DD0-7B07-05C9-57BA031A04B5}"/>
                </a:ext>
              </a:extLst>
            </p:cNvPr>
            <p:cNvSpPr txBox="1"/>
            <p:nvPr/>
          </p:nvSpPr>
          <p:spPr>
            <a:xfrm>
              <a:off x="3862557" y="746415"/>
              <a:ext cx="428804" cy="276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 1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CBE46C-0D52-BBA2-75FE-773A27371EB8}"/>
              </a:ext>
            </a:extLst>
          </p:cNvPr>
          <p:cNvGrpSpPr/>
          <p:nvPr/>
        </p:nvGrpSpPr>
        <p:grpSpPr>
          <a:xfrm>
            <a:off x="4704336" y="740639"/>
            <a:ext cx="4229285" cy="2370443"/>
            <a:chOff x="1717876" y="4100576"/>
            <a:chExt cx="4229285" cy="237044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41CA2D2-4982-429E-8F62-1D2110265291}"/>
                </a:ext>
              </a:extLst>
            </p:cNvPr>
            <p:cNvGrpSpPr/>
            <p:nvPr/>
          </p:nvGrpSpPr>
          <p:grpSpPr>
            <a:xfrm>
              <a:off x="1717876" y="4185955"/>
              <a:ext cx="4229285" cy="2285064"/>
              <a:chOff x="752676" y="3725090"/>
              <a:chExt cx="4229285" cy="2285064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73AFD4CE-9478-3D4D-95DB-85C22AA358C0}"/>
                  </a:ext>
                </a:extLst>
              </p:cNvPr>
              <p:cNvGrpSpPr/>
              <p:nvPr/>
            </p:nvGrpSpPr>
            <p:grpSpPr>
              <a:xfrm>
                <a:off x="752676" y="3725090"/>
                <a:ext cx="4229285" cy="2285064"/>
                <a:chOff x="752676" y="3725090"/>
                <a:chExt cx="4229285" cy="2285064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0336E1A4-946B-D749-AAF8-B519255AE034}"/>
                    </a:ext>
                  </a:extLst>
                </p:cNvPr>
                <p:cNvGrpSpPr/>
                <p:nvPr/>
              </p:nvGrpSpPr>
              <p:grpSpPr>
                <a:xfrm>
                  <a:off x="752676" y="3725090"/>
                  <a:ext cx="4229285" cy="2285064"/>
                  <a:chOff x="1763276" y="2376467"/>
                  <a:chExt cx="4179937" cy="4007806"/>
                </a:xfrm>
              </p:grpSpPr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13667A60-893D-C54C-A041-A3CCB6F132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29502" y="2376467"/>
                    <a:ext cx="0" cy="3719260"/>
                  </a:xfrm>
                  <a:prstGeom prst="straightConnector1">
                    <a:avLst/>
                  </a:prstGeom>
                  <a:noFill/>
                  <a:ln w="38100" cap="flat">
                    <a:solidFill>
                      <a:schemeClr val="tx1"/>
                    </a:solidFill>
                    <a:prstDash val="solid"/>
                    <a:round/>
                    <a:headEnd type="triangle"/>
                    <a:tailEnd type="triangle"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27" name="Straight Arrow Connector 26">
                    <a:extLst>
                      <a:ext uri="{FF2B5EF4-FFF2-40B4-BE49-F238E27FC236}">
                        <a16:creationId xmlns:a16="http://schemas.microsoft.com/office/drawing/2014/main" id="{F325459E-2875-5744-AB66-78AB4B4A94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34041" y="5753857"/>
                    <a:ext cx="3791857" cy="0"/>
                  </a:xfrm>
                  <a:prstGeom prst="straightConnector1">
                    <a:avLst/>
                  </a:prstGeom>
                  <a:noFill/>
                  <a:ln w="38100" cap="flat">
                    <a:solidFill>
                      <a:schemeClr val="tx1"/>
                    </a:solidFill>
                    <a:prstDash val="solid"/>
                    <a:round/>
                    <a:headEnd type="triangle"/>
                    <a:tailEnd type="triangle"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6B77BABF-9CDA-884D-9C6B-660FE9BEDCBA}"/>
                      </a:ext>
                    </a:extLst>
                  </p:cNvPr>
                  <p:cNvSpPr txBox="1"/>
                  <p:nvPr/>
                </p:nvSpPr>
                <p:spPr>
                  <a:xfrm>
                    <a:off x="5490123" y="5898444"/>
                    <a:ext cx="453090" cy="48582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Lab</a:t>
                    </a:r>
                    <a:endParaRPr kumimoji="0" lang="en-US" sz="1200" b="1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F70BAF6-26E9-5047-BD02-090A92C5317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3276" y="2393962"/>
                    <a:ext cx="466215" cy="48582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Cap</a:t>
                    </a:r>
                    <a:endParaRPr kumimoji="0" lang="en-US" sz="1200" b="1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73B2F048-9B44-6B4D-8682-B5D2BAA11AA4}"/>
                      </a:ext>
                    </a:extLst>
                  </p:cNvPr>
                  <p:cNvGrpSpPr/>
                  <p:nvPr/>
                </p:nvGrpSpPr>
                <p:grpSpPr>
                  <a:xfrm>
                    <a:off x="1961516" y="3514504"/>
                    <a:ext cx="3528611" cy="2723599"/>
                    <a:chOff x="646239" y="1737806"/>
                    <a:chExt cx="2278630" cy="2723599"/>
                  </a:xfrm>
                </p:grpSpPr>
                <p:cxnSp>
                  <p:nvCxnSpPr>
                    <p:cNvPr id="34" name="Straight Connector 33">
                      <a:extLst>
                        <a:ext uri="{FF2B5EF4-FFF2-40B4-BE49-F238E27FC236}">
                          <a16:creationId xmlns:a16="http://schemas.microsoft.com/office/drawing/2014/main" id="{8B79A285-78E4-6F48-AE91-00C372DD258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19287" y="2031078"/>
                      <a:ext cx="1974413" cy="1944498"/>
                    </a:xfrm>
                    <a:prstGeom prst="line">
                      <a:avLst/>
                    </a:prstGeom>
                    <a:noFill/>
                    <a:ln w="38100" cap="flat">
                      <a:solidFill>
                        <a:srgbClr val="C00000"/>
                      </a:solidFill>
                      <a:prstDash val="solid"/>
                      <a:round/>
                    </a:ln>
                    <a:effectLst>
                      <a:outerShdw blurRad="38100" dist="20000" dir="5400000" rotWithShape="0">
                        <a:srgbClr val="000000">
                          <a:alpha val="38000"/>
                        </a:srgbClr>
                      </a:outerShdw>
                    </a:effectLst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E8EAF9B6-E153-0944-88A7-0F0B64A1C12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62530" y="3975576"/>
                      <a:ext cx="262339" cy="485829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kumimoji="0" lang="en-US" sz="1200" b="1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BEFE48AF-A7CB-B648-B748-96E5162840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6239" y="1737806"/>
                      <a:ext cx="208979" cy="485829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kumimoji="0" lang="en-US" sz="1200" b="1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p:grpSp>
            </p:grp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15BBE253-74AD-484F-A720-A071B5C7B2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4395" y="4548776"/>
                  <a:ext cx="1800891" cy="1083623"/>
                </a:xfrm>
                <a:prstGeom prst="line">
                  <a:avLst/>
                </a:prstGeom>
                <a:noFill/>
                <a:ln w="38100" cap="flat">
                  <a:solidFill>
                    <a:srgbClr val="00B05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58B38C-9BFB-5644-ACDB-5E25C0EEA67F}"/>
                  </a:ext>
                </a:extLst>
              </p:cNvPr>
              <p:cNvSpPr txBox="1"/>
              <p:nvPr/>
            </p:nvSpPr>
            <p:spPr>
              <a:xfrm>
                <a:off x="2909254" y="5632399"/>
                <a:ext cx="356865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</a:t>
                </a:r>
                <a:endParaRPr kumimoji="0" lang="en-US" sz="1200" b="1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2C417F-3EF9-65E5-C7B6-C8CBAEB97282}"/>
                </a:ext>
              </a:extLst>
            </p:cNvPr>
            <p:cNvSpPr txBox="1"/>
            <p:nvPr/>
          </p:nvSpPr>
          <p:spPr>
            <a:xfrm>
              <a:off x="3596105" y="4100576"/>
              <a:ext cx="428804" cy="276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 2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210B3B-E735-8350-3F02-BFC141D4926E}"/>
              </a:ext>
            </a:extLst>
          </p:cNvPr>
          <p:cNvGrpSpPr/>
          <p:nvPr/>
        </p:nvGrpSpPr>
        <p:grpSpPr>
          <a:xfrm>
            <a:off x="331282" y="3583997"/>
            <a:ext cx="3936931" cy="2610483"/>
            <a:chOff x="2290881" y="746415"/>
            <a:chExt cx="3936931" cy="2610483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B3EB714-C179-045A-EF32-5E6A1311F728}"/>
                </a:ext>
              </a:extLst>
            </p:cNvPr>
            <p:cNvGrpSpPr/>
            <p:nvPr/>
          </p:nvGrpSpPr>
          <p:grpSpPr>
            <a:xfrm>
              <a:off x="2290881" y="1118965"/>
              <a:ext cx="3936931" cy="2237933"/>
              <a:chOff x="364782" y="750367"/>
              <a:chExt cx="3936931" cy="2237933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7CCF6C75-E549-CC97-1B1C-A3AE60F6AFAC}"/>
                  </a:ext>
                </a:extLst>
              </p:cNvPr>
              <p:cNvGrpSpPr/>
              <p:nvPr/>
            </p:nvGrpSpPr>
            <p:grpSpPr>
              <a:xfrm>
                <a:off x="364782" y="750367"/>
                <a:ext cx="3936931" cy="2237933"/>
                <a:chOff x="364782" y="750367"/>
                <a:chExt cx="3936931" cy="2237933"/>
              </a:xfrm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66A94F44-3D9E-DA21-9784-C84317164168}"/>
                    </a:ext>
                  </a:extLst>
                </p:cNvPr>
                <p:cNvGrpSpPr/>
                <p:nvPr/>
              </p:nvGrpSpPr>
              <p:grpSpPr>
                <a:xfrm>
                  <a:off x="364782" y="750367"/>
                  <a:ext cx="3936931" cy="2237933"/>
                  <a:chOff x="1502362" y="2376467"/>
                  <a:chExt cx="6676000" cy="3925143"/>
                </a:xfrm>
              </p:grpSpPr>
              <p:cxnSp>
                <p:nvCxnSpPr>
                  <p:cNvPr id="49" name="Straight Arrow Connector 48">
                    <a:extLst>
                      <a:ext uri="{FF2B5EF4-FFF2-40B4-BE49-F238E27FC236}">
                        <a16:creationId xmlns:a16="http://schemas.microsoft.com/office/drawing/2014/main" id="{80C5D8B9-7ACD-278A-B324-0DA4BFC9BB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29502" y="2376467"/>
                    <a:ext cx="0" cy="3719260"/>
                  </a:xfrm>
                  <a:prstGeom prst="straightConnector1">
                    <a:avLst/>
                  </a:prstGeom>
                  <a:noFill/>
                  <a:ln w="38100" cap="flat">
                    <a:solidFill>
                      <a:schemeClr val="tx1"/>
                    </a:solidFill>
                    <a:prstDash val="solid"/>
                    <a:round/>
                    <a:headEnd type="triangle"/>
                    <a:tailEnd type="triangle"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50" name="Straight Arrow Connector 49">
                    <a:extLst>
                      <a:ext uri="{FF2B5EF4-FFF2-40B4-BE49-F238E27FC236}">
                        <a16:creationId xmlns:a16="http://schemas.microsoft.com/office/drawing/2014/main" id="{1F7BB05C-6D41-A5E5-4354-D621B66BC0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834041" y="5753857"/>
                    <a:ext cx="5980751" cy="36181"/>
                  </a:xfrm>
                  <a:prstGeom prst="straightConnector1">
                    <a:avLst/>
                  </a:prstGeom>
                  <a:noFill/>
                  <a:ln w="38100" cap="flat">
                    <a:solidFill>
                      <a:schemeClr val="tx1"/>
                    </a:solidFill>
                    <a:prstDash val="solid"/>
                    <a:round/>
                    <a:headEnd type="triangle"/>
                    <a:tailEnd type="triangle"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188AC17C-DBBF-9BCF-5C96-5099B9CB9409}"/>
                      </a:ext>
                    </a:extLst>
                  </p:cNvPr>
                  <p:cNvSpPr txBox="1"/>
                  <p:nvPr/>
                </p:nvSpPr>
                <p:spPr>
                  <a:xfrm>
                    <a:off x="7451222" y="5815781"/>
                    <a:ext cx="727140" cy="27699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Lab</a:t>
                    </a:r>
                    <a:endParaRPr kumimoji="0" lang="en-US" sz="1200" b="1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8CEE78CF-2716-51FB-4330-C2635E881091}"/>
                      </a:ext>
                    </a:extLst>
                  </p:cNvPr>
                  <p:cNvSpPr txBox="1"/>
                  <p:nvPr/>
                </p:nvSpPr>
                <p:spPr>
                  <a:xfrm>
                    <a:off x="1502362" y="2409805"/>
                    <a:ext cx="727139" cy="48582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Cap</a:t>
                    </a:r>
                    <a:endParaRPr kumimoji="0" lang="en-US" sz="1200" b="1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41A539B9-556E-19F0-7A64-6CF98F0F19E6}"/>
                      </a:ext>
                    </a:extLst>
                  </p:cNvPr>
                  <p:cNvGrpSpPr/>
                  <p:nvPr/>
                </p:nvGrpSpPr>
                <p:grpSpPr>
                  <a:xfrm>
                    <a:off x="1712462" y="4207101"/>
                    <a:ext cx="5001448" cy="2094509"/>
                    <a:chOff x="485410" y="2430403"/>
                    <a:chExt cx="3229729" cy="2094509"/>
                  </a:xfrm>
                </p:grpSpPr>
                <p:cxnSp>
                  <p:nvCxnSpPr>
                    <p:cNvPr id="54" name="Straight Connector 53">
                      <a:extLst>
                        <a:ext uri="{FF2B5EF4-FFF2-40B4-BE49-F238E27FC236}">
                          <a16:creationId xmlns:a16="http://schemas.microsoft.com/office/drawing/2014/main" id="{D1EE0106-4770-7432-93D3-0776B89C66E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19292" y="2726029"/>
                      <a:ext cx="2682783" cy="1251130"/>
                    </a:xfrm>
                    <a:prstGeom prst="line">
                      <a:avLst/>
                    </a:prstGeom>
                    <a:noFill/>
                    <a:ln w="38100" cap="flat">
                      <a:solidFill>
                        <a:srgbClr val="00B050"/>
                      </a:solidFill>
                      <a:prstDash val="solid"/>
                      <a:round/>
                    </a:ln>
                    <a:effectLst>
                      <a:outerShdw blurRad="38100" dist="20000" dir="5400000" rotWithShape="0">
                        <a:srgbClr val="000000">
                          <a:alpha val="38000"/>
                        </a:srgbClr>
                      </a:outerShdw>
                    </a:effectLst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015884F3-E54E-2E49-AA25-1C6B744B41F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50010" y="4039083"/>
                      <a:ext cx="365129" cy="485829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kumimoji="0" lang="en-US" sz="1200" b="1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F0F0709B-A5A5-906D-6BA4-F6A40BA49DF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5410" y="2430403"/>
                      <a:ext cx="278727" cy="385572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kumimoji="0" lang="en-US" sz="1200" b="1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p:grpSp>
            </p:grp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0CFCF062-BBA1-4205-5BCE-EEE57A999D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3586" y="1325231"/>
                  <a:ext cx="1244020" cy="1371395"/>
                </a:xfrm>
                <a:prstGeom prst="line">
                  <a:avLst/>
                </a:prstGeom>
                <a:noFill/>
                <a:ln w="38100" cap="flat">
                  <a:solidFill>
                    <a:schemeClr val="accent2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F96D097-0B83-D6A9-6912-0D127D8EFA47}"/>
                  </a:ext>
                </a:extLst>
              </p:cNvPr>
              <p:cNvSpPr txBox="1"/>
              <p:nvPr/>
            </p:nvSpPr>
            <p:spPr>
              <a:xfrm>
                <a:off x="482599" y="1174764"/>
                <a:ext cx="254537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75</a:t>
                </a:r>
                <a:endParaRPr kumimoji="0" lang="en-US" sz="1200" b="1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CF823BF-985F-C569-9A18-4B252FCD9ECA}"/>
                </a:ext>
              </a:extLst>
            </p:cNvPr>
            <p:cNvSpPr txBox="1"/>
            <p:nvPr/>
          </p:nvSpPr>
          <p:spPr>
            <a:xfrm>
              <a:off x="3862557" y="746415"/>
              <a:ext cx="428804" cy="276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 3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582554D-FD4C-C09D-8DDB-EE2DE448E20C}"/>
              </a:ext>
            </a:extLst>
          </p:cNvPr>
          <p:cNvGrpSpPr/>
          <p:nvPr/>
        </p:nvGrpSpPr>
        <p:grpSpPr>
          <a:xfrm>
            <a:off x="4642840" y="3815067"/>
            <a:ext cx="4229285" cy="2370443"/>
            <a:chOff x="1717876" y="4100576"/>
            <a:chExt cx="4229285" cy="2370443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4B34449-B9D5-DF29-FA01-444CAF1ABA41}"/>
                </a:ext>
              </a:extLst>
            </p:cNvPr>
            <p:cNvGrpSpPr/>
            <p:nvPr/>
          </p:nvGrpSpPr>
          <p:grpSpPr>
            <a:xfrm>
              <a:off x="1717876" y="4185955"/>
              <a:ext cx="4229285" cy="2285064"/>
              <a:chOff x="752676" y="3725090"/>
              <a:chExt cx="4229285" cy="2285064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F8AAD83A-CBF7-8211-EAF2-52BE8AEAD920}"/>
                  </a:ext>
                </a:extLst>
              </p:cNvPr>
              <p:cNvGrpSpPr/>
              <p:nvPr/>
            </p:nvGrpSpPr>
            <p:grpSpPr>
              <a:xfrm>
                <a:off x="752676" y="3725090"/>
                <a:ext cx="4229285" cy="2285064"/>
                <a:chOff x="752676" y="3725090"/>
                <a:chExt cx="4229285" cy="2285064"/>
              </a:xfrm>
            </p:grpSpPr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4272DB80-8632-F870-C9A6-B6759570E230}"/>
                    </a:ext>
                  </a:extLst>
                </p:cNvPr>
                <p:cNvGrpSpPr/>
                <p:nvPr/>
              </p:nvGrpSpPr>
              <p:grpSpPr>
                <a:xfrm>
                  <a:off x="752676" y="3725090"/>
                  <a:ext cx="4229285" cy="2285064"/>
                  <a:chOff x="1763276" y="2376467"/>
                  <a:chExt cx="4179937" cy="4007806"/>
                </a:xfrm>
              </p:grpSpPr>
              <p:cxnSp>
                <p:nvCxnSpPr>
                  <p:cNvPr id="65" name="Straight Arrow Connector 64">
                    <a:extLst>
                      <a:ext uri="{FF2B5EF4-FFF2-40B4-BE49-F238E27FC236}">
                        <a16:creationId xmlns:a16="http://schemas.microsoft.com/office/drawing/2014/main" id="{C8B3CA25-4C55-0F05-5C87-8176F8D29B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29502" y="2376467"/>
                    <a:ext cx="0" cy="3719260"/>
                  </a:xfrm>
                  <a:prstGeom prst="straightConnector1">
                    <a:avLst/>
                  </a:prstGeom>
                  <a:noFill/>
                  <a:ln w="38100" cap="flat">
                    <a:solidFill>
                      <a:schemeClr val="tx1"/>
                    </a:solidFill>
                    <a:prstDash val="solid"/>
                    <a:round/>
                    <a:headEnd type="triangle"/>
                    <a:tailEnd type="triangle"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66" name="Straight Arrow Connector 65">
                    <a:extLst>
                      <a:ext uri="{FF2B5EF4-FFF2-40B4-BE49-F238E27FC236}">
                        <a16:creationId xmlns:a16="http://schemas.microsoft.com/office/drawing/2014/main" id="{8E9F1779-546C-A10C-AFDC-3D50ED6103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834041" y="5753857"/>
                    <a:ext cx="3791857" cy="0"/>
                  </a:xfrm>
                  <a:prstGeom prst="straightConnector1">
                    <a:avLst/>
                  </a:prstGeom>
                  <a:noFill/>
                  <a:ln w="38100" cap="flat">
                    <a:solidFill>
                      <a:schemeClr val="tx1"/>
                    </a:solidFill>
                    <a:prstDash val="solid"/>
                    <a:round/>
                    <a:headEnd type="triangle"/>
                    <a:tailEnd type="triangle"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B41A01FB-5C83-01A8-FC0B-E80C5991C7A3}"/>
                      </a:ext>
                    </a:extLst>
                  </p:cNvPr>
                  <p:cNvSpPr txBox="1"/>
                  <p:nvPr/>
                </p:nvSpPr>
                <p:spPr>
                  <a:xfrm>
                    <a:off x="5490123" y="5898444"/>
                    <a:ext cx="453090" cy="48582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Lab</a:t>
                    </a:r>
                    <a:endParaRPr kumimoji="0" lang="en-US" sz="1200" b="1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A60E94BA-18F7-FC0B-02EC-857F64FD5261}"/>
                      </a:ext>
                    </a:extLst>
                  </p:cNvPr>
                  <p:cNvSpPr txBox="1"/>
                  <p:nvPr/>
                </p:nvSpPr>
                <p:spPr>
                  <a:xfrm>
                    <a:off x="1763276" y="2393962"/>
                    <a:ext cx="466215" cy="48582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Cap</a:t>
                    </a:r>
                    <a:endParaRPr kumimoji="0" lang="en-US" sz="1200" b="1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05E88E30-3338-D83A-BFED-9E4BC333B7B8}"/>
                      </a:ext>
                    </a:extLst>
                  </p:cNvPr>
                  <p:cNvGrpSpPr/>
                  <p:nvPr/>
                </p:nvGrpSpPr>
                <p:grpSpPr>
                  <a:xfrm>
                    <a:off x="1945557" y="3219217"/>
                    <a:ext cx="2784649" cy="3076371"/>
                    <a:chOff x="635934" y="1442519"/>
                    <a:chExt cx="1798212" cy="3076371"/>
                  </a:xfrm>
                </p:grpSpPr>
                <p:cxnSp>
                  <p:nvCxnSpPr>
                    <p:cNvPr id="70" name="Straight Connector 69">
                      <a:extLst>
                        <a:ext uri="{FF2B5EF4-FFF2-40B4-BE49-F238E27FC236}">
                          <a16:creationId xmlns:a16="http://schemas.microsoft.com/office/drawing/2014/main" id="{514C9547-0844-41ED-CC55-5029E6D1FA3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7770" y="2657824"/>
                      <a:ext cx="1465105" cy="1273702"/>
                    </a:xfrm>
                    <a:prstGeom prst="line">
                      <a:avLst/>
                    </a:prstGeom>
                    <a:noFill/>
                    <a:ln w="38100" cap="flat">
                      <a:solidFill>
                        <a:srgbClr val="C00000"/>
                      </a:solidFill>
                      <a:prstDash val="solid"/>
                      <a:round/>
                    </a:ln>
                    <a:effectLst>
                      <a:outerShdw blurRad="38100" dist="20000" dir="5400000" rotWithShape="0">
                        <a:srgbClr val="000000">
                          <a:alpha val="38000"/>
                        </a:srgbClr>
                      </a:outerShdw>
                    </a:effectLst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  <p:sp>
                  <p:nvSpPr>
                    <p:cNvPr id="71" name="TextBox 70">
                      <a:extLst>
                        <a:ext uri="{FF2B5EF4-FFF2-40B4-BE49-F238E27FC236}">
                          <a16:creationId xmlns:a16="http://schemas.microsoft.com/office/drawing/2014/main" id="{627558B5-44AD-681D-3F35-42387C5AB6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71807" y="4033061"/>
                      <a:ext cx="262339" cy="485829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kumimoji="0" lang="en-US" sz="1200" b="1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75E16D95-B607-5417-DBD0-E87EA5BD9FF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5934" y="1442519"/>
                      <a:ext cx="208979" cy="485829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kumimoji="0" lang="en-US" sz="1200" b="1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p:grpSp>
            </p:grp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4823AA11-E048-9C33-E881-09CF7D5935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4395" y="4344086"/>
                  <a:ext cx="1161090" cy="1306634"/>
                </a:xfrm>
                <a:prstGeom prst="line">
                  <a:avLst/>
                </a:prstGeom>
                <a:noFill/>
                <a:ln w="38100" cap="flat">
                  <a:solidFill>
                    <a:srgbClr val="00B05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1282BF5-7357-88AE-5088-F2B667600AB1}"/>
                  </a:ext>
                </a:extLst>
              </p:cNvPr>
              <p:cNvSpPr txBox="1"/>
              <p:nvPr/>
            </p:nvSpPr>
            <p:spPr>
              <a:xfrm>
                <a:off x="2207939" y="5674188"/>
                <a:ext cx="458440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</a:t>
                </a:r>
                <a:endParaRPr kumimoji="0" lang="en-US" sz="1200" b="1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26F9843-186B-AF0E-352C-37C9E7768492}"/>
                </a:ext>
              </a:extLst>
            </p:cNvPr>
            <p:cNvSpPr txBox="1"/>
            <p:nvPr/>
          </p:nvSpPr>
          <p:spPr>
            <a:xfrm>
              <a:off x="3596105" y="4100576"/>
              <a:ext cx="428804" cy="276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 4</a:t>
              </a:r>
              <a:endParaRPr kumimoji="0" lang="en-US" sz="1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70CA9022-655E-DB21-6687-2E0A97BE6125}"/>
              </a:ext>
            </a:extLst>
          </p:cNvPr>
          <p:cNvSpPr txBox="1"/>
          <p:nvPr/>
        </p:nvSpPr>
        <p:spPr>
          <a:xfrm>
            <a:off x="1818339" y="5967073"/>
            <a:ext cx="333440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endParaRPr kumimoji="0" lang="en-US" sz="1200" b="1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82FDBEF-3204-8D00-FE9A-364326DC1CA1}"/>
              </a:ext>
            </a:extLst>
          </p:cNvPr>
          <p:cNvSpPr txBox="1"/>
          <p:nvPr/>
        </p:nvSpPr>
        <p:spPr>
          <a:xfrm>
            <a:off x="4826975" y="4906960"/>
            <a:ext cx="327438" cy="276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kumimoji="0" lang="en-US" sz="1200" b="1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7" name="Curves for  The Law of Variable Proportions">
            <a:extLst>
              <a:ext uri="{FF2B5EF4-FFF2-40B4-BE49-F238E27FC236}">
                <a16:creationId xmlns:a16="http://schemas.microsoft.com/office/drawing/2014/main" id="{70182C9C-7743-0D32-BFDB-9377629AC366}"/>
              </a:ext>
            </a:extLst>
          </p:cNvPr>
          <p:cNvSpPr txBox="1">
            <a:spLocks/>
          </p:cNvSpPr>
          <p:nvPr/>
        </p:nvSpPr>
        <p:spPr>
          <a:xfrm>
            <a:off x="2792159" y="58222"/>
            <a:ext cx="6079963" cy="393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just" hangingPunct="1">
              <a:defRPr sz="2800" b="1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Non-Parallel shifting of the Factor-Cost Line</a:t>
            </a:r>
          </a:p>
        </p:txBody>
      </p:sp>
    </p:spTree>
    <p:extLst>
      <p:ext uri="{BB962C8B-B14F-4D97-AF65-F5344CB8AC3E}">
        <p14:creationId xmlns:p14="http://schemas.microsoft.com/office/powerpoint/2010/main" val="41426582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EE6B-CFAA-BBF3-75A3-FB588971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712575A-F943-2138-3534-36E86C17EC51}"/>
              </a:ext>
            </a:extLst>
          </p:cNvPr>
          <p:cNvGrpSpPr/>
          <p:nvPr/>
        </p:nvGrpSpPr>
        <p:grpSpPr>
          <a:xfrm>
            <a:off x="158324" y="1665811"/>
            <a:ext cx="6026054" cy="5125612"/>
            <a:chOff x="5256031" y="753762"/>
            <a:chExt cx="3871879" cy="3627051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4040BF9-F6B1-0C5A-19BF-3FA68CF554DD}"/>
                </a:ext>
              </a:extLst>
            </p:cNvPr>
            <p:cNvCxnSpPr>
              <a:cxnSpLocks/>
            </p:cNvCxnSpPr>
            <p:nvPr/>
          </p:nvCxnSpPr>
          <p:spPr>
            <a:xfrm>
              <a:off x="5580949" y="753762"/>
              <a:ext cx="20595" cy="3627051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C3F9819-8A77-5A02-B34B-0AA915DDA9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33741" y="3968262"/>
              <a:ext cx="3711405" cy="8897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60CEB1-7AB2-3673-8346-DC0702F374CA}"/>
                </a:ext>
              </a:extLst>
            </p:cNvPr>
            <p:cNvSpPr txBox="1"/>
            <p:nvPr/>
          </p:nvSpPr>
          <p:spPr>
            <a:xfrm>
              <a:off x="8802167" y="3968262"/>
              <a:ext cx="325743" cy="261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Lab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20B8F8B-154A-955D-25AA-61F20933DBB5}"/>
                </a:ext>
              </a:extLst>
            </p:cNvPr>
            <p:cNvSpPr txBox="1"/>
            <p:nvPr/>
          </p:nvSpPr>
          <p:spPr>
            <a:xfrm>
              <a:off x="5256031" y="790499"/>
              <a:ext cx="469557" cy="261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Cap</a:t>
              </a: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0B6FD61-3155-186F-B3D5-D98D4FF059CF}"/>
              </a:ext>
            </a:extLst>
          </p:cNvPr>
          <p:cNvSpPr txBox="1"/>
          <p:nvPr/>
        </p:nvSpPr>
        <p:spPr>
          <a:xfrm>
            <a:off x="4129543" y="97050"/>
            <a:ext cx="395001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Producer’s Equilibrium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3521D8A-093A-7A44-91AC-3C2A8E383D37}"/>
              </a:ext>
            </a:extLst>
          </p:cNvPr>
          <p:cNvGrpSpPr/>
          <p:nvPr/>
        </p:nvGrpSpPr>
        <p:grpSpPr>
          <a:xfrm>
            <a:off x="435838" y="4125137"/>
            <a:ext cx="4804028" cy="2467027"/>
            <a:chOff x="170901" y="3044281"/>
            <a:chExt cx="3086698" cy="1745749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6895A59-8A34-36BB-AFFA-A63B48BAC0B6}"/>
                </a:ext>
              </a:extLst>
            </p:cNvPr>
            <p:cNvCxnSpPr>
              <a:cxnSpLocks/>
            </p:cNvCxnSpPr>
            <p:nvPr/>
          </p:nvCxnSpPr>
          <p:spPr>
            <a:xfrm>
              <a:off x="338104" y="3201657"/>
              <a:ext cx="2735875" cy="1316825"/>
            </a:xfrm>
            <a:prstGeom prst="line">
              <a:avLst/>
            </a:prstGeom>
            <a:noFill/>
            <a:ln w="38100" cap="flat">
              <a:solidFill>
                <a:srgbClr val="7030A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E041419-317A-584A-402D-8682463487EE}"/>
                </a:ext>
              </a:extLst>
            </p:cNvPr>
            <p:cNvSpPr txBox="1"/>
            <p:nvPr/>
          </p:nvSpPr>
          <p:spPr>
            <a:xfrm>
              <a:off x="3045245" y="4528680"/>
              <a:ext cx="212354" cy="261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0" lang="en-US" sz="18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A7BD92B-0CF5-EFD5-874D-10505EF1927E}"/>
                </a:ext>
              </a:extLst>
            </p:cNvPr>
            <p:cNvSpPr txBox="1"/>
            <p:nvPr/>
          </p:nvSpPr>
          <p:spPr>
            <a:xfrm>
              <a:off x="170901" y="3044281"/>
              <a:ext cx="213932" cy="261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kumimoji="0" lang="en-US" sz="18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2AE8A7-0F2F-AD3B-B565-72F085E372C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373831" y="6698214"/>
            <a:ext cx="263983" cy="269241"/>
          </a:xfrm>
        </p:spPr>
        <p:txBody>
          <a:bodyPr/>
          <a:lstStyle/>
          <a:p>
            <a:fld id="{86CB4B4D-7CA3-9044-876B-883B54F8677D}" type="slidenum">
              <a:rPr lang="en-IN" smtClean="0"/>
              <a:t>15</a:t>
            </a:fld>
            <a:endParaRPr lang="en-IN"/>
          </a:p>
        </p:txBody>
      </p:sp>
      <p:sp>
        <p:nvSpPr>
          <p:cNvPr id="134" name="Curves for  The Law of Variable Proportions">
            <a:extLst>
              <a:ext uri="{FF2B5EF4-FFF2-40B4-BE49-F238E27FC236}">
                <a16:creationId xmlns:a16="http://schemas.microsoft.com/office/drawing/2014/main" id="{DCD7E513-FAAB-8A6A-D7EC-7BFCD7A2531F}"/>
              </a:ext>
            </a:extLst>
          </p:cNvPr>
          <p:cNvSpPr txBox="1">
            <a:spLocks/>
          </p:cNvSpPr>
          <p:nvPr/>
        </p:nvSpPr>
        <p:spPr>
          <a:xfrm>
            <a:off x="224254" y="10023"/>
            <a:ext cx="2646292" cy="393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Isoquants Analysis (contd.)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CA81E6-0AC0-70E7-9404-8AEC334664E7}"/>
              </a:ext>
            </a:extLst>
          </p:cNvPr>
          <p:cNvSpPr txBox="1"/>
          <p:nvPr/>
        </p:nvSpPr>
        <p:spPr>
          <a:xfrm>
            <a:off x="3388434" y="912607"/>
            <a:ext cx="5586022" cy="8309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A and B are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IRRATIONAL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with the same cost as E less is produced</a:t>
            </a:r>
            <a:endParaRPr kumimoji="0" 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54B082-E70D-0C63-9306-78DC5DC76673}"/>
              </a:ext>
            </a:extLst>
          </p:cNvPr>
          <p:cNvSpPr txBox="1"/>
          <p:nvPr/>
        </p:nvSpPr>
        <p:spPr>
          <a:xfrm>
            <a:off x="3388434" y="1816173"/>
            <a:ext cx="5559832" cy="830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E is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RATIONAL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producer’s ability and willingness are compatible</a:t>
            </a:r>
            <a:endParaRPr kumimoji="0" 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AEE0CC-1365-E063-C737-E79038799DB3}"/>
              </a:ext>
            </a:extLst>
          </p:cNvPr>
          <p:cNvSpPr txBox="1"/>
          <p:nvPr/>
        </p:nvSpPr>
        <p:spPr>
          <a:xfrm>
            <a:off x="3404462" y="2753001"/>
            <a:ext cx="5559832" cy="12003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G is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ASPIRATIONAL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producer has the willingness but lacks the ability produce the said quantity</a:t>
            </a:r>
            <a:endParaRPr kumimoji="0" lang="en-US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E890072-91CA-22F1-7A62-8F09B661B0DC}"/>
              </a:ext>
            </a:extLst>
          </p:cNvPr>
          <p:cNvGrpSpPr/>
          <p:nvPr/>
        </p:nvGrpSpPr>
        <p:grpSpPr>
          <a:xfrm>
            <a:off x="2073610" y="2936246"/>
            <a:ext cx="3314237" cy="2377780"/>
            <a:chOff x="2073610" y="2936246"/>
            <a:chExt cx="3314237" cy="2377780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9E1DE5F2-5DA5-9E09-AD18-22D66DAAC403}"/>
                </a:ext>
              </a:extLst>
            </p:cNvPr>
            <p:cNvSpPr txBox="1"/>
            <p:nvPr/>
          </p:nvSpPr>
          <p:spPr>
            <a:xfrm>
              <a:off x="4909366" y="4821077"/>
              <a:ext cx="478481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IQ</a:t>
              </a:r>
              <a:r>
                <a:rPr kumimoji="0" lang="en-US" sz="18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3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DD34FAE-E0C8-237B-3FD1-3F27C64BE394}"/>
                </a:ext>
              </a:extLst>
            </p:cNvPr>
            <p:cNvGrpSpPr/>
            <p:nvPr/>
          </p:nvGrpSpPr>
          <p:grpSpPr>
            <a:xfrm>
              <a:off x="2073610" y="2936246"/>
              <a:ext cx="2648717" cy="2377780"/>
              <a:chOff x="2073610" y="2936246"/>
              <a:chExt cx="2648717" cy="2377780"/>
            </a:xfrm>
          </p:grpSpPr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37EAEE2-AE36-B00A-B274-A07ACB268830}"/>
                  </a:ext>
                </a:extLst>
              </p:cNvPr>
              <p:cNvSpPr txBox="1"/>
              <p:nvPr/>
            </p:nvSpPr>
            <p:spPr>
              <a:xfrm>
                <a:off x="2553536" y="4227827"/>
                <a:ext cx="34348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rPr>
                  <a:t>G</a:t>
                </a:r>
              </a:p>
            </p:txBody>
          </p: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B052BC4C-66DF-F2F2-617C-769A669593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64105" y="4512920"/>
                <a:ext cx="69508" cy="118554"/>
              </a:xfrm>
              <a:prstGeom prst="line">
                <a:avLst/>
              </a:prstGeom>
              <a:noFill/>
              <a:ln w="254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8" name="Arc 125">
                <a:extLst>
                  <a:ext uri="{FF2B5EF4-FFF2-40B4-BE49-F238E27FC236}">
                    <a16:creationId xmlns:a16="http://schemas.microsoft.com/office/drawing/2014/main" id="{AF9B6EA4-64FC-4D55-7329-8C73393FFBDF}"/>
                  </a:ext>
                </a:extLst>
              </p:cNvPr>
              <p:cNvSpPr/>
              <p:nvPr/>
            </p:nvSpPr>
            <p:spPr>
              <a:xfrm rot="20826943" flipH="1" flipV="1">
                <a:off x="2073610" y="2936246"/>
                <a:ext cx="2648717" cy="2377780"/>
              </a:xfrm>
              <a:custGeom>
                <a:avLst/>
                <a:gdLst>
                  <a:gd name="connsiteX0" fmla="*/ 2439734 w 4879468"/>
                  <a:gd name="connsiteY0" fmla="*/ 0 h 3693236"/>
                  <a:gd name="connsiteX1" fmla="*/ 4097463 w 4879468"/>
                  <a:gd name="connsiteY1" fmla="*/ 491750 h 3693236"/>
                  <a:gd name="connsiteX2" fmla="*/ 4796097 w 4879468"/>
                  <a:gd name="connsiteY2" fmla="*/ 2325233 h 3693236"/>
                  <a:gd name="connsiteX3" fmla="*/ 2439734 w 4879468"/>
                  <a:gd name="connsiteY3" fmla="*/ 1846618 h 3693236"/>
                  <a:gd name="connsiteX4" fmla="*/ 2439734 w 4879468"/>
                  <a:gd name="connsiteY4" fmla="*/ 0 h 3693236"/>
                  <a:gd name="connsiteX0" fmla="*/ 2439734 w 4879468"/>
                  <a:gd name="connsiteY0" fmla="*/ 0 h 3693236"/>
                  <a:gd name="connsiteX1" fmla="*/ 4097463 w 4879468"/>
                  <a:gd name="connsiteY1" fmla="*/ 491750 h 3693236"/>
                  <a:gd name="connsiteX2" fmla="*/ 4796097 w 4879468"/>
                  <a:gd name="connsiteY2" fmla="*/ 2325233 h 3693236"/>
                  <a:gd name="connsiteX0" fmla="*/ 0 w 2439804"/>
                  <a:gd name="connsiteY0" fmla="*/ 0 h 2325233"/>
                  <a:gd name="connsiteX1" fmla="*/ 1657729 w 2439804"/>
                  <a:gd name="connsiteY1" fmla="*/ 491750 h 2325233"/>
                  <a:gd name="connsiteX2" fmla="*/ 2356363 w 2439804"/>
                  <a:gd name="connsiteY2" fmla="*/ 2325233 h 2325233"/>
                  <a:gd name="connsiteX3" fmla="*/ 0 w 2439804"/>
                  <a:gd name="connsiteY3" fmla="*/ 1846618 h 2325233"/>
                  <a:gd name="connsiteX4" fmla="*/ 0 w 2439804"/>
                  <a:gd name="connsiteY4" fmla="*/ 0 h 2325233"/>
                  <a:gd name="connsiteX0" fmla="*/ 0 w 2439804"/>
                  <a:gd name="connsiteY0" fmla="*/ 0 h 2325233"/>
                  <a:gd name="connsiteX1" fmla="*/ 1657729 w 2439804"/>
                  <a:gd name="connsiteY1" fmla="*/ 491750 h 2325233"/>
                  <a:gd name="connsiteX2" fmla="*/ 2356363 w 2439804"/>
                  <a:gd name="connsiteY2" fmla="*/ 2325233 h 2325233"/>
                  <a:gd name="connsiteX0" fmla="*/ 0 w 2508051"/>
                  <a:gd name="connsiteY0" fmla="*/ 0 h 2325233"/>
                  <a:gd name="connsiteX1" fmla="*/ 1657729 w 2508051"/>
                  <a:gd name="connsiteY1" fmla="*/ 491750 h 2325233"/>
                  <a:gd name="connsiteX2" fmla="*/ 2356363 w 2508051"/>
                  <a:gd name="connsiteY2" fmla="*/ 2325233 h 2325233"/>
                  <a:gd name="connsiteX3" fmla="*/ 0 w 2508051"/>
                  <a:gd name="connsiteY3" fmla="*/ 1846618 h 2325233"/>
                  <a:gd name="connsiteX4" fmla="*/ 0 w 2508051"/>
                  <a:gd name="connsiteY4" fmla="*/ 0 h 2325233"/>
                  <a:gd name="connsiteX0" fmla="*/ 0 w 2508051"/>
                  <a:gd name="connsiteY0" fmla="*/ 0 h 2325233"/>
                  <a:gd name="connsiteX1" fmla="*/ 1657729 w 2508051"/>
                  <a:gd name="connsiteY1" fmla="*/ 491750 h 2325233"/>
                  <a:gd name="connsiteX2" fmla="*/ 2434741 w 2508051"/>
                  <a:gd name="connsiteY2" fmla="*/ 2233793 h 2325233"/>
                  <a:gd name="connsiteX0" fmla="*/ 0 w 2435572"/>
                  <a:gd name="connsiteY0" fmla="*/ 0 h 2325233"/>
                  <a:gd name="connsiteX1" fmla="*/ 1657729 w 2435572"/>
                  <a:gd name="connsiteY1" fmla="*/ 491750 h 2325233"/>
                  <a:gd name="connsiteX2" fmla="*/ 2356363 w 2435572"/>
                  <a:gd name="connsiteY2" fmla="*/ 2325233 h 2325233"/>
                  <a:gd name="connsiteX3" fmla="*/ 0 w 2435572"/>
                  <a:gd name="connsiteY3" fmla="*/ 1846618 h 2325233"/>
                  <a:gd name="connsiteX4" fmla="*/ 0 w 2435572"/>
                  <a:gd name="connsiteY4" fmla="*/ 0 h 2325233"/>
                  <a:gd name="connsiteX0" fmla="*/ 0 w 2435572"/>
                  <a:gd name="connsiteY0" fmla="*/ 0 h 2325233"/>
                  <a:gd name="connsiteX1" fmla="*/ 1657729 w 2435572"/>
                  <a:gd name="connsiteY1" fmla="*/ 491750 h 2325233"/>
                  <a:gd name="connsiteX2" fmla="*/ 2434741 w 2435572"/>
                  <a:gd name="connsiteY2" fmla="*/ 2233793 h 2325233"/>
                  <a:gd name="connsiteX0" fmla="*/ 149147 w 2584719"/>
                  <a:gd name="connsiteY0" fmla="*/ 168119 h 2493352"/>
                  <a:gd name="connsiteX1" fmla="*/ 1806876 w 2584719"/>
                  <a:gd name="connsiteY1" fmla="*/ 659869 h 2493352"/>
                  <a:gd name="connsiteX2" fmla="*/ 2505510 w 2584719"/>
                  <a:gd name="connsiteY2" fmla="*/ 2493352 h 2493352"/>
                  <a:gd name="connsiteX3" fmla="*/ 149147 w 2584719"/>
                  <a:gd name="connsiteY3" fmla="*/ 2014737 h 2493352"/>
                  <a:gd name="connsiteX4" fmla="*/ 149147 w 2584719"/>
                  <a:gd name="connsiteY4" fmla="*/ 168119 h 2493352"/>
                  <a:gd name="connsiteX0" fmla="*/ 0 w 2584719"/>
                  <a:gd name="connsiteY0" fmla="*/ 0 h 2493352"/>
                  <a:gd name="connsiteX1" fmla="*/ 1806876 w 2584719"/>
                  <a:gd name="connsiteY1" fmla="*/ 659869 h 2493352"/>
                  <a:gd name="connsiteX2" fmla="*/ 2583888 w 2584719"/>
                  <a:gd name="connsiteY2" fmla="*/ 2401912 h 2493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84719" h="2493352" stroke="0" extrusionOk="0">
                    <a:moveTo>
                      <a:pt x="149147" y="168119"/>
                    </a:moveTo>
                    <a:cubicBezTo>
                      <a:pt x="763838" y="168119"/>
                      <a:pt x="1355876" y="343742"/>
                      <a:pt x="1806876" y="659869"/>
                    </a:cubicBezTo>
                    <a:cubicBezTo>
                      <a:pt x="2471232" y="1125548"/>
                      <a:pt x="2505066" y="1713851"/>
                      <a:pt x="2505510" y="2493352"/>
                    </a:cubicBezTo>
                    <a:lnTo>
                      <a:pt x="149147" y="2014737"/>
                    </a:lnTo>
                    <a:lnTo>
                      <a:pt x="149147" y="168119"/>
                    </a:lnTo>
                    <a:close/>
                  </a:path>
                  <a:path w="2584719" h="2493352" fill="none">
                    <a:moveTo>
                      <a:pt x="0" y="0"/>
                    </a:moveTo>
                    <a:cubicBezTo>
                      <a:pt x="614691" y="0"/>
                      <a:pt x="1355876" y="343742"/>
                      <a:pt x="1806876" y="659869"/>
                    </a:cubicBezTo>
                    <a:cubicBezTo>
                      <a:pt x="2471232" y="1125548"/>
                      <a:pt x="2596507" y="1844480"/>
                      <a:pt x="2583888" y="2401912"/>
                    </a:cubicBezTo>
                  </a:path>
                </a:pathLst>
              </a:custGeom>
              <a:noFill/>
              <a:ln w="38100" cap="flat">
                <a:solidFill>
                  <a:srgbClr val="FF000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4EEC88F-BCDD-5B2C-EAD1-E4C5E5071442}"/>
              </a:ext>
            </a:extLst>
          </p:cNvPr>
          <p:cNvGrpSpPr/>
          <p:nvPr/>
        </p:nvGrpSpPr>
        <p:grpSpPr>
          <a:xfrm>
            <a:off x="1536563" y="3154831"/>
            <a:ext cx="3258088" cy="2493352"/>
            <a:chOff x="1536563" y="3154831"/>
            <a:chExt cx="3258088" cy="249335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B66B236-E452-8F25-BADD-4275B333B284}"/>
                </a:ext>
              </a:extLst>
            </p:cNvPr>
            <p:cNvGrpSpPr/>
            <p:nvPr/>
          </p:nvGrpSpPr>
          <p:grpSpPr>
            <a:xfrm>
              <a:off x="1536563" y="3154831"/>
              <a:ext cx="2584720" cy="2493352"/>
              <a:chOff x="1536563" y="3154831"/>
              <a:chExt cx="2584720" cy="2493352"/>
            </a:xfrm>
          </p:grpSpPr>
          <p:sp>
            <p:nvSpPr>
              <p:cNvPr id="7" name="Arc 125">
                <a:extLst>
                  <a:ext uri="{FF2B5EF4-FFF2-40B4-BE49-F238E27FC236}">
                    <a16:creationId xmlns:a16="http://schemas.microsoft.com/office/drawing/2014/main" id="{52A1C5DC-5C34-4CB5-8304-7A26C60E8E56}"/>
                  </a:ext>
                </a:extLst>
              </p:cNvPr>
              <p:cNvSpPr/>
              <p:nvPr/>
            </p:nvSpPr>
            <p:spPr>
              <a:xfrm rot="20826943" flipH="1" flipV="1">
                <a:off x="1536563" y="3154831"/>
                <a:ext cx="2584720" cy="2493352"/>
              </a:xfrm>
              <a:custGeom>
                <a:avLst/>
                <a:gdLst>
                  <a:gd name="connsiteX0" fmla="*/ 2439734 w 4879468"/>
                  <a:gd name="connsiteY0" fmla="*/ 0 h 3693236"/>
                  <a:gd name="connsiteX1" fmla="*/ 4097463 w 4879468"/>
                  <a:gd name="connsiteY1" fmla="*/ 491750 h 3693236"/>
                  <a:gd name="connsiteX2" fmla="*/ 4796097 w 4879468"/>
                  <a:gd name="connsiteY2" fmla="*/ 2325233 h 3693236"/>
                  <a:gd name="connsiteX3" fmla="*/ 2439734 w 4879468"/>
                  <a:gd name="connsiteY3" fmla="*/ 1846618 h 3693236"/>
                  <a:gd name="connsiteX4" fmla="*/ 2439734 w 4879468"/>
                  <a:gd name="connsiteY4" fmla="*/ 0 h 3693236"/>
                  <a:gd name="connsiteX0" fmla="*/ 2439734 w 4879468"/>
                  <a:gd name="connsiteY0" fmla="*/ 0 h 3693236"/>
                  <a:gd name="connsiteX1" fmla="*/ 4097463 w 4879468"/>
                  <a:gd name="connsiteY1" fmla="*/ 491750 h 3693236"/>
                  <a:gd name="connsiteX2" fmla="*/ 4796097 w 4879468"/>
                  <a:gd name="connsiteY2" fmla="*/ 2325233 h 3693236"/>
                  <a:gd name="connsiteX0" fmla="*/ 0 w 2439804"/>
                  <a:gd name="connsiteY0" fmla="*/ 0 h 2325233"/>
                  <a:gd name="connsiteX1" fmla="*/ 1657729 w 2439804"/>
                  <a:gd name="connsiteY1" fmla="*/ 491750 h 2325233"/>
                  <a:gd name="connsiteX2" fmla="*/ 2356363 w 2439804"/>
                  <a:gd name="connsiteY2" fmla="*/ 2325233 h 2325233"/>
                  <a:gd name="connsiteX3" fmla="*/ 0 w 2439804"/>
                  <a:gd name="connsiteY3" fmla="*/ 1846618 h 2325233"/>
                  <a:gd name="connsiteX4" fmla="*/ 0 w 2439804"/>
                  <a:gd name="connsiteY4" fmla="*/ 0 h 2325233"/>
                  <a:gd name="connsiteX0" fmla="*/ 0 w 2439804"/>
                  <a:gd name="connsiteY0" fmla="*/ 0 h 2325233"/>
                  <a:gd name="connsiteX1" fmla="*/ 1657729 w 2439804"/>
                  <a:gd name="connsiteY1" fmla="*/ 491750 h 2325233"/>
                  <a:gd name="connsiteX2" fmla="*/ 2356363 w 2439804"/>
                  <a:gd name="connsiteY2" fmla="*/ 2325233 h 2325233"/>
                  <a:gd name="connsiteX0" fmla="*/ 0 w 2508051"/>
                  <a:gd name="connsiteY0" fmla="*/ 0 h 2325233"/>
                  <a:gd name="connsiteX1" fmla="*/ 1657729 w 2508051"/>
                  <a:gd name="connsiteY1" fmla="*/ 491750 h 2325233"/>
                  <a:gd name="connsiteX2" fmla="*/ 2356363 w 2508051"/>
                  <a:gd name="connsiteY2" fmla="*/ 2325233 h 2325233"/>
                  <a:gd name="connsiteX3" fmla="*/ 0 w 2508051"/>
                  <a:gd name="connsiteY3" fmla="*/ 1846618 h 2325233"/>
                  <a:gd name="connsiteX4" fmla="*/ 0 w 2508051"/>
                  <a:gd name="connsiteY4" fmla="*/ 0 h 2325233"/>
                  <a:gd name="connsiteX0" fmla="*/ 0 w 2508051"/>
                  <a:gd name="connsiteY0" fmla="*/ 0 h 2325233"/>
                  <a:gd name="connsiteX1" fmla="*/ 1657729 w 2508051"/>
                  <a:gd name="connsiteY1" fmla="*/ 491750 h 2325233"/>
                  <a:gd name="connsiteX2" fmla="*/ 2434741 w 2508051"/>
                  <a:gd name="connsiteY2" fmla="*/ 2233793 h 2325233"/>
                  <a:gd name="connsiteX0" fmla="*/ 0 w 2435572"/>
                  <a:gd name="connsiteY0" fmla="*/ 0 h 2325233"/>
                  <a:gd name="connsiteX1" fmla="*/ 1657729 w 2435572"/>
                  <a:gd name="connsiteY1" fmla="*/ 491750 h 2325233"/>
                  <a:gd name="connsiteX2" fmla="*/ 2356363 w 2435572"/>
                  <a:gd name="connsiteY2" fmla="*/ 2325233 h 2325233"/>
                  <a:gd name="connsiteX3" fmla="*/ 0 w 2435572"/>
                  <a:gd name="connsiteY3" fmla="*/ 1846618 h 2325233"/>
                  <a:gd name="connsiteX4" fmla="*/ 0 w 2435572"/>
                  <a:gd name="connsiteY4" fmla="*/ 0 h 2325233"/>
                  <a:gd name="connsiteX0" fmla="*/ 0 w 2435572"/>
                  <a:gd name="connsiteY0" fmla="*/ 0 h 2325233"/>
                  <a:gd name="connsiteX1" fmla="*/ 1657729 w 2435572"/>
                  <a:gd name="connsiteY1" fmla="*/ 491750 h 2325233"/>
                  <a:gd name="connsiteX2" fmla="*/ 2434741 w 2435572"/>
                  <a:gd name="connsiteY2" fmla="*/ 2233793 h 2325233"/>
                  <a:gd name="connsiteX0" fmla="*/ 149147 w 2584719"/>
                  <a:gd name="connsiteY0" fmla="*/ 168119 h 2493352"/>
                  <a:gd name="connsiteX1" fmla="*/ 1806876 w 2584719"/>
                  <a:gd name="connsiteY1" fmla="*/ 659869 h 2493352"/>
                  <a:gd name="connsiteX2" fmla="*/ 2505510 w 2584719"/>
                  <a:gd name="connsiteY2" fmla="*/ 2493352 h 2493352"/>
                  <a:gd name="connsiteX3" fmla="*/ 149147 w 2584719"/>
                  <a:gd name="connsiteY3" fmla="*/ 2014737 h 2493352"/>
                  <a:gd name="connsiteX4" fmla="*/ 149147 w 2584719"/>
                  <a:gd name="connsiteY4" fmla="*/ 168119 h 2493352"/>
                  <a:gd name="connsiteX0" fmla="*/ 0 w 2584719"/>
                  <a:gd name="connsiteY0" fmla="*/ 0 h 2493352"/>
                  <a:gd name="connsiteX1" fmla="*/ 1806876 w 2584719"/>
                  <a:gd name="connsiteY1" fmla="*/ 659869 h 2493352"/>
                  <a:gd name="connsiteX2" fmla="*/ 2583888 w 2584719"/>
                  <a:gd name="connsiteY2" fmla="*/ 2401912 h 2493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84719" h="2493352" stroke="0" extrusionOk="0">
                    <a:moveTo>
                      <a:pt x="149147" y="168119"/>
                    </a:moveTo>
                    <a:cubicBezTo>
                      <a:pt x="763838" y="168119"/>
                      <a:pt x="1355876" y="343742"/>
                      <a:pt x="1806876" y="659869"/>
                    </a:cubicBezTo>
                    <a:cubicBezTo>
                      <a:pt x="2471232" y="1125548"/>
                      <a:pt x="2505066" y="1713851"/>
                      <a:pt x="2505510" y="2493352"/>
                    </a:cubicBezTo>
                    <a:lnTo>
                      <a:pt x="149147" y="2014737"/>
                    </a:lnTo>
                    <a:lnTo>
                      <a:pt x="149147" y="168119"/>
                    </a:lnTo>
                    <a:close/>
                  </a:path>
                  <a:path w="2584719" h="2493352" fill="none">
                    <a:moveTo>
                      <a:pt x="0" y="0"/>
                    </a:moveTo>
                    <a:cubicBezTo>
                      <a:pt x="614691" y="0"/>
                      <a:pt x="1355876" y="343742"/>
                      <a:pt x="1806876" y="659869"/>
                    </a:cubicBezTo>
                    <a:cubicBezTo>
                      <a:pt x="2471232" y="1125548"/>
                      <a:pt x="2596507" y="1844480"/>
                      <a:pt x="2583888" y="2401912"/>
                    </a:cubicBezTo>
                  </a:path>
                </a:pathLst>
              </a:custGeom>
              <a:noFill/>
              <a:ln w="38100" cap="flat">
                <a:solidFill>
                  <a:schemeClr val="accent2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486B0E-A47A-046A-3C7A-020CAF02E26D}"/>
                  </a:ext>
                </a:extLst>
              </p:cNvPr>
              <p:cNvSpPr txBox="1"/>
              <p:nvPr/>
            </p:nvSpPr>
            <p:spPr>
              <a:xfrm>
                <a:off x="2332716" y="4704045"/>
                <a:ext cx="34348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rPr>
                  <a:t>E</a:t>
                </a:r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3A3D6D5-293F-F174-06E8-C4F4383255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62627" y="4988711"/>
                <a:ext cx="59646" cy="167573"/>
              </a:xfrm>
              <a:prstGeom prst="line">
                <a:avLst/>
              </a:prstGeom>
              <a:noFill/>
              <a:ln w="25400" cap="flat">
                <a:solidFill>
                  <a:schemeClr val="accent2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8BACA1F-F4EA-F91E-5D39-5D37B84B9CE2}"/>
                </a:ext>
              </a:extLst>
            </p:cNvPr>
            <p:cNvSpPr txBox="1"/>
            <p:nvPr/>
          </p:nvSpPr>
          <p:spPr>
            <a:xfrm>
              <a:off x="4316170" y="5150380"/>
              <a:ext cx="478481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IQ</a:t>
              </a:r>
              <a:r>
                <a:rPr kumimoji="0" lang="en-US" sz="18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2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EDE4B2B-D633-EBCC-2833-358FB8309B28}"/>
              </a:ext>
            </a:extLst>
          </p:cNvPr>
          <p:cNvGrpSpPr/>
          <p:nvPr/>
        </p:nvGrpSpPr>
        <p:grpSpPr>
          <a:xfrm>
            <a:off x="1304870" y="3430683"/>
            <a:ext cx="3147890" cy="2823352"/>
            <a:chOff x="1304870" y="3430683"/>
            <a:chExt cx="3147890" cy="2823352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C6F6B55-8EF6-16B8-ECAC-027A265F9444}"/>
                </a:ext>
              </a:extLst>
            </p:cNvPr>
            <p:cNvGrpSpPr/>
            <p:nvPr/>
          </p:nvGrpSpPr>
          <p:grpSpPr>
            <a:xfrm rot="20826943">
              <a:off x="1304870" y="3430683"/>
              <a:ext cx="3147890" cy="2823352"/>
              <a:chOff x="3516774" y="2398766"/>
              <a:chExt cx="3147890" cy="2823352"/>
            </a:xfrm>
          </p:grpSpPr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F0815A66-40E5-4DE9-A2D6-5581D935376F}"/>
                  </a:ext>
                </a:extLst>
              </p:cNvPr>
              <p:cNvGrpSpPr/>
              <p:nvPr/>
            </p:nvGrpSpPr>
            <p:grpSpPr>
              <a:xfrm>
                <a:off x="3628585" y="2398766"/>
                <a:ext cx="3036079" cy="2823352"/>
                <a:chOff x="4375944" y="1371330"/>
                <a:chExt cx="2873585" cy="2823352"/>
              </a:xfrm>
            </p:grpSpPr>
            <p:sp>
              <p:nvSpPr>
                <p:cNvPr id="126" name="Arc 125">
                  <a:extLst>
                    <a:ext uri="{FF2B5EF4-FFF2-40B4-BE49-F238E27FC236}">
                      <a16:creationId xmlns:a16="http://schemas.microsoft.com/office/drawing/2014/main" id="{78BE0498-F015-758C-C01B-9A872849C5A8}"/>
                    </a:ext>
                  </a:extLst>
                </p:cNvPr>
                <p:cNvSpPr/>
                <p:nvPr/>
              </p:nvSpPr>
              <p:spPr>
                <a:xfrm flipH="1" flipV="1">
                  <a:off x="4375944" y="1371330"/>
                  <a:ext cx="2446383" cy="2493352"/>
                </a:xfrm>
                <a:custGeom>
                  <a:avLst/>
                  <a:gdLst>
                    <a:gd name="connsiteX0" fmla="*/ 2439734 w 4879468"/>
                    <a:gd name="connsiteY0" fmla="*/ 0 h 3693236"/>
                    <a:gd name="connsiteX1" fmla="*/ 4097463 w 4879468"/>
                    <a:gd name="connsiteY1" fmla="*/ 491750 h 3693236"/>
                    <a:gd name="connsiteX2" fmla="*/ 4796097 w 4879468"/>
                    <a:gd name="connsiteY2" fmla="*/ 2325233 h 3693236"/>
                    <a:gd name="connsiteX3" fmla="*/ 2439734 w 4879468"/>
                    <a:gd name="connsiteY3" fmla="*/ 1846618 h 3693236"/>
                    <a:gd name="connsiteX4" fmla="*/ 2439734 w 4879468"/>
                    <a:gd name="connsiteY4" fmla="*/ 0 h 3693236"/>
                    <a:gd name="connsiteX0" fmla="*/ 2439734 w 4879468"/>
                    <a:gd name="connsiteY0" fmla="*/ 0 h 3693236"/>
                    <a:gd name="connsiteX1" fmla="*/ 4097463 w 4879468"/>
                    <a:gd name="connsiteY1" fmla="*/ 491750 h 3693236"/>
                    <a:gd name="connsiteX2" fmla="*/ 4796097 w 4879468"/>
                    <a:gd name="connsiteY2" fmla="*/ 2325233 h 3693236"/>
                    <a:gd name="connsiteX0" fmla="*/ 0 w 2439804"/>
                    <a:gd name="connsiteY0" fmla="*/ 0 h 2325233"/>
                    <a:gd name="connsiteX1" fmla="*/ 1657729 w 2439804"/>
                    <a:gd name="connsiteY1" fmla="*/ 491750 h 2325233"/>
                    <a:gd name="connsiteX2" fmla="*/ 2356363 w 2439804"/>
                    <a:gd name="connsiteY2" fmla="*/ 2325233 h 2325233"/>
                    <a:gd name="connsiteX3" fmla="*/ 0 w 2439804"/>
                    <a:gd name="connsiteY3" fmla="*/ 1846618 h 2325233"/>
                    <a:gd name="connsiteX4" fmla="*/ 0 w 2439804"/>
                    <a:gd name="connsiteY4" fmla="*/ 0 h 2325233"/>
                    <a:gd name="connsiteX0" fmla="*/ 0 w 2439804"/>
                    <a:gd name="connsiteY0" fmla="*/ 0 h 2325233"/>
                    <a:gd name="connsiteX1" fmla="*/ 1657729 w 2439804"/>
                    <a:gd name="connsiteY1" fmla="*/ 491750 h 2325233"/>
                    <a:gd name="connsiteX2" fmla="*/ 2356363 w 2439804"/>
                    <a:gd name="connsiteY2" fmla="*/ 2325233 h 2325233"/>
                    <a:gd name="connsiteX0" fmla="*/ 0 w 2508051"/>
                    <a:gd name="connsiteY0" fmla="*/ 0 h 2325233"/>
                    <a:gd name="connsiteX1" fmla="*/ 1657729 w 2508051"/>
                    <a:gd name="connsiteY1" fmla="*/ 491750 h 2325233"/>
                    <a:gd name="connsiteX2" fmla="*/ 2356363 w 2508051"/>
                    <a:gd name="connsiteY2" fmla="*/ 2325233 h 2325233"/>
                    <a:gd name="connsiteX3" fmla="*/ 0 w 2508051"/>
                    <a:gd name="connsiteY3" fmla="*/ 1846618 h 2325233"/>
                    <a:gd name="connsiteX4" fmla="*/ 0 w 2508051"/>
                    <a:gd name="connsiteY4" fmla="*/ 0 h 2325233"/>
                    <a:gd name="connsiteX0" fmla="*/ 0 w 2508051"/>
                    <a:gd name="connsiteY0" fmla="*/ 0 h 2325233"/>
                    <a:gd name="connsiteX1" fmla="*/ 1657729 w 2508051"/>
                    <a:gd name="connsiteY1" fmla="*/ 491750 h 2325233"/>
                    <a:gd name="connsiteX2" fmla="*/ 2434741 w 2508051"/>
                    <a:gd name="connsiteY2" fmla="*/ 2233793 h 2325233"/>
                    <a:gd name="connsiteX0" fmla="*/ 0 w 2435572"/>
                    <a:gd name="connsiteY0" fmla="*/ 0 h 2325233"/>
                    <a:gd name="connsiteX1" fmla="*/ 1657729 w 2435572"/>
                    <a:gd name="connsiteY1" fmla="*/ 491750 h 2325233"/>
                    <a:gd name="connsiteX2" fmla="*/ 2356363 w 2435572"/>
                    <a:gd name="connsiteY2" fmla="*/ 2325233 h 2325233"/>
                    <a:gd name="connsiteX3" fmla="*/ 0 w 2435572"/>
                    <a:gd name="connsiteY3" fmla="*/ 1846618 h 2325233"/>
                    <a:gd name="connsiteX4" fmla="*/ 0 w 2435572"/>
                    <a:gd name="connsiteY4" fmla="*/ 0 h 2325233"/>
                    <a:gd name="connsiteX0" fmla="*/ 0 w 2435572"/>
                    <a:gd name="connsiteY0" fmla="*/ 0 h 2325233"/>
                    <a:gd name="connsiteX1" fmla="*/ 1657729 w 2435572"/>
                    <a:gd name="connsiteY1" fmla="*/ 491750 h 2325233"/>
                    <a:gd name="connsiteX2" fmla="*/ 2434741 w 2435572"/>
                    <a:gd name="connsiteY2" fmla="*/ 2233793 h 2325233"/>
                    <a:gd name="connsiteX0" fmla="*/ 149147 w 2584719"/>
                    <a:gd name="connsiteY0" fmla="*/ 168119 h 2493352"/>
                    <a:gd name="connsiteX1" fmla="*/ 1806876 w 2584719"/>
                    <a:gd name="connsiteY1" fmla="*/ 659869 h 2493352"/>
                    <a:gd name="connsiteX2" fmla="*/ 2505510 w 2584719"/>
                    <a:gd name="connsiteY2" fmla="*/ 2493352 h 2493352"/>
                    <a:gd name="connsiteX3" fmla="*/ 149147 w 2584719"/>
                    <a:gd name="connsiteY3" fmla="*/ 2014737 h 2493352"/>
                    <a:gd name="connsiteX4" fmla="*/ 149147 w 2584719"/>
                    <a:gd name="connsiteY4" fmla="*/ 168119 h 2493352"/>
                    <a:gd name="connsiteX0" fmla="*/ 0 w 2584719"/>
                    <a:gd name="connsiteY0" fmla="*/ 0 h 2493352"/>
                    <a:gd name="connsiteX1" fmla="*/ 1806876 w 2584719"/>
                    <a:gd name="connsiteY1" fmla="*/ 659869 h 2493352"/>
                    <a:gd name="connsiteX2" fmla="*/ 2583888 w 2584719"/>
                    <a:gd name="connsiteY2" fmla="*/ 2401912 h 2493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84719" h="2493352" stroke="0" extrusionOk="0">
                      <a:moveTo>
                        <a:pt x="149147" y="168119"/>
                      </a:moveTo>
                      <a:cubicBezTo>
                        <a:pt x="763838" y="168119"/>
                        <a:pt x="1355876" y="343742"/>
                        <a:pt x="1806876" y="659869"/>
                      </a:cubicBezTo>
                      <a:cubicBezTo>
                        <a:pt x="2471232" y="1125548"/>
                        <a:pt x="2505066" y="1713851"/>
                        <a:pt x="2505510" y="2493352"/>
                      </a:cubicBezTo>
                      <a:lnTo>
                        <a:pt x="149147" y="2014737"/>
                      </a:lnTo>
                      <a:lnTo>
                        <a:pt x="149147" y="168119"/>
                      </a:lnTo>
                      <a:close/>
                    </a:path>
                    <a:path w="2584719" h="2493352" fill="none">
                      <a:moveTo>
                        <a:pt x="0" y="0"/>
                      </a:moveTo>
                      <a:cubicBezTo>
                        <a:pt x="614691" y="0"/>
                        <a:pt x="1355876" y="343742"/>
                        <a:pt x="1806876" y="659869"/>
                      </a:cubicBezTo>
                      <a:cubicBezTo>
                        <a:pt x="2471232" y="1125548"/>
                        <a:pt x="2596507" y="1844480"/>
                        <a:pt x="2583888" y="2401912"/>
                      </a:cubicBezTo>
                    </a:path>
                  </a:pathLst>
                </a:custGeom>
                <a:noFill/>
                <a:ln w="38100" cap="flat">
                  <a:solidFill>
                    <a:srgbClr val="00B05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91439" tIns="45719" rIns="91439" bIns="45719" numCol="1" spcCol="38100" rtlCol="0" anchor="t">
                  <a:noAutofit/>
                </a:bodyPr>
                <a:lstStyle/>
                <a:p>
                  <a: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468EDE8-6ABF-75D9-7F56-190ECA1C2820}"/>
                    </a:ext>
                  </a:extLst>
                </p:cNvPr>
                <p:cNvSpPr txBox="1"/>
                <p:nvPr/>
              </p:nvSpPr>
              <p:spPr>
                <a:xfrm rot="773057">
                  <a:off x="6771048" y="3825352"/>
                  <a:ext cx="478481" cy="36933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IQ</a:t>
                  </a:r>
                  <a:r>
                    <a:rPr kumimoji="0" lang="en-US" sz="18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rPr>
                    <a:t>1</a:t>
                  </a:r>
                </a:p>
              </p:txBody>
            </p:sp>
          </p:grp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F129E8B-36D9-6FB8-7EFE-9015DB8D23F8}"/>
                  </a:ext>
                </a:extLst>
              </p:cNvPr>
              <p:cNvSpPr txBox="1"/>
              <p:nvPr/>
            </p:nvSpPr>
            <p:spPr>
              <a:xfrm rot="923675">
                <a:off x="3516774" y="3245052"/>
                <a:ext cx="248266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rPr>
                  <a:t>A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327925B-450F-DDD3-2FCE-D6162E4F6E5C}"/>
                  </a:ext>
                </a:extLst>
              </p:cNvPr>
              <p:cNvSpPr txBox="1"/>
              <p:nvPr/>
            </p:nvSpPr>
            <p:spPr>
              <a:xfrm rot="773057">
                <a:off x="5580526" y="4825942"/>
                <a:ext cx="248266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800" b="1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rPr>
                  <a:t>B</a:t>
                </a:r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F04C66D-4585-2FA2-BC21-70BABCCE06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1080" y="4602740"/>
              <a:ext cx="59646" cy="167573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AF66358-5EA3-CE5E-D806-FAAB5ADD70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3800" y="5605119"/>
              <a:ext cx="59646" cy="167573"/>
            </a:xfrm>
            <a:prstGeom prst="line">
              <a:avLst/>
            </a:prstGeom>
            <a:noFill/>
            <a:ln w="25400" cap="flat">
              <a:solidFill>
                <a:srgbClr val="00B05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21403052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F24AC-5FC6-AAC7-541D-BD8DA9659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1774410-C279-8001-732E-661E6887CE39}"/>
              </a:ext>
            </a:extLst>
          </p:cNvPr>
          <p:cNvCxnSpPr>
            <a:cxnSpLocks/>
          </p:cNvCxnSpPr>
          <p:nvPr/>
        </p:nvCxnSpPr>
        <p:spPr>
          <a:xfrm>
            <a:off x="1056638" y="972393"/>
            <a:ext cx="0" cy="5024066"/>
          </a:xfrm>
          <a:prstGeom prst="straightConnector1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DD5BBAD-D0A5-5283-0FCE-A0E9D861A4C3}"/>
              </a:ext>
            </a:extLst>
          </p:cNvPr>
          <p:cNvCxnSpPr>
            <a:cxnSpLocks/>
          </p:cNvCxnSpPr>
          <p:nvPr/>
        </p:nvCxnSpPr>
        <p:spPr>
          <a:xfrm flipH="1">
            <a:off x="801267" y="5623755"/>
            <a:ext cx="4445559" cy="30834"/>
          </a:xfrm>
          <a:prstGeom prst="straightConnector1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triangle"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D78AD3-0C1E-49BA-DACF-35B9381C506E}"/>
              </a:ext>
            </a:extLst>
          </p:cNvPr>
          <p:cNvSpPr txBox="1"/>
          <p:nvPr/>
        </p:nvSpPr>
        <p:spPr>
          <a:xfrm flipH="1">
            <a:off x="5067299" y="5623755"/>
            <a:ext cx="630767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BA865-7A53-57A0-E566-D58F5FE99579}"/>
              </a:ext>
            </a:extLst>
          </p:cNvPr>
          <p:cNvSpPr txBox="1"/>
          <p:nvPr/>
        </p:nvSpPr>
        <p:spPr>
          <a:xfrm>
            <a:off x="466826" y="817698"/>
            <a:ext cx="668882" cy="400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</a:t>
            </a:r>
            <a:endParaRPr kumimoji="0" lang="en-US" sz="2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4AB8E2-437F-9F3A-84AF-19120E4A5480}"/>
              </a:ext>
            </a:extLst>
          </p:cNvPr>
          <p:cNvGrpSpPr/>
          <p:nvPr/>
        </p:nvGrpSpPr>
        <p:grpSpPr>
          <a:xfrm>
            <a:off x="1067749" y="435612"/>
            <a:ext cx="2957180" cy="5218977"/>
            <a:chOff x="1867849" y="435612"/>
            <a:chExt cx="2957180" cy="521897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DEB3BE5-5E5E-7C9C-6CCC-3A27D1968F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849" y="1092200"/>
              <a:ext cx="2793051" cy="4562389"/>
            </a:xfrm>
            <a:prstGeom prst="line">
              <a:avLst/>
            </a:prstGeom>
            <a:noFill/>
            <a:ln w="38100" cap="flat">
              <a:solidFill>
                <a:srgbClr val="7030A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19D3AB7-E568-A818-231D-7225BCBC2EE4}"/>
                </a:ext>
              </a:extLst>
            </p:cNvPr>
            <p:cNvSpPr txBox="1"/>
            <p:nvPr/>
          </p:nvSpPr>
          <p:spPr>
            <a:xfrm rot="18127418">
              <a:off x="3332233" y="1097413"/>
              <a:ext cx="2154597" cy="830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Expansionary Path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9DD616C-DD93-245A-D744-2AF1FFDF70B0}"/>
              </a:ext>
            </a:extLst>
          </p:cNvPr>
          <p:cNvGrpSpPr/>
          <p:nvPr/>
        </p:nvGrpSpPr>
        <p:grpSpPr>
          <a:xfrm>
            <a:off x="704471" y="1904813"/>
            <a:ext cx="4542355" cy="4211808"/>
            <a:chOff x="1504571" y="1904813"/>
            <a:chExt cx="4542355" cy="421180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AF72D97-46B2-A38F-103C-4C9042260F60}"/>
                </a:ext>
              </a:extLst>
            </p:cNvPr>
            <p:cNvGrpSpPr/>
            <p:nvPr/>
          </p:nvGrpSpPr>
          <p:grpSpPr>
            <a:xfrm>
              <a:off x="1504571" y="3707313"/>
              <a:ext cx="1921752" cy="2409308"/>
              <a:chOff x="467126" y="2029883"/>
              <a:chExt cx="1921752" cy="2409308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F9AE5E84-4A8C-A502-91A3-746E4A4078C2}"/>
                  </a:ext>
                </a:extLst>
              </p:cNvPr>
              <p:cNvCxnSpPr/>
              <p:nvPr/>
            </p:nvCxnSpPr>
            <p:spPr>
              <a:xfrm>
                <a:off x="819293" y="2236573"/>
                <a:ext cx="1231557" cy="1740586"/>
              </a:xfrm>
              <a:prstGeom prst="line">
                <a:avLst/>
              </a:prstGeom>
              <a:noFill/>
              <a:ln w="38100" cap="flat">
                <a:solidFill>
                  <a:srgbClr val="00B050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2A48ACE-F54B-D280-DD72-F7A499FDC5E9}"/>
                  </a:ext>
                </a:extLst>
              </p:cNvPr>
              <p:cNvSpPr txBox="1"/>
              <p:nvPr/>
            </p:nvSpPr>
            <p:spPr>
              <a:xfrm>
                <a:off x="1919321" y="4039083"/>
                <a:ext cx="469557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sz="2000" b="1" i="0" u="none" strike="noStrike" cap="none" spc="0" normalizeH="0" baseline="-2500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185D85-C562-D490-0FFD-B558F2A66009}"/>
                  </a:ext>
                </a:extLst>
              </p:cNvPr>
              <p:cNvSpPr txBox="1"/>
              <p:nvPr/>
            </p:nvSpPr>
            <p:spPr>
              <a:xfrm>
                <a:off x="467126" y="2029883"/>
                <a:ext cx="469557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sz="2000" b="1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3DDE735F-2B51-1640-EE3C-0AF1043A4450}"/>
                </a:ext>
              </a:extLst>
            </p:cNvPr>
            <p:cNvSpPr/>
            <p:nvPr/>
          </p:nvSpPr>
          <p:spPr>
            <a:xfrm flipH="1" flipV="1">
              <a:off x="2146498" y="1904813"/>
              <a:ext cx="3900428" cy="3635289"/>
            </a:xfrm>
            <a:prstGeom prst="arc">
              <a:avLst>
                <a:gd name="adj1" fmla="val 17860105"/>
                <a:gd name="adj2" fmla="val 21295633"/>
              </a:avLst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E6BBD3C-9A9E-8DE6-ED5F-01C59C06BFEC}"/>
                </a:ext>
              </a:extLst>
            </p:cNvPr>
            <p:cNvSpPr txBox="1"/>
            <p:nvPr/>
          </p:nvSpPr>
          <p:spPr>
            <a:xfrm>
              <a:off x="1833678" y="3522895"/>
              <a:ext cx="855318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IQ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,10</a:t>
              </a:r>
              <a:endParaRPr kumimoji="0" lang="en-US" sz="2000" b="1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BA89827-1A5A-BF1D-0B5C-A523B41E2157}"/>
                </a:ext>
              </a:extLst>
            </p:cNvPr>
            <p:cNvSpPr txBox="1"/>
            <p:nvPr/>
          </p:nvSpPr>
          <p:spPr>
            <a:xfrm>
              <a:off x="2470684" y="4492338"/>
              <a:ext cx="552152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355B9C6-A150-3417-C21C-3F33712FDFBB}"/>
              </a:ext>
            </a:extLst>
          </p:cNvPr>
          <p:cNvGrpSpPr/>
          <p:nvPr/>
        </p:nvGrpSpPr>
        <p:grpSpPr>
          <a:xfrm>
            <a:off x="689375" y="1000550"/>
            <a:ext cx="4870271" cy="5072049"/>
            <a:chOff x="1489475" y="1000550"/>
            <a:chExt cx="4870271" cy="507204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9BED1AB-D545-BDA4-8622-56C252F5E7D7}"/>
                </a:ext>
              </a:extLst>
            </p:cNvPr>
            <p:cNvGrpSpPr/>
            <p:nvPr/>
          </p:nvGrpSpPr>
          <p:grpSpPr>
            <a:xfrm>
              <a:off x="1489475" y="1000550"/>
              <a:ext cx="4870271" cy="5072049"/>
              <a:chOff x="1489475" y="1000550"/>
              <a:chExt cx="4870271" cy="5072049"/>
            </a:xfrm>
          </p:grpSpPr>
          <p:sp>
            <p:nvSpPr>
              <p:cNvPr id="43" name="Arc 42">
                <a:extLst>
                  <a:ext uri="{FF2B5EF4-FFF2-40B4-BE49-F238E27FC236}">
                    <a16:creationId xmlns:a16="http://schemas.microsoft.com/office/drawing/2014/main" id="{5A98A765-17D6-A5C6-05D4-3803433ACE31}"/>
                  </a:ext>
                </a:extLst>
              </p:cNvPr>
              <p:cNvSpPr/>
              <p:nvPr/>
            </p:nvSpPr>
            <p:spPr>
              <a:xfrm flipH="1" flipV="1">
                <a:off x="2459318" y="1000550"/>
                <a:ext cx="3900428" cy="3635289"/>
              </a:xfrm>
              <a:prstGeom prst="arc">
                <a:avLst>
                  <a:gd name="adj1" fmla="val 16200000"/>
                  <a:gd name="adj2" fmla="val 21295633"/>
                </a:avLst>
              </a:prstGeom>
              <a:noFill/>
              <a:ln w="38100" cap="flat">
                <a:solidFill>
                  <a:schemeClr val="accent2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9" tIns="45719" rIns="91439" bIns="45719" numCol="1" spcCol="38100" rtlCol="0" anchor="t">
                <a:noAutofit/>
              </a:bodyPr>
              <a:lstStyle/>
              <a:p>
                <a: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EDC40F6-FAFA-3410-E990-118075B5D512}"/>
                  </a:ext>
                </a:extLst>
              </p:cNvPr>
              <p:cNvGrpSpPr/>
              <p:nvPr/>
            </p:nvGrpSpPr>
            <p:grpSpPr>
              <a:xfrm>
                <a:off x="1489475" y="2576700"/>
                <a:ext cx="3063856" cy="3495899"/>
                <a:chOff x="36977" y="1718223"/>
                <a:chExt cx="3063856" cy="3495899"/>
              </a:xfrm>
            </p:grpSpPr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73664476-D399-2B0F-D8CA-898B13BAAA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5351" y="1857257"/>
                  <a:ext cx="2290314" cy="2908021"/>
                </a:xfrm>
                <a:prstGeom prst="line">
                  <a:avLst/>
                </a:prstGeom>
                <a:noFill/>
                <a:ln w="38100" cap="flat">
                  <a:solidFill>
                    <a:srgbClr val="7030A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3B3DB8E-DDF2-9B06-836C-6E3CCC66D95D}"/>
                    </a:ext>
                  </a:extLst>
                </p:cNvPr>
                <p:cNvSpPr txBox="1"/>
                <p:nvPr/>
              </p:nvSpPr>
              <p:spPr>
                <a:xfrm>
                  <a:off x="2631276" y="4814014"/>
                  <a:ext cx="469557" cy="4001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r>
                    <a:rPr lang="en-US" sz="2000" b="1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kumimoji="0" lang="en-US" sz="2000" b="1" i="0" u="none" strike="noStrike" cap="none" spc="0" normalizeH="0" baseline="-2500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15A78AB-AFB5-3F13-4145-F822090BD0FE}"/>
                    </a:ext>
                  </a:extLst>
                </p:cNvPr>
                <p:cNvSpPr txBox="1"/>
                <p:nvPr/>
              </p:nvSpPr>
              <p:spPr>
                <a:xfrm>
                  <a:off x="36977" y="1718223"/>
                  <a:ext cx="469557" cy="4001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  <a:r>
                    <a:rPr lang="en-US" sz="2000" b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kumimoji="0" lang="en-US" sz="2000" b="1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p:grp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B56D76C-DF9B-EDEA-3080-C6DDC84C4A23}"/>
                </a:ext>
              </a:extLst>
            </p:cNvPr>
            <p:cNvSpPr txBox="1"/>
            <p:nvPr/>
          </p:nvSpPr>
          <p:spPr>
            <a:xfrm>
              <a:off x="2117933" y="2632424"/>
              <a:ext cx="954616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IQ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20</a:t>
              </a:r>
              <a:endParaRPr kumimoji="0" lang="en-US" sz="2000" b="1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1F65773-71C1-15D2-9A28-3D2A005A0F05}"/>
                </a:ext>
              </a:extLst>
            </p:cNvPr>
            <p:cNvSpPr txBox="1"/>
            <p:nvPr/>
          </p:nvSpPr>
          <p:spPr>
            <a:xfrm>
              <a:off x="2950621" y="3786833"/>
              <a:ext cx="552152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A7495C-BBF6-6BE4-4F77-AF9F194240D3}"/>
              </a:ext>
            </a:extLst>
          </p:cNvPr>
          <p:cNvGrpSpPr/>
          <p:nvPr/>
        </p:nvGrpSpPr>
        <p:grpSpPr>
          <a:xfrm>
            <a:off x="635658" y="173421"/>
            <a:ext cx="5313204" cy="5911538"/>
            <a:chOff x="1435758" y="173421"/>
            <a:chExt cx="5313204" cy="591153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3308DC0-0125-A60E-0E68-DBCEE52674C6}"/>
                </a:ext>
              </a:extLst>
            </p:cNvPr>
            <p:cNvGrpSpPr/>
            <p:nvPr/>
          </p:nvGrpSpPr>
          <p:grpSpPr>
            <a:xfrm>
              <a:off x="1435758" y="1290795"/>
              <a:ext cx="4562639" cy="4794164"/>
              <a:chOff x="358793" y="2044558"/>
              <a:chExt cx="4562639" cy="4794164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8728FE3-ADFE-4A08-5FD0-85E1BED2E8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9773" y="2214548"/>
                <a:ext cx="3541402" cy="4211706"/>
              </a:xfrm>
              <a:prstGeom prst="line">
                <a:avLst/>
              </a:prstGeom>
              <a:noFill/>
              <a:ln w="38100" cap="flat">
                <a:solidFill>
                  <a:schemeClr val="accent6">
                    <a:lumMod val="50000"/>
                  </a:schemeClr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92EE56C-C667-0B3B-E0D3-AF0B7311D160}"/>
                  </a:ext>
                </a:extLst>
              </p:cNvPr>
              <p:cNvSpPr txBox="1"/>
              <p:nvPr/>
            </p:nvSpPr>
            <p:spPr>
              <a:xfrm flipH="1">
                <a:off x="4269185" y="6438614"/>
                <a:ext cx="652247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000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kumimoji="0" lang="en-US" sz="2000" b="1" i="0" u="none" strike="noStrike" cap="none" spc="0" normalizeH="0" baseline="-2500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ADC24A5-932C-EC1D-8E86-2B1877404CC3}"/>
                  </a:ext>
                </a:extLst>
              </p:cNvPr>
              <p:cNvSpPr txBox="1"/>
              <p:nvPr/>
            </p:nvSpPr>
            <p:spPr>
              <a:xfrm>
                <a:off x="358793" y="2044558"/>
                <a:ext cx="469557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kumimoji="0" lang="en-US" sz="2000" b="1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6F9E1ADC-05DC-CB87-58E7-E98DBFE1066D}"/>
                </a:ext>
              </a:extLst>
            </p:cNvPr>
            <p:cNvSpPr/>
            <p:nvPr/>
          </p:nvSpPr>
          <p:spPr>
            <a:xfrm flipH="1" flipV="1">
              <a:off x="2848534" y="173421"/>
              <a:ext cx="3900428" cy="3635289"/>
            </a:xfrm>
            <a:prstGeom prst="arc">
              <a:avLst>
                <a:gd name="adj1" fmla="val 16200000"/>
                <a:gd name="adj2" fmla="val 21295633"/>
              </a:avLst>
            </a:prstGeom>
            <a:noFill/>
            <a:ln w="38100" cap="flat">
              <a:solidFill>
                <a:schemeClr val="accent2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255C0DB-3098-7DF4-76D7-6D35557787D7}"/>
                </a:ext>
              </a:extLst>
            </p:cNvPr>
            <p:cNvSpPr txBox="1"/>
            <p:nvPr/>
          </p:nvSpPr>
          <p:spPr>
            <a:xfrm>
              <a:off x="2779716" y="1835409"/>
              <a:ext cx="995713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IQ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30</a:t>
              </a:r>
              <a:endParaRPr kumimoji="0" lang="en-US" sz="2000" b="1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4286FCE-ABF2-A167-00EB-32E34CFE8B14}"/>
                </a:ext>
              </a:extLst>
            </p:cNvPr>
            <p:cNvSpPr txBox="1"/>
            <p:nvPr/>
          </p:nvSpPr>
          <p:spPr>
            <a:xfrm>
              <a:off x="3413934" y="2934594"/>
              <a:ext cx="552152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en-US" sz="2000" b="1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4989D1-8085-1D7B-7857-6E8A95AB765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16</a:t>
            </a:fld>
            <a:endParaRPr lang="en-IN"/>
          </a:p>
        </p:txBody>
      </p:sp>
      <p:sp>
        <p:nvSpPr>
          <p:cNvPr id="33" name="Curves for  The Law of Variable Proportions">
            <a:extLst>
              <a:ext uri="{FF2B5EF4-FFF2-40B4-BE49-F238E27FC236}">
                <a16:creationId xmlns:a16="http://schemas.microsoft.com/office/drawing/2014/main" id="{D20249FC-AA4C-60D5-D7AF-F65D71B7ECFC}"/>
              </a:ext>
            </a:extLst>
          </p:cNvPr>
          <p:cNvSpPr txBox="1">
            <a:spLocks/>
          </p:cNvSpPr>
          <p:nvPr/>
        </p:nvSpPr>
        <p:spPr>
          <a:xfrm>
            <a:off x="0" y="116830"/>
            <a:ext cx="2646292" cy="393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Isoquants Analysis (contd.)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2744B2-7E4E-067B-FABA-21C69CDE9BDA}"/>
              </a:ext>
            </a:extLst>
          </p:cNvPr>
          <p:cNvSpPr txBox="1"/>
          <p:nvPr/>
        </p:nvSpPr>
        <p:spPr>
          <a:xfrm>
            <a:off x="4813136" y="316733"/>
            <a:ext cx="4096903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Expansionary Path is the locus of the trajectory of production that a firm adopts, given: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715B7A-D40E-4DB6-2A7F-A8A78472B714}"/>
              </a:ext>
            </a:extLst>
          </p:cNvPr>
          <p:cNvSpPr txBox="1"/>
          <p:nvPr/>
        </p:nvSpPr>
        <p:spPr>
          <a:xfrm>
            <a:off x="5170430" y="1515525"/>
            <a:ext cx="3739610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firm’s willingness and ability to produce the said quantity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051A5-F487-31A1-91AF-18155D7151ED}"/>
              </a:ext>
            </a:extLst>
          </p:cNvPr>
          <p:cNvSpPr txBox="1"/>
          <p:nvPr/>
        </p:nvSpPr>
        <p:spPr>
          <a:xfrm>
            <a:off x="6083156" y="2703762"/>
            <a:ext cx="143896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well as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C0C68C-7FCE-5C7E-C026-6D6100D2D075}"/>
              </a:ext>
            </a:extLst>
          </p:cNvPr>
          <p:cNvSpPr txBox="1"/>
          <p:nvPr/>
        </p:nvSpPr>
        <p:spPr>
          <a:xfrm>
            <a:off x="5089344" y="3189959"/>
            <a:ext cx="3844092" cy="1569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just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availability, accessibility and affordability  of the contemporary state of technology</a:t>
            </a:r>
            <a:endParaRPr kumimoji="0" lang="en-US" sz="24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98860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8" grpId="0"/>
      <p:bldP spid="13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8243-DFED-E5F4-1FCB-95952241D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E51FA4-A99A-937F-E536-4BE837A9369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560110" y="6362013"/>
            <a:ext cx="352017" cy="400110"/>
          </a:xfrm>
        </p:spPr>
        <p:txBody>
          <a:bodyPr/>
          <a:lstStyle/>
          <a:p>
            <a:fld id="{86CB4B4D-7CA3-9044-876B-883B54F8677D}" type="slidenum">
              <a:rPr lang="en-IN" sz="2000" smtClean="0"/>
              <a:t>17</a:t>
            </a:fld>
            <a:endParaRPr lang="en-IN" sz="2000"/>
          </a:p>
        </p:txBody>
      </p:sp>
      <p:sp>
        <p:nvSpPr>
          <p:cNvPr id="33" name="Curves for  The Law of Variable Proportions">
            <a:extLst>
              <a:ext uri="{FF2B5EF4-FFF2-40B4-BE49-F238E27FC236}">
                <a16:creationId xmlns:a16="http://schemas.microsoft.com/office/drawing/2014/main" id="{7AC3F8DF-2067-D70E-256A-8C429EE2441D}"/>
              </a:ext>
            </a:extLst>
          </p:cNvPr>
          <p:cNvSpPr txBox="1">
            <a:spLocks/>
          </p:cNvSpPr>
          <p:nvPr/>
        </p:nvSpPr>
        <p:spPr>
          <a:xfrm>
            <a:off x="-1" y="46928"/>
            <a:ext cx="3570345" cy="396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Isoquants Analysis (contd.)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F513089-D8AA-A59C-0BB0-B1AE08A761EB}"/>
              </a:ext>
            </a:extLst>
          </p:cNvPr>
          <p:cNvGrpSpPr/>
          <p:nvPr/>
        </p:nvGrpSpPr>
        <p:grpSpPr>
          <a:xfrm>
            <a:off x="27708" y="557375"/>
            <a:ext cx="5087156" cy="6004693"/>
            <a:chOff x="55418" y="557375"/>
            <a:chExt cx="5087156" cy="600469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181A541-F066-01F8-FCA1-411D4F1A1EA9}"/>
                </a:ext>
              </a:extLst>
            </p:cNvPr>
            <p:cNvGrpSpPr/>
            <p:nvPr/>
          </p:nvGrpSpPr>
          <p:grpSpPr>
            <a:xfrm>
              <a:off x="55418" y="708664"/>
              <a:ext cx="5087156" cy="5853404"/>
              <a:chOff x="734291" y="699796"/>
              <a:chExt cx="5087156" cy="5853404"/>
            </a:xfrm>
          </p:grpSpPr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9440D97E-3C9F-C2B8-5823-73A5E15D68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7290" y="799007"/>
                <a:ext cx="0" cy="5639032"/>
              </a:xfrm>
              <a:prstGeom prst="straightConnector1">
                <a:avLst/>
              </a:prstGeom>
              <a:noFill/>
              <a:ln w="38100" cap="flat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027232E-B627-8F4A-D45C-4C69CC044F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43430" y="6089431"/>
                <a:ext cx="4113436" cy="0"/>
              </a:xfrm>
              <a:prstGeom prst="straightConnector1">
                <a:avLst/>
              </a:prstGeom>
              <a:noFill/>
              <a:ln w="38100" cap="flat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7E84C4-EE26-D957-AD2D-07BD3B2E227D}"/>
                  </a:ext>
                </a:extLst>
              </p:cNvPr>
              <p:cNvSpPr txBox="1"/>
              <p:nvPr/>
            </p:nvSpPr>
            <p:spPr>
              <a:xfrm>
                <a:off x="4849092" y="6107686"/>
                <a:ext cx="775942" cy="4079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</a:t>
                </a: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F78EAF-504F-2E8B-8427-224FECA7375D}"/>
                  </a:ext>
                </a:extLst>
              </p:cNvPr>
              <p:cNvSpPr txBox="1"/>
              <p:nvPr/>
            </p:nvSpPr>
            <p:spPr>
              <a:xfrm>
                <a:off x="734291" y="699796"/>
                <a:ext cx="649928" cy="40799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</a:t>
                </a: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3F33B30-A9C8-73FF-6EB9-849E32A23F62}"/>
                  </a:ext>
                </a:extLst>
              </p:cNvPr>
              <p:cNvGrpSpPr/>
              <p:nvPr/>
            </p:nvGrpSpPr>
            <p:grpSpPr>
              <a:xfrm>
                <a:off x="1335290" y="3479335"/>
                <a:ext cx="4018538" cy="2610099"/>
                <a:chOff x="1867849" y="3094940"/>
                <a:chExt cx="5581503" cy="2559651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23EE2F21-078A-6EAB-4DCD-E1AAAD85DD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67849" y="3237260"/>
                  <a:ext cx="4430912" cy="2417331"/>
                </a:xfrm>
                <a:prstGeom prst="line">
                  <a:avLst/>
                </a:prstGeom>
                <a:noFill/>
                <a:ln w="38100" cap="flat">
                  <a:solidFill>
                    <a:srgbClr val="7030A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5FB2834E-C3FA-43A0-113A-56AD8346D3AD}"/>
                    </a:ext>
                  </a:extLst>
                </p:cNvPr>
                <p:cNvSpPr txBox="1"/>
                <p:nvPr/>
              </p:nvSpPr>
              <p:spPr>
                <a:xfrm rot="19343829">
                  <a:off x="4344764" y="3094940"/>
                  <a:ext cx="3104588" cy="69420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ctr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Expansionary </a:t>
                  </a:r>
                </a:p>
                <a:p>
                  <a:pPr marL="0" marR="0" indent="0" algn="ctr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Path</a:t>
                  </a:r>
                  <a:endParaRPr kumimoji="0" lang="en-US" sz="2000" b="1" i="0" u="none" strike="noStrike" cap="none" spc="0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E916EE01-57C9-E159-0E7D-4B931C827480}"/>
                  </a:ext>
                </a:extLst>
              </p:cNvPr>
              <p:cNvGrpSpPr/>
              <p:nvPr/>
            </p:nvGrpSpPr>
            <p:grpSpPr>
              <a:xfrm>
                <a:off x="977365" y="4043267"/>
                <a:ext cx="2289539" cy="2509933"/>
                <a:chOff x="1331194" y="3655200"/>
                <a:chExt cx="3180030" cy="2461421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12DEA258-EB47-D731-7E84-D79B7F446D0D}"/>
                    </a:ext>
                  </a:extLst>
                </p:cNvPr>
                <p:cNvGrpSpPr/>
                <p:nvPr/>
              </p:nvGrpSpPr>
              <p:grpSpPr>
                <a:xfrm>
                  <a:off x="1331194" y="3655200"/>
                  <a:ext cx="2095131" cy="2461421"/>
                  <a:chOff x="293749" y="1977770"/>
                  <a:chExt cx="2095131" cy="2461421"/>
                </a:xfrm>
              </p:grpSpPr>
              <p:cxnSp>
                <p:nvCxnSpPr>
                  <p:cNvPr id="4" name="Straight Connector 3">
                    <a:extLst>
                      <a:ext uri="{FF2B5EF4-FFF2-40B4-BE49-F238E27FC236}">
                        <a16:creationId xmlns:a16="http://schemas.microsoft.com/office/drawing/2014/main" id="{C584E4B1-C852-41F5-40F3-C795E44B3C37}"/>
                      </a:ext>
                    </a:extLst>
                  </p:cNvPr>
                  <p:cNvCxnSpPr/>
                  <p:nvPr/>
                </p:nvCxnSpPr>
                <p:spPr>
                  <a:xfrm>
                    <a:off x="819293" y="2236573"/>
                    <a:ext cx="1231557" cy="1740586"/>
                  </a:xfrm>
                  <a:prstGeom prst="line">
                    <a:avLst/>
                  </a:prstGeom>
                  <a:noFill/>
                  <a:ln w="38100" cap="flat">
                    <a:solidFill>
                      <a:srgbClr val="00B050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4B76B469-D14C-AD6B-01E6-5061D10EB8D0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614" y="4039083"/>
                    <a:ext cx="733266" cy="4001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</a:t>
                    </a:r>
                    <a:r>
                      <a:rPr lang="en-US" sz="2000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kumimoji="0" lang="en-US" sz="2000" b="0" i="0" u="none" strike="noStrike" cap="none" spc="0" normalizeH="0" baseline="-2500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C4BF8E5C-4335-C74F-62D7-AB55ED3EBB92}"/>
                      </a:ext>
                    </a:extLst>
                  </p:cNvPr>
                  <p:cNvSpPr txBox="1"/>
                  <p:nvPr/>
                </p:nvSpPr>
                <p:spPr>
                  <a:xfrm>
                    <a:off x="293749" y="1977770"/>
                    <a:ext cx="469557" cy="4001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</a:t>
                    </a:r>
                    <a:r>
                      <a:rPr lang="en-US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kumimoji="0" lang="en-US" sz="20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</p:grpSp>
            <p:sp>
              <p:nvSpPr>
                <p:cNvPr id="50" name="Arc 49">
                  <a:extLst>
                    <a:ext uri="{FF2B5EF4-FFF2-40B4-BE49-F238E27FC236}">
                      <a16:creationId xmlns:a16="http://schemas.microsoft.com/office/drawing/2014/main" id="{33FCA4EA-EB89-BA6F-9A86-9902D9AC7C80}"/>
                    </a:ext>
                  </a:extLst>
                </p:cNvPr>
                <p:cNvSpPr/>
                <p:nvPr/>
              </p:nvSpPr>
              <p:spPr>
                <a:xfrm flipH="1" flipV="1">
                  <a:off x="2533049" y="4245987"/>
                  <a:ext cx="1978175" cy="1312432"/>
                </a:xfrm>
                <a:custGeom>
                  <a:avLst/>
                  <a:gdLst>
                    <a:gd name="connsiteX0" fmla="*/ 3483398 w 4045539"/>
                    <a:gd name="connsiteY0" fmla="*/ 584706 h 3794276"/>
                    <a:gd name="connsiteX1" fmla="*/ 4000945 w 4045539"/>
                    <a:gd name="connsiteY1" fmla="*/ 1500975 h 3794276"/>
                    <a:gd name="connsiteX2" fmla="*/ 2022770 w 4045539"/>
                    <a:gd name="connsiteY2" fmla="*/ 1897138 h 3794276"/>
                    <a:gd name="connsiteX3" fmla="*/ 3483398 w 4045539"/>
                    <a:gd name="connsiteY3" fmla="*/ 584706 h 3794276"/>
                    <a:gd name="connsiteX0" fmla="*/ 3483398 w 4045539"/>
                    <a:gd name="connsiteY0" fmla="*/ 584706 h 3794276"/>
                    <a:gd name="connsiteX1" fmla="*/ 4000945 w 4045539"/>
                    <a:gd name="connsiteY1" fmla="*/ 1500975 h 3794276"/>
                    <a:gd name="connsiteX0" fmla="*/ 1460628 w 1978175"/>
                    <a:gd name="connsiteY0" fmla="*/ 0 h 1312432"/>
                    <a:gd name="connsiteX1" fmla="*/ 1978175 w 1978175"/>
                    <a:gd name="connsiteY1" fmla="*/ 916269 h 1312432"/>
                    <a:gd name="connsiteX2" fmla="*/ 0 w 1978175"/>
                    <a:gd name="connsiteY2" fmla="*/ 1312432 h 1312432"/>
                    <a:gd name="connsiteX3" fmla="*/ 1460628 w 1978175"/>
                    <a:gd name="connsiteY3" fmla="*/ 0 h 1312432"/>
                    <a:gd name="connsiteX0" fmla="*/ 1394367 w 1978175"/>
                    <a:gd name="connsiteY0" fmla="*/ 26504 h 1312432"/>
                    <a:gd name="connsiteX1" fmla="*/ 1978175 w 1978175"/>
                    <a:gd name="connsiteY1" fmla="*/ 916269 h 1312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978175" h="1312432" stroke="0" extrusionOk="0">
                      <a:moveTo>
                        <a:pt x="1460628" y="0"/>
                      </a:moveTo>
                      <a:cubicBezTo>
                        <a:pt x="1720517" y="254422"/>
                        <a:pt x="1899727" y="571697"/>
                        <a:pt x="1978175" y="916269"/>
                      </a:cubicBezTo>
                      <a:lnTo>
                        <a:pt x="0" y="1312432"/>
                      </a:lnTo>
                      <a:lnTo>
                        <a:pt x="1460628" y="0"/>
                      </a:lnTo>
                      <a:close/>
                    </a:path>
                    <a:path w="1978175" h="1312432" fill="none">
                      <a:moveTo>
                        <a:pt x="1394367" y="26504"/>
                      </a:moveTo>
                      <a:cubicBezTo>
                        <a:pt x="1654256" y="280926"/>
                        <a:pt x="1899727" y="571697"/>
                        <a:pt x="1978175" y="916269"/>
                      </a:cubicBezTo>
                    </a:path>
                  </a:pathLst>
                </a:custGeom>
                <a:noFill/>
                <a:ln w="38100" cap="flat">
                  <a:solidFill>
                    <a:schemeClr val="accent2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91439" tIns="45719" rIns="91439" bIns="45719" numCol="1" spcCol="38100" rtlCol="0" anchor="t">
                  <a:noAutofit/>
                </a:bodyPr>
                <a:lstStyle/>
                <a:p>
                  <a: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15B5AF7-074B-21AB-BCB5-D194F63552A7}"/>
                    </a:ext>
                  </a:extLst>
                </p:cNvPr>
                <p:cNvSpPr txBox="1"/>
                <p:nvPr/>
              </p:nvSpPr>
              <p:spPr>
                <a:xfrm>
                  <a:off x="2100529" y="4263626"/>
                  <a:ext cx="1108483" cy="4001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IQ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,10</a:t>
                  </a:r>
                  <a:endParaRPr kumimoji="0" lang="en-US" sz="2000" b="0" i="0" u="none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59F967DB-73D2-2F4F-82DE-452ABDBB4262}"/>
                    </a:ext>
                  </a:extLst>
                </p:cNvPr>
                <p:cNvSpPr txBox="1"/>
                <p:nvPr/>
              </p:nvSpPr>
              <p:spPr>
                <a:xfrm>
                  <a:off x="2832347" y="4990553"/>
                  <a:ext cx="552152" cy="4001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kumimoji="0" lang="en-US" sz="20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F5C37CD-FB25-0C8E-8F95-FE0BA0116759}"/>
                  </a:ext>
                </a:extLst>
              </p:cNvPr>
              <p:cNvGrpSpPr/>
              <p:nvPr/>
            </p:nvGrpSpPr>
            <p:grpSpPr>
              <a:xfrm>
                <a:off x="945628" y="2143619"/>
                <a:ext cx="4073604" cy="4372061"/>
                <a:chOff x="1326633" y="1785041"/>
                <a:chExt cx="5657987" cy="428755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929F8AD-4E8A-5200-E965-D3A9F78E5969}"/>
                    </a:ext>
                  </a:extLst>
                </p:cNvPr>
                <p:cNvGrpSpPr/>
                <p:nvPr/>
              </p:nvGrpSpPr>
              <p:grpSpPr>
                <a:xfrm>
                  <a:off x="1326633" y="1785041"/>
                  <a:ext cx="5657987" cy="4287558"/>
                  <a:chOff x="1326633" y="1785041"/>
                  <a:chExt cx="5657987" cy="4287558"/>
                </a:xfrm>
              </p:grpSpPr>
              <p:sp>
                <p:nvSpPr>
                  <p:cNvPr id="43" name="Arc 42">
                    <a:extLst>
                      <a:ext uri="{FF2B5EF4-FFF2-40B4-BE49-F238E27FC236}">
                        <a16:creationId xmlns:a16="http://schemas.microsoft.com/office/drawing/2014/main" id="{72DD0056-D39E-6A43-1618-786784DA6573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3084192" y="1785041"/>
                    <a:ext cx="3900428" cy="3635289"/>
                  </a:xfrm>
                  <a:prstGeom prst="arc">
                    <a:avLst>
                      <a:gd name="adj1" fmla="val 16200000"/>
                      <a:gd name="adj2" fmla="val 21295633"/>
                    </a:avLst>
                  </a:prstGeom>
                  <a:noFill/>
                  <a:ln w="38100" cap="flat">
                    <a:solidFill>
                      <a:schemeClr val="accent2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91439" tIns="45719" rIns="91439" bIns="45719" numCol="1" spcCol="38100" rtlCol="0" anchor="t">
                    <a:noAutofit/>
                  </a:bodyPr>
                  <a:lstStyle/>
                  <a:p>
                    <a:pPr marL="0" marR="0" indent="0" algn="l" defTabSz="914400" rtl="0" fontAlgn="auto" latinLnBrk="1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0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5" name="Group 34">
                    <a:extLst>
                      <a:ext uri="{FF2B5EF4-FFF2-40B4-BE49-F238E27FC236}">
                        <a16:creationId xmlns:a16="http://schemas.microsoft.com/office/drawing/2014/main" id="{1030247B-458F-D8D2-4CA0-84690D4BACCD}"/>
                      </a:ext>
                    </a:extLst>
                  </p:cNvPr>
                  <p:cNvGrpSpPr/>
                  <p:nvPr/>
                </p:nvGrpSpPr>
                <p:grpSpPr>
                  <a:xfrm>
                    <a:off x="1326633" y="2470506"/>
                    <a:ext cx="3226700" cy="3602093"/>
                    <a:chOff x="-125865" y="1612029"/>
                    <a:chExt cx="3226700" cy="3602093"/>
                  </a:xfrm>
                </p:grpSpPr>
                <p:cxnSp>
                  <p:nvCxnSpPr>
                    <p:cNvPr id="36" name="Straight Connector 35">
                      <a:extLst>
                        <a:ext uri="{FF2B5EF4-FFF2-40B4-BE49-F238E27FC236}">
                          <a16:creationId xmlns:a16="http://schemas.microsoft.com/office/drawing/2014/main" id="{FA3F9C7B-45DD-FE8C-FDDB-FC3DE1FD14F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5351" y="1857257"/>
                      <a:ext cx="2290314" cy="2908021"/>
                    </a:xfrm>
                    <a:prstGeom prst="line">
                      <a:avLst/>
                    </a:prstGeom>
                    <a:noFill/>
                    <a:ln w="38100" cap="flat">
                      <a:solidFill>
                        <a:srgbClr val="7030A0"/>
                      </a:solidFill>
                      <a:prstDash val="solid"/>
                      <a:round/>
                    </a:ln>
                    <a:effectLst>
                      <a:outerShdw blurRad="38100" dist="20000" dir="5400000" rotWithShape="0">
                        <a:srgbClr val="000000">
                          <a:alpha val="38000"/>
                        </a:srgbClr>
                      </a:outerShdw>
                    </a:effectLst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5F33604E-85B4-1C83-3836-4754C220AD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48589" y="4814014"/>
                      <a:ext cx="652246" cy="40010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sz="2000" b="0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222DD9DE-DC9D-A096-C2F5-D897A6BF03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125865" y="1612029"/>
                      <a:ext cx="469557" cy="40010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0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sz="2000" b="0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B37CBA2-0B15-0910-B968-162841711692}"/>
                    </a:ext>
                  </a:extLst>
                </p:cNvPr>
                <p:cNvSpPr txBox="1"/>
                <p:nvPr/>
              </p:nvSpPr>
              <p:spPr>
                <a:xfrm>
                  <a:off x="2732577" y="3400121"/>
                  <a:ext cx="1231555" cy="4001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IQ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20</a:t>
                  </a:r>
                  <a:endParaRPr kumimoji="0" lang="en-US" sz="2000" b="0" i="0" u="none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686F076B-0BFE-E557-22E8-8DEA9322C591}"/>
                    </a:ext>
                  </a:extLst>
                </p:cNvPr>
                <p:cNvSpPr txBox="1"/>
                <p:nvPr/>
              </p:nvSpPr>
              <p:spPr>
                <a:xfrm>
                  <a:off x="3663331" y="4573662"/>
                  <a:ext cx="552152" cy="4001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kumimoji="0" lang="en-US" sz="20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7E65DF5-945A-867B-4AFD-F1A27188C9D8}"/>
                  </a:ext>
                </a:extLst>
              </p:cNvPr>
              <p:cNvGrpSpPr/>
              <p:nvPr/>
            </p:nvGrpSpPr>
            <p:grpSpPr>
              <a:xfrm>
                <a:off x="977365" y="1018581"/>
                <a:ext cx="4844082" cy="5465300"/>
                <a:chOff x="930617" y="768581"/>
                <a:chExt cx="6728133" cy="5359667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EBA1BC8D-3B05-BDD2-3C36-E2715F215177}"/>
                    </a:ext>
                  </a:extLst>
                </p:cNvPr>
                <p:cNvGrpSpPr/>
                <p:nvPr/>
              </p:nvGrpSpPr>
              <p:grpSpPr>
                <a:xfrm>
                  <a:off x="930617" y="768581"/>
                  <a:ext cx="5057408" cy="5359667"/>
                  <a:chOff x="-146348" y="1522344"/>
                  <a:chExt cx="5057408" cy="5359667"/>
                </a:xfrm>
              </p:grpSpPr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DF82EEB4-FDFF-A20F-A444-E93F648E23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9676" y="1698017"/>
                    <a:ext cx="4082996" cy="4766334"/>
                  </a:xfrm>
                  <a:prstGeom prst="line">
                    <a:avLst/>
                  </a:prstGeom>
                  <a:noFill/>
                  <a:ln w="38100" cap="flat">
                    <a:solidFill>
                      <a:srgbClr val="002060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1A6D6425-15E8-C362-D050-F6C468581E57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196325" y="6481903"/>
                    <a:ext cx="714735" cy="4001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</a:t>
                    </a:r>
                    <a:r>
                      <a:rPr lang="en-US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kumimoji="0" lang="en-US" sz="20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2E3E0615-8E19-05D5-A3A8-40AED16B9B47}"/>
                      </a:ext>
                    </a:extLst>
                  </p:cNvPr>
                  <p:cNvSpPr txBox="1"/>
                  <p:nvPr/>
                </p:nvSpPr>
                <p:spPr>
                  <a:xfrm>
                    <a:off x="-146348" y="1522344"/>
                    <a:ext cx="469557" cy="4001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</a:t>
                    </a:r>
                    <a:r>
                      <a:rPr lang="en-US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kumimoji="0" lang="en-US" sz="20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</p:grpSp>
            <p:sp>
              <p:nvSpPr>
                <p:cNvPr id="52" name="Arc 51">
                  <a:extLst>
                    <a:ext uri="{FF2B5EF4-FFF2-40B4-BE49-F238E27FC236}">
                      <a16:creationId xmlns:a16="http://schemas.microsoft.com/office/drawing/2014/main" id="{2FBCE8A8-2FFA-10D8-4870-310CDB76A400}"/>
                    </a:ext>
                  </a:extLst>
                </p:cNvPr>
                <p:cNvSpPr/>
                <p:nvPr/>
              </p:nvSpPr>
              <p:spPr>
                <a:xfrm flipH="1" flipV="1">
                  <a:off x="3758322" y="1168689"/>
                  <a:ext cx="3900428" cy="3635289"/>
                </a:xfrm>
                <a:prstGeom prst="arc">
                  <a:avLst>
                    <a:gd name="adj1" fmla="val 16200000"/>
                    <a:gd name="adj2" fmla="val 21295633"/>
                  </a:avLst>
                </a:prstGeom>
                <a:noFill/>
                <a:ln w="38100" cap="flat">
                  <a:solidFill>
                    <a:schemeClr val="accent2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91439" tIns="45719" rIns="91439" bIns="45719" numCol="1" spcCol="38100" rtlCol="0" anchor="t">
                  <a:noAutofit/>
                </a:bodyPr>
                <a:lstStyle/>
                <a:p>
                  <a: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endParaRP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853E0C7-365E-EF15-200F-EE4697B9EBDD}"/>
                    </a:ext>
                  </a:extLst>
                </p:cNvPr>
                <p:cNvSpPr txBox="1"/>
                <p:nvPr/>
              </p:nvSpPr>
              <p:spPr>
                <a:xfrm>
                  <a:off x="3536394" y="2780503"/>
                  <a:ext cx="1369607" cy="4001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IQ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30</a:t>
                  </a:r>
                  <a:endParaRPr kumimoji="0" lang="en-US" sz="2000" b="0" i="0" u="none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9F6EDF8-1482-EC8E-AEBD-CCCA74A382D0}"/>
                    </a:ext>
                  </a:extLst>
                </p:cNvPr>
                <p:cNvSpPr txBox="1"/>
                <p:nvPr/>
              </p:nvSpPr>
              <p:spPr>
                <a:xfrm>
                  <a:off x="4366808" y="4017202"/>
                  <a:ext cx="552152" cy="4001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kumimoji="0" lang="en-US" sz="20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p:grp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C52E8ED-4BC8-3272-B093-7AEF32C04391}"/>
                </a:ext>
              </a:extLst>
            </p:cNvPr>
            <p:cNvSpPr txBox="1"/>
            <p:nvPr/>
          </p:nvSpPr>
          <p:spPr>
            <a:xfrm>
              <a:off x="2303262" y="557375"/>
              <a:ext cx="934954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 A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E3E5885-118D-2D3E-B874-945D98FE404F}"/>
              </a:ext>
            </a:extLst>
          </p:cNvPr>
          <p:cNvGrpSpPr/>
          <p:nvPr/>
        </p:nvGrpSpPr>
        <p:grpSpPr>
          <a:xfrm>
            <a:off x="4434904" y="54875"/>
            <a:ext cx="4648154" cy="6562068"/>
            <a:chOff x="4337919" y="54875"/>
            <a:chExt cx="4648154" cy="656206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8B13087-A78F-5A82-E4CC-DD4CBE1D0223}"/>
                </a:ext>
              </a:extLst>
            </p:cNvPr>
            <p:cNvGrpSpPr/>
            <p:nvPr/>
          </p:nvGrpSpPr>
          <p:grpSpPr>
            <a:xfrm>
              <a:off x="4337919" y="54875"/>
              <a:ext cx="4648154" cy="6562068"/>
              <a:chOff x="1053593" y="264523"/>
              <a:chExt cx="6261085" cy="5880709"/>
            </a:xfrm>
          </p:grpSpPr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5EDF92F8-F508-237A-0EBD-E5BED68C87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6738" y="972393"/>
                <a:ext cx="0" cy="5024066"/>
              </a:xfrm>
              <a:prstGeom prst="straightConnector1">
                <a:avLst/>
              </a:prstGeom>
              <a:noFill/>
              <a:ln w="38100" cap="flat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B20F2E87-FFB1-B4CF-9811-3CDCAB339D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01367" y="5654589"/>
                <a:ext cx="5713311" cy="0"/>
              </a:xfrm>
              <a:prstGeom prst="straightConnector1">
                <a:avLst/>
              </a:prstGeom>
              <a:noFill/>
              <a:ln w="38100" cap="flat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4D836C5-019C-DB47-C5A7-B26958A4A4BC}"/>
                  </a:ext>
                </a:extLst>
              </p:cNvPr>
              <p:cNvSpPr txBox="1"/>
              <p:nvPr/>
            </p:nvSpPr>
            <p:spPr>
              <a:xfrm>
                <a:off x="6255039" y="5671952"/>
                <a:ext cx="894854" cy="4153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</a:t>
                </a: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9EA262D-E93C-D62F-3D73-5D8A77FD9788}"/>
                  </a:ext>
                </a:extLst>
              </p:cNvPr>
              <p:cNvSpPr txBox="1"/>
              <p:nvPr/>
            </p:nvSpPr>
            <p:spPr>
              <a:xfrm>
                <a:off x="1053593" y="850427"/>
                <a:ext cx="1003793" cy="41532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</a:t>
                </a:r>
                <a:endPara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578CBB9-C8D1-A6E6-01E6-64A3D8B8C917}"/>
                  </a:ext>
                </a:extLst>
              </p:cNvPr>
              <p:cNvGrpSpPr/>
              <p:nvPr/>
            </p:nvGrpSpPr>
            <p:grpSpPr>
              <a:xfrm>
                <a:off x="1867849" y="867930"/>
                <a:ext cx="2243178" cy="4786660"/>
                <a:chOff x="1867849" y="867930"/>
                <a:chExt cx="2243178" cy="478666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177716DC-9E13-E339-9F20-1FCAC648C162}"/>
                    </a:ext>
                  </a:extLst>
                </p:cNvPr>
                <p:cNvCxnSpPr>
                  <a:cxnSpLocks/>
                  <a:endCxn id="85" idx="3"/>
                </p:cNvCxnSpPr>
                <p:nvPr/>
              </p:nvCxnSpPr>
              <p:spPr>
                <a:xfrm flipV="1">
                  <a:off x="1867849" y="904204"/>
                  <a:ext cx="2123819" cy="4750386"/>
                </a:xfrm>
                <a:prstGeom prst="line">
                  <a:avLst/>
                </a:prstGeom>
                <a:noFill/>
                <a:ln w="38100" cap="flat">
                  <a:solidFill>
                    <a:srgbClr val="7030A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0016CE19-DC85-D57C-E4B7-2E494C583BF5}"/>
                    </a:ext>
                  </a:extLst>
                </p:cNvPr>
                <p:cNvSpPr txBox="1"/>
                <p:nvPr/>
              </p:nvSpPr>
              <p:spPr>
                <a:xfrm rot="17240861">
                  <a:off x="2836797" y="1188637"/>
                  <a:ext cx="1594937" cy="95352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ctr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Expansionary </a:t>
                  </a:r>
                </a:p>
                <a:p>
                  <a:pPr marL="0" marR="0" indent="0" algn="ctr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Path</a:t>
                  </a:r>
                  <a:endParaRPr kumimoji="0" lang="en-US" sz="2000" b="1" i="0" u="none" strike="noStrike" cap="none" spc="0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40BD3DB-AB1E-6ABD-713A-4F5DC0CC995C}"/>
                  </a:ext>
                </a:extLst>
              </p:cNvPr>
              <p:cNvGrpSpPr/>
              <p:nvPr/>
            </p:nvGrpSpPr>
            <p:grpSpPr>
              <a:xfrm>
                <a:off x="1320050" y="1720250"/>
                <a:ext cx="4565616" cy="4396371"/>
                <a:chOff x="1320050" y="1720250"/>
                <a:chExt cx="4565616" cy="4396371"/>
              </a:xfrm>
            </p:grpSpPr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CDA4B178-0F83-FC0E-EF8D-6540B28B018D}"/>
                    </a:ext>
                  </a:extLst>
                </p:cNvPr>
                <p:cNvGrpSpPr/>
                <p:nvPr/>
              </p:nvGrpSpPr>
              <p:grpSpPr>
                <a:xfrm>
                  <a:off x="1320050" y="3712959"/>
                  <a:ext cx="2106273" cy="2403662"/>
                  <a:chOff x="282605" y="2035529"/>
                  <a:chExt cx="2106273" cy="2403662"/>
                </a:xfrm>
              </p:grpSpPr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D0DC83F6-7563-B058-BB7F-1483F645786A}"/>
                      </a:ext>
                    </a:extLst>
                  </p:cNvPr>
                  <p:cNvCxnSpPr/>
                  <p:nvPr/>
                </p:nvCxnSpPr>
                <p:spPr>
                  <a:xfrm>
                    <a:off x="819293" y="2236573"/>
                    <a:ext cx="1231557" cy="1740586"/>
                  </a:xfrm>
                  <a:prstGeom prst="line">
                    <a:avLst/>
                  </a:prstGeom>
                  <a:noFill/>
                  <a:ln w="38100" cap="flat">
                    <a:solidFill>
                      <a:srgbClr val="00B050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CD377619-2056-9870-4442-F9165E696394}"/>
                      </a:ext>
                    </a:extLst>
                  </p:cNvPr>
                  <p:cNvSpPr txBox="1"/>
                  <p:nvPr/>
                </p:nvSpPr>
                <p:spPr>
                  <a:xfrm>
                    <a:off x="1919321" y="4039083"/>
                    <a:ext cx="469557" cy="4001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</a:t>
                    </a:r>
                    <a:r>
                      <a:rPr lang="en-US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kumimoji="0" lang="en-US" sz="20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7244A293-2EF2-DE81-D585-D45F0BA757BF}"/>
                      </a:ext>
                    </a:extLst>
                  </p:cNvPr>
                  <p:cNvSpPr txBox="1"/>
                  <p:nvPr/>
                </p:nvSpPr>
                <p:spPr>
                  <a:xfrm>
                    <a:off x="282605" y="2035529"/>
                    <a:ext cx="469557" cy="4001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</a:t>
                    </a:r>
                    <a:r>
                      <a:rPr lang="en-US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kumimoji="0" lang="en-US" sz="20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</p:grpSp>
            <p:sp>
              <p:nvSpPr>
                <p:cNvPr id="78" name="Arc 77">
                  <a:extLst>
                    <a:ext uri="{FF2B5EF4-FFF2-40B4-BE49-F238E27FC236}">
                      <a16:creationId xmlns:a16="http://schemas.microsoft.com/office/drawing/2014/main" id="{FE399B2D-7BA0-35AB-04EA-5DFC60692B47}"/>
                    </a:ext>
                  </a:extLst>
                </p:cNvPr>
                <p:cNvSpPr/>
                <p:nvPr/>
              </p:nvSpPr>
              <p:spPr>
                <a:xfrm flipH="1" flipV="1">
                  <a:off x="1985238" y="1720250"/>
                  <a:ext cx="3900428" cy="3635289"/>
                </a:xfrm>
                <a:prstGeom prst="arc">
                  <a:avLst>
                    <a:gd name="adj1" fmla="val 17304803"/>
                    <a:gd name="adj2" fmla="val 21295633"/>
                  </a:avLst>
                </a:prstGeom>
                <a:noFill/>
                <a:ln w="38100" cap="flat">
                  <a:solidFill>
                    <a:schemeClr val="accent2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91439" tIns="45719" rIns="91439" bIns="45719" numCol="1" spcCol="38100" rtlCol="0" anchor="t">
                  <a:noAutofit/>
                </a:bodyPr>
                <a:lstStyle/>
                <a:p>
                  <a: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E3C803C4-800C-7A8E-E99F-24F90A7CD8D2}"/>
                    </a:ext>
                  </a:extLst>
                </p:cNvPr>
                <p:cNvSpPr txBox="1"/>
                <p:nvPr/>
              </p:nvSpPr>
              <p:spPr>
                <a:xfrm>
                  <a:off x="2817510" y="5122957"/>
                  <a:ext cx="1128537" cy="41532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IQ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,10</a:t>
                  </a:r>
                  <a:endParaRPr kumimoji="0" lang="en-US" sz="2000" b="0" i="0" u="none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B71F192-4CF9-9FC7-46CD-BAF47648B68F}"/>
                    </a:ext>
                  </a:extLst>
                </p:cNvPr>
                <p:cNvSpPr txBox="1"/>
                <p:nvPr/>
              </p:nvSpPr>
              <p:spPr>
                <a:xfrm>
                  <a:off x="2384282" y="4436790"/>
                  <a:ext cx="552152" cy="4001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kumimoji="0" lang="en-US" sz="20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49BB1BC0-01D2-4B75-5866-01888FF6B48C}"/>
                  </a:ext>
                </a:extLst>
              </p:cNvPr>
              <p:cNvGrpSpPr/>
              <p:nvPr/>
            </p:nvGrpSpPr>
            <p:grpSpPr>
              <a:xfrm>
                <a:off x="1371555" y="851612"/>
                <a:ext cx="4867153" cy="5220987"/>
                <a:chOff x="1371555" y="851612"/>
                <a:chExt cx="4867153" cy="5220987"/>
              </a:xfrm>
            </p:grpSpPr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EFDE0377-5192-07F6-6DEB-E04085022AFB}"/>
                    </a:ext>
                  </a:extLst>
                </p:cNvPr>
                <p:cNvGrpSpPr/>
                <p:nvPr/>
              </p:nvGrpSpPr>
              <p:grpSpPr>
                <a:xfrm>
                  <a:off x="1371555" y="851612"/>
                  <a:ext cx="4867153" cy="5220987"/>
                  <a:chOff x="1371555" y="851612"/>
                  <a:chExt cx="4867153" cy="5220987"/>
                </a:xfrm>
              </p:grpSpPr>
              <p:sp>
                <p:nvSpPr>
                  <p:cNvPr id="72" name="Arc 71">
                    <a:extLst>
                      <a:ext uri="{FF2B5EF4-FFF2-40B4-BE49-F238E27FC236}">
                        <a16:creationId xmlns:a16="http://schemas.microsoft.com/office/drawing/2014/main" id="{A8F638CB-27F0-B201-DA66-3696727A59A2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2338280" y="851612"/>
                    <a:ext cx="3900428" cy="3635289"/>
                  </a:xfrm>
                  <a:prstGeom prst="arc">
                    <a:avLst>
                      <a:gd name="adj1" fmla="val 17304890"/>
                      <a:gd name="adj2" fmla="val 21295633"/>
                    </a:avLst>
                  </a:prstGeom>
                  <a:noFill/>
                  <a:ln w="38100" cap="flat">
                    <a:solidFill>
                      <a:schemeClr val="accent2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91439" tIns="45719" rIns="91439" bIns="45719" numCol="1" spcCol="38100" rtlCol="0" anchor="t">
                    <a:noAutofit/>
                  </a:bodyPr>
                  <a:lstStyle/>
                  <a:p>
                    <a:pPr marL="0" marR="0" indent="0" algn="l" defTabSz="914400" rtl="0" fontAlgn="auto" latinLnBrk="1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000" b="0" i="0" u="none" strike="noStrike" cap="none" spc="0" normalizeH="0" baseline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73" name="Group 72">
                    <a:extLst>
                      <a:ext uri="{FF2B5EF4-FFF2-40B4-BE49-F238E27FC236}">
                        <a16:creationId xmlns:a16="http://schemas.microsoft.com/office/drawing/2014/main" id="{D423ED6C-51C2-6705-CDCA-25E98EA8D282}"/>
                      </a:ext>
                    </a:extLst>
                  </p:cNvPr>
                  <p:cNvGrpSpPr/>
                  <p:nvPr/>
                </p:nvGrpSpPr>
                <p:grpSpPr>
                  <a:xfrm>
                    <a:off x="1371555" y="2572670"/>
                    <a:ext cx="3181776" cy="3499929"/>
                    <a:chOff x="-80943" y="1714193"/>
                    <a:chExt cx="3181776" cy="3499929"/>
                  </a:xfrm>
                </p:grpSpPr>
                <p:cxnSp>
                  <p:nvCxnSpPr>
                    <p:cNvPr id="74" name="Straight Connector 73">
                      <a:extLst>
                        <a:ext uri="{FF2B5EF4-FFF2-40B4-BE49-F238E27FC236}">
                          <a16:creationId xmlns:a16="http://schemas.microsoft.com/office/drawing/2014/main" id="{831D3775-95BB-1E80-6457-2C197FCFB71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5351" y="1857257"/>
                      <a:ext cx="2290314" cy="2908021"/>
                    </a:xfrm>
                    <a:prstGeom prst="line">
                      <a:avLst/>
                    </a:prstGeom>
                    <a:noFill/>
                    <a:ln w="38100" cap="flat">
                      <a:solidFill>
                        <a:srgbClr val="7030A0"/>
                      </a:solidFill>
                      <a:prstDash val="solid"/>
                      <a:round/>
                    </a:ln>
                    <a:effectLst>
                      <a:outerShdw blurRad="38100" dist="20000" dir="5400000" rotWithShape="0">
                        <a:srgbClr val="000000">
                          <a:alpha val="38000"/>
                        </a:srgbClr>
                      </a:outerShdw>
                    </a:effectLst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  <p:sp>
                  <p:nvSpPr>
                    <p:cNvPr id="75" name="TextBox 74">
                      <a:extLst>
                        <a:ext uri="{FF2B5EF4-FFF2-40B4-BE49-F238E27FC236}">
                          <a16:creationId xmlns:a16="http://schemas.microsoft.com/office/drawing/2014/main" id="{FDD557AB-18F4-6A03-75A4-D96EFF5774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31276" y="4814014"/>
                      <a:ext cx="469557" cy="40010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sz="2000" b="0" i="0" u="none" strike="noStrike" cap="none" spc="0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76" name="TextBox 75">
                      <a:extLst>
                        <a:ext uri="{FF2B5EF4-FFF2-40B4-BE49-F238E27FC236}">
                          <a16:creationId xmlns:a16="http://schemas.microsoft.com/office/drawing/2014/main" id="{A2E5B7B9-47F1-8124-B152-D42B0B2D16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80943" y="1714193"/>
                      <a:ext cx="469556" cy="400108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000" baseline="-25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sz="2000" b="0" i="0" u="none" strike="noStrike" cap="none" spc="0" normalizeH="0" baseline="-25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F02F394-9CD8-E8DD-EEB9-DB69E0886E12}"/>
                    </a:ext>
                  </a:extLst>
                </p:cNvPr>
                <p:cNvSpPr txBox="1"/>
                <p:nvPr/>
              </p:nvSpPr>
              <p:spPr>
                <a:xfrm>
                  <a:off x="3336723" y="4318501"/>
                  <a:ext cx="1279893" cy="41532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IQ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20</a:t>
                  </a:r>
                  <a:endParaRPr kumimoji="0" lang="en-US" sz="2000" b="0" i="0" u="none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E79D728-4945-3433-D589-E0063AA18B05}"/>
                    </a:ext>
                  </a:extLst>
                </p:cNvPr>
                <p:cNvSpPr txBox="1"/>
                <p:nvPr/>
              </p:nvSpPr>
              <p:spPr>
                <a:xfrm>
                  <a:off x="2760271" y="3500778"/>
                  <a:ext cx="552152" cy="4001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kumimoji="0" lang="en-US" sz="20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5C9F8EC3-7C01-D047-0C79-D89011473755}"/>
                  </a:ext>
                </a:extLst>
              </p:cNvPr>
              <p:cNvGrpSpPr/>
              <p:nvPr/>
            </p:nvGrpSpPr>
            <p:grpSpPr>
              <a:xfrm>
                <a:off x="1363083" y="264523"/>
                <a:ext cx="4993014" cy="5880709"/>
                <a:chOff x="1359570" y="-324051"/>
                <a:chExt cx="4993014" cy="5880709"/>
              </a:xfrm>
            </p:grpSpPr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89F59FAC-D130-CBDF-2C7B-DF7EB200996D}"/>
                    </a:ext>
                  </a:extLst>
                </p:cNvPr>
                <p:cNvGrpSpPr/>
                <p:nvPr/>
              </p:nvGrpSpPr>
              <p:grpSpPr>
                <a:xfrm>
                  <a:off x="1359570" y="1281766"/>
                  <a:ext cx="4114301" cy="4274892"/>
                  <a:chOff x="282605" y="2035529"/>
                  <a:chExt cx="4114301" cy="4274892"/>
                </a:xfrm>
              </p:grpSpPr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BCF6C7E3-317F-9ADB-7277-C2BF725474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79773" y="2214548"/>
                    <a:ext cx="3043053" cy="3623132"/>
                  </a:xfrm>
                  <a:prstGeom prst="line">
                    <a:avLst/>
                  </a:prstGeom>
                  <a:noFill/>
                  <a:ln w="38100" cap="flat">
                    <a:solidFill>
                      <a:schemeClr val="accent6">
                        <a:lumMod val="50000"/>
                      </a:schemeClr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34984225-8E13-35E1-5A82-23F6AED4E40A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744659" y="5910313"/>
                    <a:ext cx="652247" cy="4001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</a:t>
                    </a:r>
                    <a:r>
                      <a:rPr lang="en-US" sz="2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kumimoji="0" lang="en-US" sz="20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F35E7821-DBE3-C91D-8F58-35AD3122C36C}"/>
                      </a:ext>
                    </a:extLst>
                  </p:cNvPr>
                  <p:cNvSpPr txBox="1"/>
                  <p:nvPr/>
                </p:nvSpPr>
                <p:spPr>
                  <a:xfrm>
                    <a:off x="282605" y="2035529"/>
                    <a:ext cx="469556" cy="4001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</a:t>
                    </a:r>
                    <a:r>
                      <a:rPr lang="en-US" sz="2000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kumimoji="0" lang="en-US" sz="2000" b="0" i="0" u="none" strike="noStrike" cap="none" spc="0" normalizeH="0" baseline="-2500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</p:grpSp>
            <p:sp>
              <p:nvSpPr>
                <p:cNvPr id="63" name="Arc 62">
                  <a:extLst>
                    <a:ext uri="{FF2B5EF4-FFF2-40B4-BE49-F238E27FC236}">
                      <a16:creationId xmlns:a16="http://schemas.microsoft.com/office/drawing/2014/main" id="{736FF9A2-6F65-EA15-9588-A30D7611B747}"/>
                    </a:ext>
                  </a:extLst>
                </p:cNvPr>
                <p:cNvSpPr/>
                <p:nvPr/>
              </p:nvSpPr>
              <p:spPr>
                <a:xfrm flipH="1" flipV="1">
                  <a:off x="2452156" y="-324051"/>
                  <a:ext cx="3900428" cy="3635289"/>
                </a:xfrm>
                <a:prstGeom prst="arc">
                  <a:avLst>
                    <a:gd name="adj1" fmla="val 16200000"/>
                    <a:gd name="adj2" fmla="val 21295633"/>
                  </a:avLst>
                </a:prstGeom>
                <a:noFill/>
                <a:ln w="38100" cap="flat">
                  <a:solidFill>
                    <a:schemeClr val="accent2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91439" tIns="45719" rIns="91439" bIns="45719" numCol="1" spcCol="38100" rtlCol="0" anchor="t">
                  <a:noAutofit/>
                </a:bodyPr>
                <a:lstStyle/>
                <a:p>
                  <a:pPr marL="0" marR="0" indent="0" algn="l" defTabSz="914400" rtl="0" fontAlgn="auto" latinLnBrk="1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0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A2A3947-7CF8-E827-5ED8-5A9881CF452E}"/>
                    </a:ext>
                  </a:extLst>
                </p:cNvPr>
                <p:cNvSpPr txBox="1"/>
                <p:nvPr/>
              </p:nvSpPr>
              <p:spPr>
                <a:xfrm>
                  <a:off x="4426238" y="3118280"/>
                  <a:ext cx="1149980" cy="41532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IQ</a:t>
                  </a:r>
                  <a:r>
                    <a:rPr lang="en-US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r>
                    <a:rPr 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30</a:t>
                  </a:r>
                  <a:endParaRPr kumimoji="0" lang="en-US" sz="2000" b="0" i="0" u="none" strike="noStrike" cap="none" spc="0" normalizeH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3DC62E3D-466F-2FC5-715B-DA5113D28C80}"/>
                    </a:ext>
                  </a:extLst>
                </p:cNvPr>
                <p:cNvSpPr txBox="1"/>
                <p:nvPr/>
              </p:nvSpPr>
              <p:spPr>
                <a:xfrm>
                  <a:off x="3040432" y="2500894"/>
                  <a:ext cx="552152" cy="4001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lang="en-US" sz="2000" baseline="-250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kumimoji="0" lang="en-US" sz="2000" b="0" i="0" u="none" strike="noStrike" cap="none" spc="0" normalizeH="0" baseline="-2500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p:grp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E000C2A-87B8-3FFE-B4F4-2C62E879C44E}"/>
                </a:ext>
              </a:extLst>
            </p:cNvPr>
            <p:cNvSpPr txBox="1"/>
            <p:nvPr/>
          </p:nvSpPr>
          <p:spPr>
            <a:xfrm>
              <a:off x="7449117" y="486013"/>
              <a:ext cx="1011945" cy="4079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 B</a:t>
              </a:r>
              <a:endParaRPr kumimoji="0" lang="en-US" sz="2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531E84A-F5B4-6951-64C6-A15664461BFC}"/>
              </a:ext>
            </a:extLst>
          </p:cNvPr>
          <p:cNvSpPr txBox="1"/>
          <p:nvPr/>
        </p:nvSpPr>
        <p:spPr>
          <a:xfrm>
            <a:off x="1622762" y="898763"/>
            <a:ext cx="2047221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Labour-Intensive 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DF4328-6CC3-DCF1-72F0-8E5FEE0F6D20}"/>
              </a:ext>
            </a:extLst>
          </p:cNvPr>
          <p:cNvSpPr txBox="1"/>
          <p:nvPr/>
        </p:nvSpPr>
        <p:spPr>
          <a:xfrm>
            <a:off x="6777648" y="822235"/>
            <a:ext cx="2047221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Capital-Intensive 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</p:txBody>
      </p:sp>
    </p:spTree>
    <p:extLst>
      <p:ext uri="{BB962C8B-B14F-4D97-AF65-F5344CB8AC3E}">
        <p14:creationId xmlns:p14="http://schemas.microsoft.com/office/powerpoint/2010/main" val="1713897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AF331EA-618D-1E47-A245-C881477FCCA1}"/>
              </a:ext>
            </a:extLst>
          </p:cNvPr>
          <p:cNvCxnSpPr>
            <a:cxnSpLocks/>
          </p:cNvCxnSpPr>
          <p:nvPr/>
        </p:nvCxnSpPr>
        <p:spPr>
          <a:xfrm flipV="1">
            <a:off x="3303791" y="4245168"/>
            <a:ext cx="1765926" cy="2178944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3" name="Curves for  The Law of Variable Proportions"/>
          <p:cNvSpPr txBox="1">
            <a:spLocks noGrp="1"/>
          </p:cNvSpPr>
          <p:nvPr>
            <p:ph type="title" idx="4294967295"/>
          </p:nvPr>
        </p:nvSpPr>
        <p:spPr>
          <a:xfrm>
            <a:off x="134807" y="4040092"/>
            <a:ext cx="2404985" cy="1011771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8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 of Returns to Scale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1F70EE-7CA7-D646-9F03-3394A79DDB00}"/>
              </a:ext>
            </a:extLst>
          </p:cNvPr>
          <p:cNvGrpSpPr/>
          <p:nvPr/>
        </p:nvGrpSpPr>
        <p:grpSpPr>
          <a:xfrm>
            <a:off x="412319" y="383361"/>
            <a:ext cx="4330716" cy="3485851"/>
            <a:chOff x="2293867" y="2031188"/>
            <a:chExt cx="4330716" cy="348585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BB78341-9308-0149-A44F-4B323911BC52}"/>
                </a:ext>
              </a:extLst>
            </p:cNvPr>
            <p:cNvCxnSpPr>
              <a:cxnSpLocks/>
            </p:cNvCxnSpPr>
            <p:nvPr/>
          </p:nvCxnSpPr>
          <p:spPr>
            <a:xfrm>
              <a:off x="2784017" y="2031188"/>
              <a:ext cx="0" cy="3474090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31085A8-565D-3941-9FA1-7BD2746DA3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8646" y="5155197"/>
              <a:ext cx="3988244" cy="8212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AEA21E-A56A-4543-9D96-F3B00D780B67}"/>
                </a:ext>
              </a:extLst>
            </p:cNvPr>
            <p:cNvSpPr txBox="1"/>
            <p:nvPr/>
          </p:nvSpPr>
          <p:spPr>
            <a:xfrm>
              <a:off x="6155026" y="5147709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Lab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69A5B4-362E-654B-8195-BCFF38690E1C}"/>
                </a:ext>
              </a:extLst>
            </p:cNvPr>
            <p:cNvSpPr txBox="1"/>
            <p:nvPr/>
          </p:nvSpPr>
          <p:spPr>
            <a:xfrm>
              <a:off x="2293867" y="2031188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Cap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0B8DE4E-59CA-DA46-BC4A-C91584DEF48B}"/>
              </a:ext>
            </a:extLst>
          </p:cNvPr>
          <p:cNvGrpSpPr/>
          <p:nvPr/>
        </p:nvGrpSpPr>
        <p:grpSpPr>
          <a:xfrm>
            <a:off x="4834938" y="350485"/>
            <a:ext cx="4209759" cy="3489145"/>
            <a:chOff x="2293867" y="2031188"/>
            <a:chExt cx="4209759" cy="3489145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51E8B9A-7D47-AE4F-B44E-1532FBCDBCB7}"/>
                </a:ext>
              </a:extLst>
            </p:cNvPr>
            <p:cNvCxnSpPr>
              <a:cxnSpLocks/>
            </p:cNvCxnSpPr>
            <p:nvPr/>
          </p:nvCxnSpPr>
          <p:spPr>
            <a:xfrm>
              <a:off x="2784017" y="2031188"/>
              <a:ext cx="0" cy="3474090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30EE383-EBA2-CD4A-BBD1-8053D4580A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28646" y="5163409"/>
              <a:ext cx="3962550" cy="16533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C861A6D-AE73-624A-95F2-9A3108103A98}"/>
                </a:ext>
              </a:extLst>
            </p:cNvPr>
            <p:cNvSpPr txBox="1"/>
            <p:nvPr/>
          </p:nvSpPr>
          <p:spPr>
            <a:xfrm>
              <a:off x="6034069" y="5151003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Lab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BA1023E-15AF-204B-971A-328F1807400D}"/>
                </a:ext>
              </a:extLst>
            </p:cNvPr>
            <p:cNvSpPr txBox="1"/>
            <p:nvPr/>
          </p:nvSpPr>
          <p:spPr>
            <a:xfrm>
              <a:off x="2293867" y="2031188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Cap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AD4A8B-41D1-3243-821C-E67C9851D882}"/>
              </a:ext>
            </a:extLst>
          </p:cNvPr>
          <p:cNvGrpSpPr/>
          <p:nvPr/>
        </p:nvGrpSpPr>
        <p:grpSpPr>
          <a:xfrm>
            <a:off x="2813641" y="3875838"/>
            <a:ext cx="3760942" cy="2982162"/>
            <a:chOff x="2293867" y="2311221"/>
            <a:chExt cx="3760942" cy="2982162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F42BD2D-CFB3-0F40-9DEB-EE66C19190AA}"/>
                </a:ext>
              </a:extLst>
            </p:cNvPr>
            <p:cNvCxnSpPr>
              <a:cxnSpLocks/>
            </p:cNvCxnSpPr>
            <p:nvPr/>
          </p:nvCxnSpPr>
          <p:spPr>
            <a:xfrm>
              <a:off x="2763424" y="2400518"/>
              <a:ext cx="20593" cy="2708200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7E6FEE9-8534-0E46-93E6-00B286D93B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8645" y="4859494"/>
              <a:ext cx="3291386" cy="1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0EEA106-C7F5-7F4C-BCA7-F576A0293CA0}"/>
                </a:ext>
              </a:extLst>
            </p:cNvPr>
            <p:cNvSpPr txBox="1"/>
            <p:nvPr/>
          </p:nvSpPr>
          <p:spPr>
            <a:xfrm>
              <a:off x="5585252" y="4924053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Lab</a:t>
              </a: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8A41D2E-84A4-7348-80B8-F5CF74B368CB}"/>
                </a:ext>
              </a:extLst>
            </p:cNvPr>
            <p:cNvSpPr txBox="1"/>
            <p:nvPr/>
          </p:nvSpPr>
          <p:spPr>
            <a:xfrm>
              <a:off x="2293867" y="2311221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Cap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87" name="Curves for  The Law of Variable Proportions">
            <a:extLst>
              <a:ext uri="{FF2B5EF4-FFF2-40B4-BE49-F238E27FC236}">
                <a16:creationId xmlns:a16="http://schemas.microsoft.com/office/drawing/2014/main" id="{6D0C52F3-4D0A-1946-853D-7A1D269CAF37}"/>
              </a:ext>
            </a:extLst>
          </p:cNvPr>
          <p:cNvSpPr txBox="1">
            <a:spLocks/>
          </p:cNvSpPr>
          <p:nvPr/>
        </p:nvSpPr>
        <p:spPr>
          <a:xfrm>
            <a:off x="6065152" y="5031067"/>
            <a:ext cx="2603986" cy="1011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 Returns to Scale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E282A7B-3299-5843-8428-4A143049F07A}"/>
              </a:ext>
            </a:extLst>
          </p:cNvPr>
          <p:cNvGrpSpPr/>
          <p:nvPr/>
        </p:nvGrpSpPr>
        <p:grpSpPr>
          <a:xfrm>
            <a:off x="1011335" y="134740"/>
            <a:ext cx="7537686" cy="514902"/>
            <a:chOff x="1024214" y="84240"/>
            <a:chExt cx="7537686" cy="514902"/>
          </a:xfrm>
        </p:grpSpPr>
        <p:sp>
          <p:nvSpPr>
            <p:cNvPr id="88" name="Curves for  The Law of Variable Proportions">
              <a:extLst>
                <a:ext uri="{FF2B5EF4-FFF2-40B4-BE49-F238E27FC236}">
                  <a16:creationId xmlns:a16="http://schemas.microsoft.com/office/drawing/2014/main" id="{538F291B-1A76-754D-8128-417595DC11BD}"/>
                </a:ext>
              </a:extLst>
            </p:cNvPr>
            <p:cNvSpPr txBox="1">
              <a:spLocks/>
            </p:cNvSpPr>
            <p:nvPr/>
          </p:nvSpPr>
          <p:spPr>
            <a:xfrm>
              <a:off x="1024214" y="151868"/>
              <a:ext cx="3022653" cy="44727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hangingPunct="1">
                <a:defRPr sz="2800" b="1"/>
              </a:pPr>
              <a:r>
                <a:rPr lang="en-US" sz="24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INCREASING R.S.</a:t>
              </a:r>
            </a:p>
          </p:txBody>
        </p:sp>
        <p:sp>
          <p:nvSpPr>
            <p:cNvPr id="75" name="Curves for  The Law of Variable Proportions">
              <a:extLst>
                <a:ext uri="{FF2B5EF4-FFF2-40B4-BE49-F238E27FC236}">
                  <a16:creationId xmlns:a16="http://schemas.microsoft.com/office/drawing/2014/main" id="{46AB3859-BC48-E34E-8FBB-81C06C9ED864}"/>
                </a:ext>
              </a:extLst>
            </p:cNvPr>
            <p:cNvSpPr txBox="1">
              <a:spLocks/>
            </p:cNvSpPr>
            <p:nvPr/>
          </p:nvSpPr>
          <p:spPr>
            <a:xfrm>
              <a:off x="5520769" y="84240"/>
              <a:ext cx="3041131" cy="44727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hangingPunct="1">
                <a:defRPr sz="2800" b="1"/>
              </a:pPr>
              <a:r>
                <a:rPr lang="en-US" sz="24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DECREASING R.S.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BD0493F-3ADF-7E43-B930-6890A74653FC}"/>
              </a:ext>
            </a:extLst>
          </p:cNvPr>
          <p:cNvGrpSpPr/>
          <p:nvPr/>
        </p:nvGrpSpPr>
        <p:grpSpPr>
          <a:xfrm>
            <a:off x="1102066" y="622193"/>
            <a:ext cx="6978042" cy="487475"/>
            <a:chOff x="1102066" y="622193"/>
            <a:chExt cx="6978042" cy="487475"/>
          </a:xfrm>
        </p:grpSpPr>
        <p:sp>
          <p:nvSpPr>
            <p:cNvPr id="81" name="Curves for  The Law of Variable Proportions">
              <a:extLst>
                <a:ext uri="{FF2B5EF4-FFF2-40B4-BE49-F238E27FC236}">
                  <a16:creationId xmlns:a16="http://schemas.microsoft.com/office/drawing/2014/main" id="{5A9C7FDA-B4E9-C848-8626-1A8A9480F661}"/>
                </a:ext>
              </a:extLst>
            </p:cNvPr>
            <p:cNvSpPr txBox="1">
              <a:spLocks/>
            </p:cNvSpPr>
            <p:nvPr/>
          </p:nvSpPr>
          <p:spPr>
            <a:xfrm>
              <a:off x="1102066" y="662394"/>
              <a:ext cx="2603986" cy="44727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hangingPunct="1">
                <a:defRPr sz="2800" b="1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DECREASING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R.S.</a:t>
              </a:r>
            </a:p>
          </p:txBody>
        </p:sp>
        <p:sp>
          <p:nvSpPr>
            <p:cNvPr id="90" name="Curves for  The Law of Variable Proportions">
              <a:extLst>
                <a:ext uri="{FF2B5EF4-FFF2-40B4-BE49-F238E27FC236}">
                  <a16:creationId xmlns:a16="http://schemas.microsoft.com/office/drawing/2014/main" id="{A89A8A3F-9446-A74E-8814-EE786B6EBE69}"/>
                </a:ext>
              </a:extLst>
            </p:cNvPr>
            <p:cNvSpPr txBox="1">
              <a:spLocks/>
            </p:cNvSpPr>
            <p:nvPr/>
          </p:nvSpPr>
          <p:spPr>
            <a:xfrm>
              <a:off x="5476122" y="622193"/>
              <a:ext cx="2603986" cy="44727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hangingPunct="1">
                <a:defRPr sz="2800" b="1"/>
              </a:pPr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INCREASING R.S.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3E8A7C4-375D-A94E-BB8C-25427F94C660}"/>
              </a:ext>
            </a:extLst>
          </p:cNvPr>
          <p:cNvGrpSpPr/>
          <p:nvPr/>
        </p:nvGrpSpPr>
        <p:grpSpPr>
          <a:xfrm>
            <a:off x="1193262" y="602583"/>
            <a:ext cx="6886846" cy="513744"/>
            <a:chOff x="1206141" y="552083"/>
            <a:chExt cx="6886846" cy="51374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CBE006D-A17B-4343-9624-B20D1CE94E02}"/>
                </a:ext>
              </a:extLst>
            </p:cNvPr>
            <p:cNvGrpSpPr/>
            <p:nvPr/>
          </p:nvGrpSpPr>
          <p:grpSpPr>
            <a:xfrm>
              <a:off x="5638559" y="552083"/>
              <a:ext cx="2454428" cy="507085"/>
              <a:chOff x="6825659" y="3914635"/>
              <a:chExt cx="2100116" cy="607856"/>
            </a:xfrm>
            <a:noFill/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A15F3BE-FA0D-D944-9308-5CC200A5A743}"/>
                  </a:ext>
                </a:extLst>
              </p:cNvPr>
              <p:cNvSpPr/>
              <p:nvPr/>
            </p:nvSpPr>
            <p:spPr>
              <a:xfrm>
                <a:off x="6846252" y="3914635"/>
                <a:ext cx="2079523" cy="442725"/>
              </a:xfrm>
              <a:prstGeom prst="rect">
                <a:avLst/>
              </a:prstGeom>
              <a:noFill/>
              <a:ln w="25400" cap="flat">
                <a:noFill/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BB3BB5B4-EB64-C042-9B07-D932FAA6EAC9}"/>
                  </a:ext>
                </a:extLst>
              </p:cNvPr>
              <p:cNvGrpSpPr/>
              <p:nvPr/>
            </p:nvGrpSpPr>
            <p:grpSpPr>
              <a:xfrm>
                <a:off x="6825659" y="3914635"/>
                <a:ext cx="2100116" cy="607856"/>
                <a:chOff x="6825659" y="3914635"/>
                <a:chExt cx="2100116" cy="607856"/>
              </a:xfrm>
              <a:grpFill/>
            </p:grpSpPr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F593C26-8502-E640-B8F5-B2007A2264E0}"/>
                    </a:ext>
                  </a:extLst>
                </p:cNvPr>
                <p:cNvCxnSpPr/>
                <p:nvPr/>
              </p:nvCxnSpPr>
              <p:spPr>
                <a:xfrm flipV="1">
                  <a:off x="6846252" y="3931203"/>
                  <a:ext cx="2079523" cy="549616"/>
                </a:xfrm>
                <a:prstGeom prst="line">
                  <a:avLst/>
                </a:prstGeom>
                <a:grpFill/>
                <a:ln w="57150" cap="flat">
                  <a:solidFill>
                    <a:srgbClr val="FF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02BA229D-87AF-514C-89EA-A498A2CFF9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25659" y="3914635"/>
                  <a:ext cx="2077266" cy="607856"/>
                </a:xfrm>
                <a:prstGeom prst="line">
                  <a:avLst/>
                </a:prstGeom>
                <a:grpFill/>
                <a:ln w="57150" cap="flat">
                  <a:solidFill>
                    <a:srgbClr val="FF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84177C5D-0AA6-7E49-BC9F-73E40269C8BC}"/>
                </a:ext>
              </a:extLst>
            </p:cNvPr>
            <p:cNvGrpSpPr/>
            <p:nvPr/>
          </p:nvGrpSpPr>
          <p:grpSpPr>
            <a:xfrm>
              <a:off x="1206141" y="630892"/>
              <a:ext cx="2454428" cy="434935"/>
              <a:chOff x="6825659" y="3914635"/>
              <a:chExt cx="2100116" cy="607856"/>
            </a:xfrm>
            <a:noFill/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626509A6-D8B8-D449-9DF5-980CE01528C6}"/>
                  </a:ext>
                </a:extLst>
              </p:cNvPr>
              <p:cNvSpPr/>
              <p:nvPr/>
            </p:nvSpPr>
            <p:spPr>
              <a:xfrm>
                <a:off x="6846252" y="3914635"/>
                <a:ext cx="2079523" cy="516168"/>
              </a:xfrm>
              <a:prstGeom prst="rect">
                <a:avLst/>
              </a:prstGeom>
              <a:grpFill/>
              <a:ln w="25400" cap="flat">
                <a:noFill/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7C6AD6ED-0C79-1F47-BEAF-D4F979151BA4}"/>
                  </a:ext>
                </a:extLst>
              </p:cNvPr>
              <p:cNvGrpSpPr/>
              <p:nvPr/>
            </p:nvGrpSpPr>
            <p:grpSpPr>
              <a:xfrm>
                <a:off x="6825659" y="3914635"/>
                <a:ext cx="2100116" cy="607856"/>
                <a:chOff x="6825659" y="3914635"/>
                <a:chExt cx="2100116" cy="607856"/>
              </a:xfrm>
              <a:grpFill/>
            </p:grpSpPr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01DE55E2-7B24-B04C-84DD-2400AEFDD772}"/>
                    </a:ext>
                  </a:extLst>
                </p:cNvPr>
                <p:cNvCxnSpPr/>
                <p:nvPr/>
              </p:nvCxnSpPr>
              <p:spPr>
                <a:xfrm flipV="1">
                  <a:off x="6846252" y="3931203"/>
                  <a:ext cx="2079523" cy="549616"/>
                </a:xfrm>
                <a:prstGeom prst="line">
                  <a:avLst/>
                </a:prstGeom>
                <a:grpFill/>
                <a:ln w="57150" cap="flat">
                  <a:solidFill>
                    <a:srgbClr val="FF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B3AB1262-4955-6E4E-99FE-E051750B4E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25659" y="3914635"/>
                  <a:ext cx="2077266" cy="607856"/>
                </a:xfrm>
                <a:prstGeom prst="line">
                  <a:avLst/>
                </a:prstGeom>
                <a:grpFill/>
                <a:ln w="57150" cap="flat">
                  <a:solidFill>
                    <a:srgbClr val="FF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</p:grp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483F0-DF87-D240-B726-AAB7FC5E43A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27703" y="6450913"/>
            <a:ext cx="246219" cy="276999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D661F1E-4CF5-464C-83E1-E6E71215CFAC}"/>
              </a:ext>
            </a:extLst>
          </p:cNvPr>
          <p:cNvCxnSpPr>
            <a:cxnSpLocks/>
          </p:cNvCxnSpPr>
          <p:nvPr/>
        </p:nvCxnSpPr>
        <p:spPr>
          <a:xfrm flipV="1">
            <a:off x="5325087" y="815162"/>
            <a:ext cx="2064686" cy="2642407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465633-AF9C-F448-AF07-B1EDC73D6BEF}"/>
              </a:ext>
            </a:extLst>
          </p:cNvPr>
          <p:cNvGrpSpPr/>
          <p:nvPr/>
        </p:nvGrpSpPr>
        <p:grpSpPr>
          <a:xfrm>
            <a:off x="2888010" y="4530636"/>
            <a:ext cx="2018024" cy="2258621"/>
            <a:chOff x="2894605" y="4483136"/>
            <a:chExt cx="2018024" cy="2258621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4365AF4E-F2D9-5B4B-A3E0-5FBDA36D5D8E}"/>
                </a:ext>
              </a:extLst>
            </p:cNvPr>
            <p:cNvGrpSpPr/>
            <p:nvPr/>
          </p:nvGrpSpPr>
          <p:grpSpPr>
            <a:xfrm>
              <a:off x="3278934" y="4630027"/>
              <a:ext cx="1471292" cy="1761097"/>
              <a:chOff x="3278934" y="4630027"/>
              <a:chExt cx="1471292" cy="1761097"/>
            </a:xfrm>
          </p:grpSpPr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DC10F24A-CB18-0844-B5F0-8FD24BB85E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8068" y="5850386"/>
                <a:ext cx="0" cy="499355"/>
              </a:xfrm>
              <a:prstGeom prst="line">
                <a:avLst/>
              </a:prstGeom>
              <a:noFill/>
              <a:ln w="25400" cap="flat">
                <a:solidFill>
                  <a:schemeClr val="accent6"/>
                </a:solidFill>
                <a:prstDash val="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3D025310-D50F-214B-B027-098D82F9F9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08000" y="5529424"/>
                <a:ext cx="2735" cy="820317"/>
              </a:xfrm>
              <a:prstGeom prst="line">
                <a:avLst/>
              </a:prstGeom>
              <a:noFill/>
              <a:ln w="25400" cap="flat">
                <a:solidFill>
                  <a:schemeClr val="accent6"/>
                </a:solidFill>
                <a:prstDash val="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130C33C5-8147-564C-B692-60D3A1BB52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39990" y="5204854"/>
                <a:ext cx="0" cy="1186270"/>
              </a:xfrm>
              <a:prstGeom prst="line">
                <a:avLst/>
              </a:prstGeom>
              <a:noFill/>
              <a:ln w="25400" cap="flat">
                <a:solidFill>
                  <a:schemeClr val="accent6"/>
                </a:solidFill>
                <a:prstDash val="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92B90235-D44C-4241-9F3B-5ED9826F1A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72692" y="4931077"/>
                <a:ext cx="27309" cy="1441691"/>
              </a:xfrm>
              <a:prstGeom prst="line">
                <a:avLst/>
              </a:prstGeom>
              <a:noFill/>
              <a:ln w="25400" cap="flat">
                <a:solidFill>
                  <a:schemeClr val="accent6"/>
                </a:solidFill>
                <a:prstDash val="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EF379131-0B5D-7E42-81E8-8B7F8C4415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47129" y="4630027"/>
                <a:ext cx="3097" cy="1742812"/>
              </a:xfrm>
              <a:prstGeom prst="line">
                <a:avLst/>
              </a:prstGeom>
              <a:noFill/>
              <a:ln w="25400" cap="flat">
                <a:solidFill>
                  <a:schemeClr val="accent6"/>
                </a:solidFill>
                <a:prstDash val="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011CDCCC-9406-524F-A70C-88756D79FE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26891" y="5865783"/>
                <a:ext cx="427062" cy="1"/>
              </a:xfrm>
              <a:prstGeom prst="line">
                <a:avLst/>
              </a:prstGeom>
              <a:noFill/>
              <a:ln w="25400" cap="flat">
                <a:solidFill>
                  <a:schemeClr val="accent4">
                    <a:lumMod val="75000"/>
                  </a:schemeClr>
                </a:solidFill>
                <a:prstDash val="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564F9D90-539A-B447-97AE-C12FF034F0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78934" y="5524979"/>
                <a:ext cx="741424" cy="3698"/>
              </a:xfrm>
              <a:prstGeom prst="line">
                <a:avLst/>
              </a:prstGeom>
              <a:noFill/>
              <a:ln w="25400" cap="flat">
                <a:solidFill>
                  <a:schemeClr val="accent4">
                    <a:lumMod val="75000"/>
                  </a:schemeClr>
                </a:solidFill>
                <a:prstDash val="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EFCD34F8-0F70-2142-8F87-C32616257A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89939" y="5225062"/>
                <a:ext cx="1040987" cy="22982"/>
              </a:xfrm>
              <a:prstGeom prst="line">
                <a:avLst/>
              </a:prstGeom>
              <a:noFill/>
              <a:ln w="25400" cap="flat">
                <a:solidFill>
                  <a:schemeClr val="accent4">
                    <a:lumMod val="75000"/>
                  </a:schemeClr>
                </a:solidFill>
                <a:prstDash val="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D7318162-6303-1149-8543-3ABAA80534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96077" y="4942398"/>
                <a:ext cx="1173405" cy="4167"/>
              </a:xfrm>
              <a:prstGeom prst="line">
                <a:avLst/>
              </a:prstGeom>
              <a:noFill/>
              <a:ln w="25400" cap="flat">
                <a:solidFill>
                  <a:schemeClr val="accent4">
                    <a:lumMod val="75000"/>
                  </a:schemeClr>
                </a:solidFill>
                <a:prstDash val="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66501083-1C7F-A648-A4AE-7E4F41F89E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10386" y="4641583"/>
                <a:ext cx="1404305" cy="0"/>
              </a:xfrm>
              <a:prstGeom prst="line">
                <a:avLst/>
              </a:prstGeom>
              <a:noFill/>
              <a:ln w="25400" cap="flat">
                <a:solidFill>
                  <a:schemeClr val="accent4">
                    <a:lumMod val="75000"/>
                  </a:schemeClr>
                </a:solidFill>
                <a:prstDash val="dash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0EC7640-3F44-C042-A9EB-A5619624CE05}"/>
                </a:ext>
              </a:extLst>
            </p:cNvPr>
            <p:cNvGrpSpPr/>
            <p:nvPr/>
          </p:nvGrpSpPr>
          <p:grpSpPr>
            <a:xfrm>
              <a:off x="3652243" y="6354148"/>
              <a:ext cx="1260386" cy="387609"/>
              <a:chOff x="3652243" y="6354148"/>
              <a:chExt cx="1260386" cy="387609"/>
            </a:xfrm>
          </p:grpSpPr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68D5AA18-C3BF-034F-A64A-B660C380A9B8}"/>
                  </a:ext>
                </a:extLst>
              </p:cNvPr>
              <p:cNvSpPr txBox="1"/>
              <p:nvPr/>
            </p:nvSpPr>
            <p:spPr>
              <a:xfrm>
                <a:off x="3652243" y="6354149"/>
                <a:ext cx="245082" cy="2762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C75101D1-F3AA-D244-8B4E-C22677B8F500}"/>
                  </a:ext>
                </a:extLst>
              </p:cNvPr>
              <p:cNvSpPr txBox="1"/>
              <p:nvPr/>
            </p:nvSpPr>
            <p:spPr>
              <a:xfrm>
                <a:off x="3906160" y="6376611"/>
                <a:ext cx="245082" cy="2762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4CFBEDA8-56DA-8F4E-BD79-37990380BEDB}"/>
                  </a:ext>
                </a:extLst>
              </p:cNvPr>
              <p:cNvSpPr txBox="1"/>
              <p:nvPr/>
            </p:nvSpPr>
            <p:spPr>
              <a:xfrm>
                <a:off x="4159144" y="6372768"/>
                <a:ext cx="245082" cy="2762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9A3C3295-625F-B545-AA84-66EF27E82CDA}"/>
                  </a:ext>
                </a:extLst>
              </p:cNvPr>
              <p:cNvSpPr txBox="1"/>
              <p:nvPr/>
            </p:nvSpPr>
            <p:spPr>
              <a:xfrm>
                <a:off x="4403877" y="6368250"/>
                <a:ext cx="245082" cy="2762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2085B8C-A148-2C43-BD32-7C68FE400DE0}"/>
                  </a:ext>
                </a:extLst>
              </p:cNvPr>
              <p:cNvSpPr txBox="1"/>
              <p:nvPr/>
            </p:nvSpPr>
            <p:spPr>
              <a:xfrm>
                <a:off x="4667547" y="6354148"/>
                <a:ext cx="245082" cy="2762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B3EDECB4-52E6-5549-AF0D-89D4F109C503}"/>
                      </a:ext>
                    </a:extLst>
                  </p:cNvPr>
                  <p:cNvSpPr txBox="1"/>
                  <p:nvPr/>
                </p:nvSpPr>
                <p:spPr>
                  <a:xfrm>
                    <a:off x="3771155" y="6552270"/>
                    <a:ext cx="255839" cy="16927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∆</m:t>
                          </m:r>
                          <m:sSub>
                            <m:sSubPr>
                              <m:ctrlP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1100" b="0" i="0" u="none" strike="noStrike" cap="none" spc="0" normalizeH="0" baseline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B3EDECB4-52E6-5549-AF0D-89D4F109C5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1155" y="6552270"/>
                    <a:ext cx="255839" cy="16927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9524" r="-4762" b="-21429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AFFE4FB1-24DD-A644-9F05-27A795EBAE22}"/>
                      </a:ext>
                    </a:extLst>
                  </p:cNvPr>
                  <p:cNvSpPr txBox="1"/>
                  <p:nvPr/>
                </p:nvSpPr>
                <p:spPr>
                  <a:xfrm>
                    <a:off x="4071817" y="6564392"/>
                    <a:ext cx="259109" cy="16927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∆</m:t>
                          </m:r>
                          <m:sSub>
                            <m:sSubPr>
                              <m:ctrlP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1100" b="0" i="0" u="none" strike="noStrike" cap="none" spc="0" normalizeH="0" baseline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</mc:Choice>
            <mc:Fallback xmlns=""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AFFE4FB1-24DD-A644-9F05-27A795EBAE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71817" y="6564392"/>
                    <a:ext cx="259109" cy="1692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4286" r="-4762" b="-21429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24079DC1-62D1-484B-8FFF-060AB0074773}"/>
                      </a:ext>
                    </a:extLst>
                  </p:cNvPr>
                  <p:cNvSpPr txBox="1"/>
                  <p:nvPr/>
                </p:nvSpPr>
                <p:spPr>
                  <a:xfrm>
                    <a:off x="4316568" y="6567916"/>
                    <a:ext cx="259109" cy="16927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∆</m:t>
                          </m:r>
                          <m:sSub>
                            <m:sSubPr>
                              <m:ctrlP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1100" b="0" i="0" u="none" strike="noStrike" cap="none" spc="0" normalizeH="0" baseline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</mc:Choice>
            <mc:Fallback xmlns=""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24079DC1-62D1-484B-8FFF-060AB00747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16568" y="6567916"/>
                    <a:ext cx="259109" cy="1692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4286" r="-4762" b="-2000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3FB6FBF9-BB5E-8445-83B4-22E687D6F557}"/>
                      </a:ext>
                    </a:extLst>
                  </p:cNvPr>
                  <p:cNvSpPr txBox="1"/>
                  <p:nvPr/>
                </p:nvSpPr>
                <p:spPr>
                  <a:xfrm>
                    <a:off x="4597672" y="6576391"/>
                    <a:ext cx="234038" cy="16536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∆</m:t>
                          </m:r>
                          <m:r>
                            <a:rPr kumimoji="0" lang="en-US" sz="11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𝐿</m:t>
                          </m:r>
                          <m:r>
                            <a:rPr kumimoji="0" lang="en-US" sz="1100" b="0" i="1" u="none" strike="noStrike" cap="none" spc="0" normalizeH="0" baseline="-2500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oMath>
                      </m:oMathPara>
                    </a14:m>
                    <a:endParaRPr kumimoji="0" lang="en-US" sz="1100" b="0" i="0" u="none" strike="noStrike" cap="none" spc="0" normalizeH="0" baseline="-2500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</mc:Choice>
            <mc:Fallback xmlns=""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3FB6FBF9-BB5E-8445-83B4-22E687D6F5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7672" y="6576391"/>
                    <a:ext cx="234038" cy="1653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5000" r="-5000" b="-14286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7A4B6AB-413B-BA46-8AC9-17DE146460D5}"/>
                </a:ext>
              </a:extLst>
            </p:cNvPr>
            <p:cNvGrpSpPr/>
            <p:nvPr/>
          </p:nvGrpSpPr>
          <p:grpSpPr>
            <a:xfrm>
              <a:off x="2894605" y="4483136"/>
              <a:ext cx="469426" cy="1487134"/>
              <a:chOff x="2881457" y="4483333"/>
              <a:chExt cx="469426" cy="148713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04846EB5-FCB2-2540-997C-8BA9D60EA9DB}"/>
                      </a:ext>
                    </a:extLst>
                  </p:cNvPr>
                  <p:cNvSpPr txBox="1"/>
                  <p:nvPr/>
                </p:nvSpPr>
                <p:spPr>
                  <a:xfrm>
                    <a:off x="2894920" y="5294381"/>
                    <a:ext cx="270266" cy="16927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1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∆</m:t>
                          </m:r>
                          <m:sSub>
                            <m:sSubPr>
                              <m:ctrlP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𝐾</m:t>
                              </m:r>
                            </m:e>
                            <m:sub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1100" b="0" i="0" u="none" strike="noStrike" cap="none" spc="0" normalizeH="0" baseline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</mc:Choice>
            <mc:Fallback xmlns=""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04846EB5-FCB2-2540-997C-8BA9D60EA9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4920" y="5294381"/>
                    <a:ext cx="270266" cy="1692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9091" r="-4545" b="-21429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D738838F-0D2B-B645-A01F-3E768BEBDE09}"/>
                  </a:ext>
                </a:extLst>
              </p:cNvPr>
              <p:cNvGrpSpPr/>
              <p:nvPr/>
            </p:nvGrpSpPr>
            <p:grpSpPr>
              <a:xfrm>
                <a:off x="2881457" y="4483333"/>
                <a:ext cx="469426" cy="1487134"/>
                <a:chOff x="2881457" y="4483333"/>
                <a:chExt cx="469426" cy="1487134"/>
              </a:xfrm>
            </p:grpSpPr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4A9BD959-FA0E-F549-AE5D-6F232E9D43FF}"/>
                    </a:ext>
                  </a:extLst>
                </p:cNvPr>
                <p:cNvSpPr txBox="1"/>
                <p:nvPr/>
              </p:nvSpPr>
              <p:spPr>
                <a:xfrm>
                  <a:off x="3068750" y="5693470"/>
                  <a:ext cx="270266" cy="27699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1DED0976-26FF-C547-B28A-E249AC04E20E}"/>
                    </a:ext>
                  </a:extLst>
                </p:cNvPr>
                <p:cNvSpPr txBox="1"/>
                <p:nvPr/>
              </p:nvSpPr>
              <p:spPr>
                <a:xfrm>
                  <a:off x="3040157" y="5386511"/>
                  <a:ext cx="270266" cy="27699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B7D89AF1-524B-3F4E-8D14-D4EAFB74C3B7}"/>
                    </a:ext>
                  </a:extLst>
                </p:cNvPr>
                <p:cNvSpPr txBox="1"/>
                <p:nvPr/>
              </p:nvSpPr>
              <p:spPr>
                <a:xfrm>
                  <a:off x="3020382" y="5119143"/>
                  <a:ext cx="330501" cy="27699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C5970EBE-CD10-464C-81E3-906F6CD6B085}"/>
                    </a:ext>
                  </a:extLst>
                </p:cNvPr>
                <p:cNvSpPr txBox="1"/>
                <p:nvPr/>
              </p:nvSpPr>
              <p:spPr>
                <a:xfrm>
                  <a:off x="3020444" y="4821485"/>
                  <a:ext cx="309047" cy="27699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32853FA7-224B-E94E-AE39-C8C3D247C839}"/>
                    </a:ext>
                  </a:extLst>
                </p:cNvPr>
                <p:cNvSpPr txBox="1"/>
                <p:nvPr/>
              </p:nvSpPr>
              <p:spPr>
                <a:xfrm>
                  <a:off x="3009407" y="4483333"/>
                  <a:ext cx="270266" cy="27699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K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7" name="TextBox 156">
                      <a:extLst>
                        <a:ext uri="{FF2B5EF4-FFF2-40B4-BE49-F238E27FC236}">
                          <a16:creationId xmlns:a16="http://schemas.microsoft.com/office/drawing/2014/main" id="{8C1BF55D-4F89-894D-B806-AA338389B8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97821" y="5583636"/>
                      <a:ext cx="266996" cy="16927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157" name="TextBox 156">
                      <a:extLst>
                        <a:ext uri="{FF2B5EF4-FFF2-40B4-BE49-F238E27FC236}">
                          <a16:creationId xmlns:a16="http://schemas.microsoft.com/office/drawing/2014/main" id="{8C1BF55D-4F89-894D-B806-AA338389B81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97821" y="5583636"/>
                      <a:ext cx="266996" cy="16927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9091" r="-4545" b="-21429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9" name="TextBox 158">
                      <a:extLst>
                        <a:ext uri="{FF2B5EF4-FFF2-40B4-BE49-F238E27FC236}">
                          <a16:creationId xmlns:a16="http://schemas.microsoft.com/office/drawing/2014/main" id="{D014B27E-68E0-8640-8905-45621B3BF46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81457" y="4992402"/>
                      <a:ext cx="270266" cy="16927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159" name="TextBox 158">
                      <a:extLst>
                        <a:ext uri="{FF2B5EF4-FFF2-40B4-BE49-F238E27FC236}">
                          <a16:creationId xmlns:a16="http://schemas.microsoft.com/office/drawing/2014/main" id="{D014B27E-68E0-8640-8905-45621B3BF46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81457" y="4992402"/>
                      <a:ext cx="270266" cy="16927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9091" r="-4545" b="-21429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0" name="TextBox 159">
                      <a:extLst>
                        <a:ext uri="{FF2B5EF4-FFF2-40B4-BE49-F238E27FC236}">
                          <a16:creationId xmlns:a16="http://schemas.microsoft.com/office/drawing/2014/main" id="{F4EB592C-1AF3-4D4C-A9FC-AF09C93BDE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17286" y="4701581"/>
                      <a:ext cx="270266" cy="16927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160" name="TextBox 159">
                      <a:extLst>
                        <a:ext uri="{FF2B5EF4-FFF2-40B4-BE49-F238E27FC236}">
                          <a16:creationId xmlns:a16="http://schemas.microsoft.com/office/drawing/2014/main" id="{F4EB592C-1AF3-4D4C-A9FC-AF09C93BDE0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17286" y="4701581"/>
                      <a:ext cx="270266" cy="16927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9091" r="-4545" b="-13333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7E6A6-6299-8B41-8D2F-59C458277FEE}"/>
              </a:ext>
            </a:extLst>
          </p:cNvPr>
          <p:cNvCxnSpPr>
            <a:cxnSpLocks/>
          </p:cNvCxnSpPr>
          <p:nvPr/>
        </p:nvCxnSpPr>
        <p:spPr>
          <a:xfrm flipV="1">
            <a:off x="917187" y="1165141"/>
            <a:ext cx="1753270" cy="2329296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F4D90A1-2886-CD44-815F-7F4E7366F278}"/>
              </a:ext>
            </a:extLst>
          </p:cNvPr>
          <p:cNvGrpSpPr/>
          <p:nvPr/>
        </p:nvGrpSpPr>
        <p:grpSpPr>
          <a:xfrm>
            <a:off x="1203396" y="1000939"/>
            <a:ext cx="6259984" cy="2224779"/>
            <a:chOff x="1203396" y="1000939"/>
            <a:chExt cx="6259984" cy="2224779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DA5498B-E5F6-E04A-AE54-34B132C04F42}"/>
                </a:ext>
              </a:extLst>
            </p:cNvPr>
            <p:cNvGrpSpPr/>
            <p:nvPr/>
          </p:nvGrpSpPr>
          <p:grpSpPr>
            <a:xfrm>
              <a:off x="5605503" y="1000939"/>
              <a:ext cx="1857877" cy="2224779"/>
              <a:chOff x="5605503" y="1000939"/>
              <a:chExt cx="1857877" cy="2224779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D9E56AB-95C9-E14F-BD55-3A876D15A250}"/>
                  </a:ext>
                </a:extLst>
              </p:cNvPr>
              <p:cNvSpPr txBox="1"/>
              <p:nvPr/>
            </p:nvSpPr>
            <p:spPr>
              <a:xfrm>
                <a:off x="5711289" y="2948721"/>
                <a:ext cx="267578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2B94A86-C2F8-124E-9C05-3AE7E9183532}"/>
                  </a:ext>
                </a:extLst>
              </p:cNvPr>
              <p:cNvSpPr txBox="1"/>
              <p:nvPr/>
            </p:nvSpPr>
            <p:spPr>
              <a:xfrm>
                <a:off x="5855440" y="2776887"/>
                <a:ext cx="267579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3795358-403B-CD49-9501-D4387A39DAB6}"/>
                  </a:ext>
                </a:extLst>
              </p:cNvPr>
              <p:cNvSpPr txBox="1"/>
              <p:nvPr/>
            </p:nvSpPr>
            <p:spPr>
              <a:xfrm>
                <a:off x="6138490" y="2407209"/>
                <a:ext cx="292014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0CB3069-FA71-7341-BD48-7B6B248B118D}"/>
                  </a:ext>
                </a:extLst>
              </p:cNvPr>
              <p:cNvSpPr txBox="1"/>
              <p:nvPr/>
            </p:nvSpPr>
            <p:spPr>
              <a:xfrm>
                <a:off x="6601411" y="1767219"/>
                <a:ext cx="271694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C3C2E26-C63F-DA4F-B1CC-0256DD19291D}"/>
                  </a:ext>
                </a:extLst>
              </p:cNvPr>
              <p:cNvSpPr txBox="1"/>
              <p:nvPr/>
            </p:nvSpPr>
            <p:spPr>
              <a:xfrm>
                <a:off x="7220428" y="1038715"/>
                <a:ext cx="242952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62AEC29C-EE3A-B34D-91C4-CC0FA1799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5503" y="2892643"/>
                <a:ext cx="149484" cy="17627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0C558A70-CE0A-2A45-BC9E-FECE7D4290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42544" y="2732324"/>
                <a:ext cx="149484" cy="17627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EFE177F8-2E1E-C94E-8D82-F2A0E35C45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0284" y="2357838"/>
                <a:ext cx="149484" cy="17627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4E4C9686-427B-0B43-9CC9-4FD305F6BE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5242" y="1767947"/>
                <a:ext cx="149484" cy="17627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C21079F2-3733-BB45-939A-693EB21A14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93075" y="1000939"/>
                <a:ext cx="149484" cy="17627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FC4BA34-875C-CD41-B58E-89209E3C4B58}"/>
                </a:ext>
              </a:extLst>
            </p:cNvPr>
            <p:cNvGrpSpPr/>
            <p:nvPr/>
          </p:nvGrpSpPr>
          <p:grpSpPr>
            <a:xfrm>
              <a:off x="1203396" y="1652636"/>
              <a:ext cx="1328907" cy="1561941"/>
              <a:chOff x="1203396" y="1652636"/>
              <a:chExt cx="1328907" cy="1561941"/>
            </a:xfrm>
          </p:grpSpPr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B23BED89-9169-684C-937D-D28BB101C7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03396" y="2900975"/>
                <a:ext cx="149484" cy="17627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58390297-F2F6-2F43-AEC9-91E26C53E9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7529" y="2357838"/>
                <a:ext cx="106799" cy="13112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F606A737-787C-764F-99A5-72B03D8779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8144" y="1990305"/>
                <a:ext cx="149484" cy="17627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50C8EB47-F526-504C-B0A6-20069C1E2E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82809" y="1778334"/>
                <a:ext cx="149484" cy="17627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6D09E45F-DDAC-9E47-B0BF-5097FF03F4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6957" y="1652636"/>
                <a:ext cx="149484" cy="17627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C3FFD70-ED32-7C4F-B956-829AAFF7D22D}"/>
                  </a:ext>
                </a:extLst>
              </p:cNvPr>
              <p:cNvSpPr txBox="1"/>
              <p:nvPr/>
            </p:nvSpPr>
            <p:spPr>
              <a:xfrm>
                <a:off x="1298318" y="2939923"/>
                <a:ext cx="299592" cy="2746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9D60314-EB30-A242-ACAA-6909B145B177}"/>
                  </a:ext>
                </a:extLst>
              </p:cNvPr>
              <p:cNvSpPr txBox="1"/>
              <p:nvPr/>
            </p:nvSpPr>
            <p:spPr>
              <a:xfrm>
                <a:off x="1712127" y="2383547"/>
                <a:ext cx="263570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1525C7C-33DC-E54C-850D-1C68EAA4B915}"/>
                  </a:ext>
                </a:extLst>
              </p:cNvPr>
              <p:cNvSpPr txBox="1"/>
              <p:nvPr/>
            </p:nvSpPr>
            <p:spPr>
              <a:xfrm>
                <a:off x="2005132" y="2056018"/>
                <a:ext cx="291447" cy="27998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644D558-8651-A340-829E-7C140BC7C5E2}"/>
                  </a:ext>
                </a:extLst>
              </p:cNvPr>
              <p:cNvSpPr txBox="1"/>
              <p:nvPr/>
            </p:nvSpPr>
            <p:spPr>
              <a:xfrm>
                <a:off x="2180653" y="1822821"/>
                <a:ext cx="264945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02023FF-925D-2846-ACDE-58BA86EA023D}"/>
                  </a:ext>
                </a:extLst>
              </p:cNvPr>
              <p:cNvSpPr txBox="1"/>
              <p:nvPr/>
            </p:nvSpPr>
            <p:spPr>
              <a:xfrm>
                <a:off x="2253491" y="1680579"/>
                <a:ext cx="278812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2A6EB49-80D3-EF44-BA79-8DB109EB79DC}"/>
              </a:ext>
            </a:extLst>
          </p:cNvPr>
          <p:cNvGrpSpPr/>
          <p:nvPr/>
        </p:nvGrpSpPr>
        <p:grpSpPr>
          <a:xfrm>
            <a:off x="435517" y="949496"/>
            <a:ext cx="6900112" cy="2939423"/>
            <a:chOff x="435517" y="949496"/>
            <a:chExt cx="6900112" cy="2939423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A9EDC8A-9337-6042-9654-B4371D1004F4}"/>
                </a:ext>
              </a:extLst>
            </p:cNvPr>
            <p:cNvGrpSpPr/>
            <p:nvPr/>
          </p:nvGrpSpPr>
          <p:grpSpPr>
            <a:xfrm>
              <a:off x="435517" y="1538118"/>
              <a:ext cx="2013113" cy="2350801"/>
              <a:chOff x="435517" y="1538118"/>
              <a:chExt cx="2013113" cy="2350801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DB83BC6B-8B93-8A4E-B454-ED942A0E0738}"/>
                  </a:ext>
                </a:extLst>
              </p:cNvPr>
              <p:cNvGrpSpPr/>
              <p:nvPr/>
            </p:nvGrpSpPr>
            <p:grpSpPr>
              <a:xfrm>
                <a:off x="900580" y="1735254"/>
                <a:ext cx="1354935" cy="1786223"/>
                <a:chOff x="900580" y="1735254"/>
                <a:chExt cx="1354935" cy="1786223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5F1B0A74-3856-7D49-940D-A5F40BE6C4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8047" y="3033772"/>
                  <a:ext cx="0" cy="457200"/>
                </a:xfrm>
                <a:prstGeom prst="line">
                  <a:avLst/>
                </a:prstGeom>
                <a:noFill/>
                <a:ln w="25400" cap="flat">
                  <a:solidFill>
                    <a:schemeClr val="accent6"/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4D2B8CCC-C57B-F746-8FF5-7F533E6932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29889" y="2458245"/>
                  <a:ext cx="4533" cy="1046018"/>
                </a:xfrm>
                <a:prstGeom prst="line">
                  <a:avLst/>
                </a:prstGeom>
                <a:noFill/>
                <a:ln w="25400" cap="flat">
                  <a:solidFill>
                    <a:schemeClr val="accent6"/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7740E8B4-2323-964D-8380-07CC53207114}"/>
                    </a:ext>
                  </a:extLst>
                </p:cNvPr>
                <p:cNvCxnSpPr>
                  <a:cxnSpLocks/>
                  <a:endCxn id="175" idx="0"/>
                </p:cNvCxnSpPr>
                <p:nvPr/>
              </p:nvCxnSpPr>
              <p:spPr>
                <a:xfrm>
                  <a:off x="2012852" y="2093630"/>
                  <a:ext cx="4931" cy="1420797"/>
                </a:xfrm>
                <a:prstGeom prst="line">
                  <a:avLst/>
                </a:prstGeom>
                <a:noFill/>
                <a:ln w="25400" cap="flat">
                  <a:solidFill>
                    <a:schemeClr val="accent6"/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A764505C-1618-A549-8FD7-9802BAA8D6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60115" y="1866471"/>
                  <a:ext cx="0" cy="1632768"/>
                </a:xfrm>
                <a:prstGeom prst="line">
                  <a:avLst/>
                </a:prstGeom>
                <a:noFill/>
                <a:ln w="25400" cap="flat">
                  <a:solidFill>
                    <a:schemeClr val="accent6"/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49F8EAAE-BE2E-A947-9357-47000FC451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36557" y="1735254"/>
                  <a:ext cx="18958" cy="1786223"/>
                </a:xfrm>
                <a:prstGeom prst="line">
                  <a:avLst/>
                </a:prstGeom>
                <a:noFill/>
                <a:ln w="25400" cap="flat">
                  <a:solidFill>
                    <a:schemeClr val="accent6"/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D1CB1226-A834-4E4F-BA78-9C415BF012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1611" y="3001592"/>
                  <a:ext cx="356527" cy="0"/>
                </a:xfrm>
                <a:prstGeom prst="line">
                  <a:avLst/>
                </a:prstGeom>
                <a:noFill/>
                <a:ln w="25400" cap="flat">
                  <a:solidFill>
                    <a:schemeClr val="accent4">
                      <a:lumMod val="75000"/>
                    </a:schemeClr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25674C6A-3A02-394B-8F43-F7EEAEFBAB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0580" y="2439897"/>
                  <a:ext cx="872809" cy="10720"/>
                </a:xfrm>
                <a:prstGeom prst="line">
                  <a:avLst/>
                </a:prstGeom>
                <a:noFill/>
                <a:ln w="25400" cap="flat">
                  <a:solidFill>
                    <a:schemeClr val="accent4">
                      <a:lumMod val="75000"/>
                    </a:schemeClr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2D5659F3-93F2-B24E-9AEF-63BD886E5B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25531" y="2067337"/>
                  <a:ext cx="1033026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4">
                      <a:lumMod val="75000"/>
                    </a:schemeClr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FD40AB39-791C-CF4B-A013-5713F9B65A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04529" y="1876921"/>
                  <a:ext cx="1253022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4">
                      <a:lumMod val="75000"/>
                    </a:schemeClr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8BC5A520-8C8F-F447-A5C7-0B4723132B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952" y="1737709"/>
                  <a:ext cx="1335400" cy="0"/>
                </a:xfrm>
                <a:prstGeom prst="line">
                  <a:avLst/>
                </a:prstGeom>
                <a:noFill/>
                <a:ln w="25400" cap="flat">
                  <a:solidFill>
                    <a:schemeClr val="accent4">
                      <a:lumMod val="75000"/>
                    </a:schemeClr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722646B6-E875-8745-A19B-C353A5DA72A4}"/>
                  </a:ext>
                </a:extLst>
              </p:cNvPr>
              <p:cNvGrpSpPr/>
              <p:nvPr/>
            </p:nvGrpSpPr>
            <p:grpSpPr>
              <a:xfrm>
                <a:off x="435517" y="1538118"/>
                <a:ext cx="498192" cy="1566771"/>
                <a:chOff x="2825535" y="4486104"/>
                <a:chExt cx="498192" cy="156677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2" name="TextBox 161">
                      <a:extLst>
                        <a:ext uri="{FF2B5EF4-FFF2-40B4-BE49-F238E27FC236}">
                          <a16:creationId xmlns:a16="http://schemas.microsoft.com/office/drawing/2014/main" id="{587485E5-C0A0-C946-8CCA-C42D87FEF1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39420" y="5121918"/>
                      <a:ext cx="270266" cy="16927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162" name="TextBox 161">
                      <a:extLst>
                        <a:ext uri="{FF2B5EF4-FFF2-40B4-BE49-F238E27FC236}">
                          <a16:creationId xmlns:a16="http://schemas.microsoft.com/office/drawing/2014/main" id="{587485E5-C0A0-C946-8CCA-C42D87FEF12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39420" y="5121918"/>
                      <a:ext cx="270266" cy="16927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9091" r="-4545" b="-21429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34E93C7A-B0DE-2D4C-A300-EC0CC455354C}"/>
                    </a:ext>
                  </a:extLst>
                </p:cNvPr>
                <p:cNvGrpSpPr/>
                <p:nvPr/>
              </p:nvGrpSpPr>
              <p:grpSpPr>
                <a:xfrm>
                  <a:off x="2825535" y="4486104"/>
                  <a:ext cx="498192" cy="1566771"/>
                  <a:chOff x="2825535" y="4486104"/>
                  <a:chExt cx="498192" cy="1566771"/>
                </a:xfrm>
              </p:grpSpPr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C6BE5B56-6CBF-A24E-9620-B3A714E41F0E}"/>
                      </a:ext>
                    </a:extLst>
                  </p:cNvPr>
                  <p:cNvSpPr txBox="1"/>
                  <p:nvPr/>
                </p:nvSpPr>
                <p:spPr>
                  <a:xfrm>
                    <a:off x="3037115" y="5775878"/>
                    <a:ext cx="265169" cy="27699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K</a:t>
                    </a:r>
                    <a:r>
                      <a:rPr lang="en-US" sz="12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kumimoji="0" lang="en-US" sz="1200" b="0" i="0" u="none" strike="noStrike" cap="none" spc="0" normalizeH="0" baseline="-25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165" name="TextBox 164">
                    <a:extLst>
                      <a:ext uri="{FF2B5EF4-FFF2-40B4-BE49-F238E27FC236}">
                        <a16:creationId xmlns:a16="http://schemas.microsoft.com/office/drawing/2014/main" id="{FCB07FF2-C8B8-184E-BCAF-9A5EC00BC350}"/>
                      </a:ext>
                    </a:extLst>
                  </p:cNvPr>
                  <p:cNvSpPr txBox="1"/>
                  <p:nvPr/>
                </p:nvSpPr>
                <p:spPr>
                  <a:xfrm>
                    <a:off x="3027075" y="5277775"/>
                    <a:ext cx="296652" cy="27699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K</a:t>
                    </a:r>
                    <a:r>
                      <a:rPr lang="en-US" sz="12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kumimoji="0" lang="en-US" sz="12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166" name="TextBox 165">
                    <a:extLst>
                      <a:ext uri="{FF2B5EF4-FFF2-40B4-BE49-F238E27FC236}">
                        <a16:creationId xmlns:a16="http://schemas.microsoft.com/office/drawing/2014/main" id="{3C6C395D-60A7-9F4C-9B94-FA353AF7B17D}"/>
                      </a:ext>
                    </a:extLst>
                  </p:cNvPr>
                  <p:cNvSpPr txBox="1"/>
                  <p:nvPr/>
                </p:nvSpPr>
                <p:spPr>
                  <a:xfrm>
                    <a:off x="3037362" y="4863904"/>
                    <a:ext cx="266105" cy="27699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K</a:t>
                    </a:r>
                    <a:r>
                      <a:rPr lang="en-US" sz="12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kumimoji="0" lang="en-US" sz="12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B96461F1-9218-4343-9766-5F95F116DB07}"/>
                      </a:ext>
                    </a:extLst>
                  </p:cNvPr>
                  <p:cNvSpPr txBox="1"/>
                  <p:nvPr/>
                </p:nvSpPr>
                <p:spPr>
                  <a:xfrm>
                    <a:off x="3032762" y="4675958"/>
                    <a:ext cx="259903" cy="27699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K</a:t>
                    </a:r>
                    <a:r>
                      <a:rPr lang="en-US" sz="12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kumimoji="0" lang="en-US" sz="12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21D6365C-5863-8F49-B380-5E504953C808}"/>
                      </a:ext>
                    </a:extLst>
                  </p:cNvPr>
                  <p:cNvSpPr txBox="1"/>
                  <p:nvPr/>
                </p:nvSpPr>
                <p:spPr>
                  <a:xfrm>
                    <a:off x="3045487" y="4486104"/>
                    <a:ext cx="272231" cy="27699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K</a:t>
                    </a:r>
                    <a:r>
                      <a:rPr lang="en-US" sz="12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kumimoji="0" lang="en-US" sz="12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9" name="TextBox 168">
                        <a:extLst>
                          <a:ext uri="{FF2B5EF4-FFF2-40B4-BE49-F238E27FC236}">
                            <a16:creationId xmlns:a16="http://schemas.microsoft.com/office/drawing/2014/main" id="{084429B9-1AE4-C542-9A0B-F0767BFEEEA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49049" y="5591546"/>
                        <a:ext cx="266996" cy="169277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none" lIns="0" tIns="0" rIns="0" bIns="0" numCol="1" spcCol="38100" rtlCol="0" anchor="t">
                        <a:spAutoFit/>
                      </a:bodyPr>
                      <a:lstStyle/>
                      <a:p>
                        <a:pPr marL="0" marR="0" indent="0" algn="l" defTabSz="914400" rtl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libri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9" name="TextBox 168">
                        <a:extLst>
                          <a:ext uri="{FF2B5EF4-FFF2-40B4-BE49-F238E27FC236}">
                            <a16:creationId xmlns:a16="http://schemas.microsoft.com/office/drawing/2014/main" id="{084429B9-1AE4-C542-9A0B-F0767BFEEEA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49049" y="5591546"/>
                        <a:ext cx="266996" cy="169277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l="-9091" r="-4545" b="-21429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0" name="TextBox 169">
                        <a:extLst>
                          <a:ext uri="{FF2B5EF4-FFF2-40B4-BE49-F238E27FC236}">
                            <a16:creationId xmlns:a16="http://schemas.microsoft.com/office/drawing/2014/main" id="{32C064F9-4FC1-B343-A721-0B0534A3176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25535" y="4776897"/>
                        <a:ext cx="270266" cy="169277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none" lIns="0" tIns="0" rIns="0" bIns="0" numCol="1" spcCol="38100" rtlCol="0" anchor="t">
                        <a:spAutoFit/>
                      </a:bodyPr>
                      <a:lstStyle/>
                      <a:p>
                        <a:pPr marL="0" marR="0" indent="0" algn="l" defTabSz="914400" rtl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libri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70" name="TextBox 169">
                        <a:extLst>
                          <a:ext uri="{FF2B5EF4-FFF2-40B4-BE49-F238E27FC236}">
                            <a16:creationId xmlns:a16="http://schemas.microsoft.com/office/drawing/2014/main" id="{32C064F9-4FC1-B343-A721-0B0534A3176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25535" y="4776897"/>
                        <a:ext cx="270266" cy="169277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 l="-9091" r="-4545" b="-14286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1" name="TextBox 170">
                        <a:extLst>
                          <a:ext uri="{FF2B5EF4-FFF2-40B4-BE49-F238E27FC236}">
                            <a16:creationId xmlns:a16="http://schemas.microsoft.com/office/drawing/2014/main" id="{5FA86C52-35F2-554F-8675-1F3E19FF7B7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39420" y="4607620"/>
                        <a:ext cx="270266" cy="169277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none" lIns="0" tIns="0" rIns="0" bIns="0" numCol="1" spcCol="38100" rtlCol="0" anchor="t">
                        <a:spAutoFit/>
                      </a:bodyPr>
                      <a:lstStyle/>
                      <a:p>
                        <a:pPr marL="0" marR="0" indent="0" algn="l" defTabSz="914400" rtl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libri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71" name="TextBox 170">
                        <a:extLst>
                          <a:ext uri="{FF2B5EF4-FFF2-40B4-BE49-F238E27FC236}">
                            <a16:creationId xmlns:a16="http://schemas.microsoft.com/office/drawing/2014/main" id="{5FA86C52-35F2-554F-8675-1F3E19FF7B7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39420" y="4607620"/>
                        <a:ext cx="270266" cy="169277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l="-9091" r="-4545" b="-21429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35B44B44-5C89-2443-BB76-7CF1B9D46D20}"/>
                  </a:ext>
                </a:extLst>
              </p:cNvPr>
              <p:cNvGrpSpPr/>
              <p:nvPr/>
            </p:nvGrpSpPr>
            <p:grpSpPr>
              <a:xfrm>
                <a:off x="1208147" y="3481584"/>
                <a:ext cx="1240483" cy="407335"/>
                <a:chOff x="3505160" y="6355902"/>
                <a:chExt cx="1240483" cy="407335"/>
              </a:xfrm>
            </p:grpSpPr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C7DE4527-306F-4143-9961-2AF2EB7F1BA8}"/>
                    </a:ext>
                  </a:extLst>
                </p:cNvPr>
                <p:cNvSpPr txBox="1"/>
                <p:nvPr/>
              </p:nvSpPr>
              <p:spPr>
                <a:xfrm>
                  <a:off x="3505160" y="6370424"/>
                  <a:ext cx="245082" cy="27626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964919F6-74DC-8E49-940F-DD79F5AE02F4}"/>
                    </a:ext>
                  </a:extLst>
                </p:cNvPr>
                <p:cNvSpPr txBox="1"/>
                <p:nvPr/>
              </p:nvSpPr>
              <p:spPr>
                <a:xfrm>
                  <a:off x="3938832" y="6355902"/>
                  <a:ext cx="245082" cy="27626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E65CF6A6-0B86-A341-95AB-088FF5DFB3CB}"/>
                    </a:ext>
                  </a:extLst>
                </p:cNvPr>
                <p:cNvSpPr txBox="1"/>
                <p:nvPr/>
              </p:nvSpPr>
              <p:spPr>
                <a:xfrm>
                  <a:off x="4192255" y="6388745"/>
                  <a:ext cx="245082" cy="27626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47A1F633-D80F-FA4C-A455-DA28C23185A5}"/>
                    </a:ext>
                  </a:extLst>
                </p:cNvPr>
                <p:cNvSpPr txBox="1"/>
                <p:nvPr/>
              </p:nvSpPr>
              <p:spPr>
                <a:xfrm>
                  <a:off x="4364327" y="6365290"/>
                  <a:ext cx="245082" cy="27626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1F2E9400-8496-D04A-A269-FE88BBF8E64B}"/>
                    </a:ext>
                  </a:extLst>
                </p:cNvPr>
                <p:cNvSpPr txBox="1"/>
                <p:nvPr/>
              </p:nvSpPr>
              <p:spPr>
                <a:xfrm>
                  <a:off x="4500561" y="6365289"/>
                  <a:ext cx="245082" cy="27626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8" name="TextBox 177">
                      <a:extLst>
                        <a:ext uri="{FF2B5EF4-FFF2-40B4-BE49-F238E27FC236}">
                          <a16:creationId xmlns:a16="http://schemas.microsoft.com/office/drawing/2014/main" id="{6803C4AB-BCB6-BA44-9AFF-837AE10188C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78703" y="6570046"/>
                      <a:ext cx="255839" cy="16927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178" name="TextBox 177">
                      <a:extLst>
                        <a:ext uri="{FF2B5EF4-FFF2-40B4-BE49-F238E27FC236}">
                          <a16:creationId xmlns:a16="http://schemas.microsoft.com/office/drawing/2014/main" id="{6803C4AB-BCB6-BA44-9AFF-837AE10188C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78703" y="6570046"/>
                      <a:ext cx="255839" cy="169277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9091" b="-20000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9" name="TextBox 178">
                      <a:extLst>
                        <a:ext uri="{FF2B5EF4-FFF2-40B4-BE49-F238E27FC236}">
                          <a16:creationId xmlns:a16="http://schemas.microsoft.com/office/drawing/2014/main" id="{CABF6AF6-8866-E444-857D-9B1C2923953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22910" y="6565664"/>
                      <a:ext cx="259109" cy="16927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179" name="TextBox 178">
                      <a:extLst>
                        <a:ext uri="{FF2B5EF4-FFF2-40B4-BE49-F238E27FC236}">
                          <a16:creationId xmlns:a16="http://schemas.microsoft.com/office/drawing/2014/main" id="{CABF6AF6-8866-E444-857D-9B1C2923953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22910" y="6565664"/>
                      <a:ext cx="259109" cy="169277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9091" b="-21429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0" name="TextBox 179">
                      <a:extLst>
                        <a:ext uri="{FF2B5EF4-FFF2-40B4-BE49-F238E27FC236}">
                          <a16:creationId xmlns:a16="http://schemas.microsoft.com/office/drawing/2014/main" id="{C2D69936-E829-744D-B814-654250578B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72282" y="6591615"/>
                      <a:ext cx="259109" cy="16927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180" name="TextBox 179">
                      <a:extLst>
                        <a:ext uri="{FF2B5EF4-FFF2-40B4-BE49-F238E27FC236}">
                          <a16:creationId xmlns:a16="http://schemas.microsoft.com/office/drawing/2014/main" id="{C2D69936-E829-744D-B814-654250578B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72282" y="6591615"/>
                      <a:ext cx="259109" cy="169277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9091" b="-13333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1" name="TextBox 180">
                      <a:extLst>
                        <a:ext uri="{FF2B5EF4-FFF2-40B4-BE49-F238E27FC236}">
                          <a16:creationId xmlns:a16="http://schemas.microsoft.com/office/drawing/2014/main" id="{BCC00609-2D29-E348-AEBF-085E7A94A7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92746" y="6597871"/>
                      <a:ext cx="234038" cy="165366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∆</m:t>
                            </m:r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𝐿</m:t>
                            </m:r>
                            <m:r>
                              <a:rPr kumimoji="0" lang="en-US" sz="1100" b="0" i="1" u="none" strike="noStrike" cap="none" spc="0" normalizeH="0" baseline="-2500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4</m:t>
                            </m:r>
                          </m:oMath>
                        </m:oMathPara>
                      </a14:m>
                      <a:endParaRPr kumimoji="0" lang="en-US" sz="1100" b="0" i="0" u="none" strike="noStrike" cap="none" spc="0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181" name="TextBox 180">
                      <a:extLst>
                        <a:ext uri="{FF2B5EF4-FFF2-40B4-BE49-F238E27FC236}">
                          <a16:creationId xmlns:a16="http://schemas.microsoft.com/office/drawing/2014/main" id="{BCC00609-2D29-E348-AEBF-085E7A94A7B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92746" y="6597871"/>
                      <a:ext cx="234038" cy="165366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15000" r="-5000" b="-14286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95FAC15-C0FC-224D-8DE0-72AD4A766BF4}"/>
                </a:ext>
              </a:extLst>
            </p:cNvPr>
            <p:cNvGrpSpPr/>
            <p:nvPr/>
          </p:nvGrpSpPr>
          <p:grpSpPr>
            <a:xfrm>
              <a:off x="4782428" y="949496"/>
              <a:ext cx="2553201" cy="2930034"/>
              <a:chOff x="4795307" y="898996"/>
              <a:chExt cx="2553201" cy="2930034"/>
            </a:xfrm>
          </p:grpSpPr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A94B156F-D410-6F45-9BB9-E4BD1FD623ED}"/>
                  </a:ext>
                </a:extLst>
              </p:cNvPr>
              <p:cNvGrpSpPr/>
              <p:nvPr/>
            </p:nvGrpSpPr>
            <p:grpSpPr>
              <a:xfrm>
                <a:off x="5322140" y="1018401"/>
                <a:ext cx="1878764" cy="2422071"/>
                <a:chOff x="5766100" y="1075038"/>
                <a:chExt cx="1878764" cy="2422071"/>
              </a:xfrm>
            </p:grpSpPr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8B2FAC4E-8787-5643-9F6D-FF38A8091E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8438" y="3019237"/>
                  <a:ext cx="0" cy="457200"/>
                </a:xfrm>
                <a:prstGeom prst="line">
                  <a:avLst/>
                </a:prstGeom>
                <a:noFill/>
                <a:ln w="25400" cap="flat">
                  <a:solidFill>
                    <a:schemeClr val="accent6"/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68F463CF-9A42-1649-A51E-B038322A9C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84336" y="2853026"/>
                  <a:ext cx="0" cy="618873"/>
                </a:xfrm>
                <a:prstGeom prst="line">
                  <a:avLst/>
                </a:prstGeom>
                <a:noFill/>
                <a:ln w="25400" cap="flat">
                  <a:solidFill>
                    <a:schemeClr val="accent6"/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E3D3AFE0-67FA-A745-B31E-0EE366BDBA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1422" y="2475938"/>
                  <a:ext cx="0" cy="987768"/>
                </a:xfrm>
                <a:prstGeom prst="line">
                  <a:avLst/>
                </a:prstGeom>
                <a:noFill/>
                <a:ln w="25400" cap="flat">
                  <a:solidFill>
                    <a:schemeClr val="accent6"/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79E642FD-4FA2-884D-8793-D8D9652953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30601" y="1906612"/>
                  <a:ext cx="22524" cy="1590497"/>
                </a:xfrm>
                <a:prstGeom prst="line">
                  <a:avLst/>
                </a:prstGeom>
                <a:noFill/>
                <a:ln w="25400" cap="flat">
                  <a:solidFill>
                    <a:schemeClr val="accent6"/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DA2B42E0-1BB6-A246-B876-1B9737E4E3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24656" y="1109770"/>
                  <a:ext cx="0" cy="2325367"/>
                </a:xfrm>
                <a:prstGeom prst="line">
                  <a:avLst/>
                </a:prstGeom>
                <a:noFill/>
                <a:ln w="25400" cap="flat">
                  <a:solidFill>
                    <a:schemeClr val="accent6"/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87641CF5-DCF7-0F46-94CD-2837849A36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25218" y="2993732"/>
                  <a:ext cx="342910" cy="1517"/>
                </a:xfrm>
                <a:prstGeom prst="line">
                  <a:avLst/>
                </a:prstGeom>
                <a:noFill/>
                <a:ln w="25400" cap="flat">
                  <a:solidFill>
                    <a:schemeClr val="accent4">
                      <a:lumMod val="75000"/>
                    </a:schemeClr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4D435746-5B25-EE46-BE0D-11FF2C8971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6835" y="2818974"/>
                  <a:ext cx="513834" cy="7624"/>
                </a:xfrm>
                <a:prstGeom prst="line">
                  <a:avLst/>
                </a:prstGeom>
                <a:noFill/>
                <a:ln w="25400" cap="flat">
                  <a:solidFill>
                    <a:schemeClr val="accent4">
                      <a:lumMod val="75000"/>
                    </a:schemeClr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A41A6337-0E13-C64F-9E3E-FD4CA3BB55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769" y="2445571"/>
                  <a:ext cx="812494" cy="13350"/>
                </a:xfrm>
                <a:prstGeom prst="line">
                  <a:avLst/>
                </a:prstGeom>
                <a:noFill/>
                <a:ln w="25400" cap="flat">
                  <a:solidFill>
                    <a:schemeClr val="accent4">
                      <a:lumMod val="75000"/>
                    </a:schemeClr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DB2E2F3B-903B-B34E-9B95-161DE9C7C9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94722" y="1881855"/>
                  <a:ext cx="1236700" cy="1"/>
                </a:xfrm>
                <a:prstGeom prst="line">
                  <a:avLst/>
                </a:prstGeom>
                <a:noFill/>
                <a:ln w="25400" cap="flat">
                  <a:solidFill>
                    <a:schemeClr val="accent4">
                      <a:lumMod val="75000"/>
                    </a:schemeClr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DA14422C-4776-6F4C-AC66-102E87358B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00" y="1075038"/>
                  <a:ext cx="1878764" cy="25370"/>
                </a:xfrm>
                <a:prstGeom prst="line">
                  <a:avLst/>
                </a:prstGeom>
                <a:noFill/>
                <a:ln w="25400" cap="flat">
                  <a:solidFill>
                    <a:schemeClr val="accent4">
                      <a:lumMod val="75000"/>
                    </a:schemeClr>
                  </a:solidFill>
                  <a:prstDash val="dash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</p:grp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61264562-8914-574B-BA70-E7DDE2BD8923}"/>
                  </a:ext>
                </a:extLst>
              </p:cNvPr>
              <p:cNvGrpSpPr/>
              <p:nvPr/>
            </p:nvGrpSpPr>
            <p:grpSpPr>
              <a:xfrm>
                <a:off x="4795307" y="898996"/>
                <a:ext cx="597116" cy="2137723"/>
                <a:chOff x="2829823" y="4268427"/>
                <a:chExt cx="597116" cy="213772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B2B32984-56BD-7C4E-920C-1D2956F9E8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56299" y="5806311"/>
                      <a:ext cx="270266" cy="16927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B2B32984-56BD-7C4E-920C-1D2956F9E81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56299" y="5806311"/>
                      <a:ext cx="270266" cy="169277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9091" r="-4545" b="-13333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C3F7B3D0-F2EB-D942-B372-2B99B7FD3C25}"/>
                    </a:ext>
                  </a:extLst>
                </p:cNvPr>
                <p:cNvGrpSpPr/>
                <p:nvPr/>
              </p:nvGrpSpPr>
              <p:grpSpPr>
                <a:xfrm>
                  <a:off x="2829823" y="4268427"/>
                  <a:ext cx="597116" cy="2137723"/>
                  <a:chOff x="2829823" y="4268427"/>
                  <a:chExt cx="597116" cy="2137723"/>
                </a:xfrm>
              </p:grpSpPr>
              <p:sp>
                <p:nvSpPr>
                  <p:cNvPr id="185" name="TextBox 184">
                    <a:extLst>
                      <a:ext uri="{FF2B5EF4-FFF2-40B4-BE49-F238E27FC236}">
                        <a16:creationId xmlns:a16="http://schemas.microsoft.com/office/drawing/2014/main" id="{E3F0BDD1-BF5F-1148-9AE1-8A78BC4A5ED8}"/>
                      </a:ext>
                    </a:extLst>
                  </p:cNvPr>
                  <p:cNvSpPr txBox="1"/>
                  <p:nvPr/>
                </p:nvSpPr>
                <p:spPr>
                  <a:xfrm>
                    <a:off x="3118393" y="6129153"/>
                    <a:ext cx="308546" cy="27699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K</a:t>
                    </a:r>
                    <a:r>
                      <a:rPr lang="en-US" sz="12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kumimoji="0" lang="en-US" sz="12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186" name="TextBox 185">
                    <a:extLst>
                      <a:ext uri="{FF2B5EF4-FFF2-40B4-BE49-F238E27FC236}">
                        <a16:creationId xmlns:a16="http://schemas.microsoft.com/office/drawing/2014/main" id="{14D3F040-591A-EE48-89D0-0BA8F17A4B0E}"/>
                      </a:ext>
                    </a:extLst>
                  </p:cNvPr>
                  <p:cNvSpPr txBox="1"/>
                  <p:nvPr/>
                </p:nvSpPr>
                <p:spPr>
                  <a:xfrm>
                    <a:off x="3096261" y="5952828"/>
                    <a:ext cx="305190" cy="27699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K</a:t>
                    </a:r>
                    <a:r>
                      <a:rPr lang="en-US" sz="12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kumimoji="0" lang="en-US" sz="12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187" name="TextBox 186">
                    <a:extLst>
                      <a:ext uri="{FF2B5EF4-FFF2-40B4-BE49-F238E27FC236}">
                        <a16:creationId xmlns:a16="http://schemas.microsoft.com/office/drawing/2014/main" id="{FD0B4FDC-4111-824F-A218-1ED44C286497}"/>
                      </a:ext>
                    </a:extLst>
                  </p:cNvPr>
                  <p:cNvSpPr txBox="1"/>
                  <p:nvPr/>
                </p:nvSpPr>
                <p:spPr>
                  <a:xfrm>
                    <a:off x="3084230" y="5626407"/>
                    <a:ext cx="303114" cy="27699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K</a:t>
                    </a:r>
                    <a:r>
                      <a:rPr lang="en-US" sz="12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kumimoji="0" lang="en-US" sz="12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188" name="TextBox 187">
                    <a:extLst>
                      <a:ext uri="{FF2B5EF4-FFF2-40B4-BE49-F238E27FC236}">
                        <a16:creationId xmlns:a16="http://schemas.microsoft.com/office/drawing/2014/main" id="{9AD9557B-9E5F-7C4B-9047-3DC5E1BAD2D5}"/>
                      </a:ext>
                    </a:extLst>
                  </p:cNvPr>
                  <p:cNvSpPr txBox="1"/>
                  <p:nvPr/>
                </p:nvSpPr>
                <p:spPr>
                  <a:xfrm>
                    <a:off x="3067557" y="5046903"/>
                    <a:ext cx="291148" cy="27699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K</a:t>
                    </a:r>
                    <a:r>
                      <a:rPr lang="en-US" sz="12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kumimoji="0" lang="en-US" sz="12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p:sp>
                <p:nvSpPr>
                  <p:cNvPr id="189" name="TextBox 188">
                    <a:extLst>
                      <a:ext uri="{FF2B5EF4-FFF2-40B4-BE49-F238E27FC236}">
                        <a16:creationId xmlns:a16="http://schemas.microsoft.com/office/drawing/2014/main" id="{A615B958-E456-CA4C-BEA5-7198E6095470}"/>
                      </a:ext>
                    </a:extLst>
                  </p:cNvPr>
                  <p:cNvSpPr txBox="1"/>
                  <p:nvPr/>
                </p:nvSpPr>
                <p:spPr>
                  <a:xfrm>
                    <a:off x="3050239" y="4268427"/>
                    <a:ext cx="320161" cy="27699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45719" tIns="45719" rIns="45719" bIns="45719" numCol="1" spcCol="38100" rtlCol="0" anchor="t">
                    <a:spAutoFit/>
                  </a:bodyPr>
                  <a:lstStyle/>
                  <a:p>
                    <a:pPr marL="0" marR="0" indent="0" algn="l" defTabSz="914400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K</a:t>
                    </a:r>
                    <a:r>
                      <a:rPr lang="en-US" sz="12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5</a:t>
                    </a:r>
                    <a:endParaRPr kumimoji="0" lang="en-US" sz="1200" b="0" i="0" u="none" strike="noStrike" cap="none" spc="0" normalizeH="0" baseline="-2500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Times New Roman" panose="02020603050405020304" pitchFamily="18" charset="0"/>
                      <a:cs typeface="Times New Roman" panose="02020603050405020304" pitchFamily="18" charset="0"/>
                      <a:sym typeface="Calibri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0" name="TextBox 189">
                        <a:extLst>
                          <a:ext uri="{FF2B5EF4-FFF2-40B4-BE49-F238E27FC236}">
                            <a16:creationId xmlns:a16="http://schemas.microsoft.com/office/drawing/2014/main" id="{DCF35D28-88F3-E740-A610-CF419F96C8E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72243" y="6128710"/>
                        <a:ext cx="266996" cy="169277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none" lIns="0" tIns="0" rIns="0" bIns="0" numCol="1" spcCol="38100" rtlCol="0" anchor="t">
                        <a:spAutoFit/>
                      </a:bodyPr>
                      <a:lstStyle/>
                      <a:p>
                        <a:pPr marL="0" marR="0" indent="0" algn="l" defTabSz="914400" rtl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libri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0" name="TextBox 189">
                        <a:extLst>
                          <a:ext uri="{FF2B5EF4-FFF2-40B4-BE49-F238E27FC236}">
                            <a16:creationId xmlns:a16="http://schemas.microsoft.com/office/drawing/2014/main" id="{DCF35D28-88F3-E740-A610-CF419F96C8E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72243" y="6128710"/>
                        <a:ext cx="266996" cy="169277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 l="-9091" r="-4545" b="-21429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1" name="TextBox 190">
                        <a:extLst>
                          <a:ext uri="{FF2B5EF4-FFF2-40B4-BE49-F238E27FC236}">
                            <a16:creationId xmlns:a16="http://schemas.microsoft.com/office/drawing/2014/main" id="{D9944EF3-EE1A-264A-A986-8B6301D9E94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29823" y="5327444"/>
                        <a:ext cx="270266" cy="169277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none" lIns="0" tIns="0" rIns="0" bIns="0" numCol="1" spcCol="38100" rtlCol="0" anchor="t">
                        <a:spAutoFit/>
                      </a:bodyPr>
                      <a:lstStyle/>
                      <a:p>
                        <a:pPr marL="0" marR="0" indent="0" algn="l" defTabSz="914400" rtl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libri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1" name="TextBox 190">
                        <a:extLst>
                          <a:ext uri="{FF2B5EF4-FFF2-40B4-BE49-F238E27FC236}">
                            <a16:creationId xmlns:a16="http://schemas.microsoft.com/office/drawing/2014/main" id="{D9944EF3-EE1A-264A-A986-8B6301D9E94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29823" y="5327444"/>
                        <a:ext cx="270266" cy="169277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 l="-9091" r="-4545" b="-20000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2" name="TextBox 191">
                        <a:extLst>
                          <a:ext uri="{FF2B5EF4-FFF2-40B4-BE49-F238E27FC236}">
                            <a16:creationId xmlns:a16="http://schemas.microsoft.com/office/drawing/2014/main" id="{71C9B1F1-D956-A546-980C-8ACEB0EEFA9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834937" y="4660272"/>
                        <a:ext cx="270266" cy="169277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none" lIns="0" tIns="0" rIns="0" bIns="0" numCol="1" spcCol="38100" rtlCol="0" anchor="t">
                        <a:spAutoFit/>
                      </a:bodyPr>
                      <a:lstStyle/>
                      <a:p>
                        <a:pPr marL="0" marR="0" indent="0" algn="l" defTabSz="914400" rtl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0" lang="en-US" sz="11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0" lang="en-US" sz="1100" b="0" i="1" u="none" strike="noStrike" cap="none" spc="0" normalizeH="0" baseline="0" smtClean="0">
                                      <a:ln>
                                        <a:noFill/>
                                      </a:ln>
                                      <a:solidFill>
                                        <a:srgbClr val="FF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Calibri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en-US" sz="11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libri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92" name="TextBox 191">
                        <a:extLst>
                          <a:ext uri="{FF2B5EF4-FFF2-40B4-BE49-F238E27FC236}">
                            <a16:creationId xmlns:a16="http://schemas.microsoft.com/office/drawing/2014/main" id="{71C9B1F1-D956-A546-980C-8ACEB0EEFA9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34937" y="4660272"/>
                        <a:ext cx="270266" cy="169277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 l="-8696" b="-13333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193" name="Group 192">
                <a:extLst>
                  <a:ext uri="{FF2B5EF4-FFF2-40B4-BE49-F238E27FC236}">
                    <a16:creationId xmlns:a16="http://schemas.microsoft.com/office/drawing/2014/main" id="{0F380FBA-5DB7-F347-BBC2-B742B0D57316}"/>
                  </a:ext>
                </a:extLst>
              </p:cNvPr>
              <p:cNvGrpSpPr/>
              <p:nvPr/>
            </p:nvGrpSpPr>
            <p:grpSpPr>
              <a:xfrm>
                <a:off x="5609671" y="3424133"/>
                <a:ext cx="1738837" cy="404897"/>
                <a:chOff x="3442473" y="6325184"/>
                <a:chExt cx="1738837" cy="404897"/>
              </a:xfrm>
            </p:grpSpPr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77934EF2-3ADA-0940-B27F-3D2C97B70276}"/>
                    </a:ext>
                  </a:extLst>
                </p:cNvPr>
                <p:cNvSpPr txBox="1"/>
                <p:nvPr/>
              </p:nvSpPr>
              <p:spPr>
                <a:xfrm>
                  <a:off x="3442473" y="6325184"/>
                  <a:ext cx="245082" cy="27626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392BDB59-0BBC-C74B-89BC-D2A9CF164040}"/>
                    </a:ext>
                  </a:extLst>
                </p:cNvPr>
                <p:cNvSpPr txBox="1"/>
                <p:nvPr/>
              </p:nvSpPr>
              <p:spPr>
                <a:xfrm>
                  <a:off x="3630883" y="6333679"/>
                  <a:ext cx="245082" cy="27626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D4479480-BC9E-E348-904B-3C8CC6F19BD5}"/>
                    </a:ext>
                  </a:extLst>
                </p:cNvPr>
                <p:cNvSpPr txBox="1"/>
                <p:nvPr/>
              </p:nvSpPr>
              <p:spPr>
                <a:xfrm>
                  <a:off x="3902908" y="6327784"/>
                  <a:ext cx="245082" cy="27626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A2F7BEE7-E87C-6749-94B7-2A5C00ED84F1}"/>
                    </a:ext>
                  </a:extLst>
                </p:cNvPr>
                <p:cNvSpPr txBox="1"/>
                <p:nvPr/>
              </p:nvSpPr>
              <p:spPr>
                <a:xfrm>
                  <a:off x="4337146" y="6336583"/>
                  <a:ext cx="245082" cy="27626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30F40909-2E6A-2243-885C-94F23F0C543E}"/>
                    </a:ext>
                  </a:extLst>
                </p:cNvPr>
                <p:cNvSpPr txBox="1"/>
                <p:nvPr/>
              </p:nvSpPr>
              <p:spPr>
                <a:xfrm>
                  <a:off x="4936228" y="6343473"/>
                  <a:ext cx="245082" cy="27626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 sz="12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kumimoji="0" lang="en-US" sz="1200" b="0" i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9" name="TextBox 198">
                      <a:extLst>
                        <a:ext uri="{FF2B5EF4-FFF2-40B4-BE49-F238E27FC236}">
                          <a16:creationId xmlns:a16="http://schemas.microsoft.com/office/drawing/2014/main" id="{DB38F26E-763D-6446-9B6E-71409B5F07A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8490" y="6557112"/>
                      <a:ext cx="255839" cy="16927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199" name="TextBox 198">
                      <a:extLst>
                        <a:ext uri="{FF2B5EF4-FFF2-40B4-BE49-F238E27FC236}">
                          <a16:creationId xmlns:a16="http://schemas.microsoft.com/office/drawing/2014/main" id="{DB38F26E-763D-6446-9B6E-71409B5F07A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48490" y="6557112"/>
                      <a:ext cx="255839" cy="169277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l="-15000" r="-5000" b="-13333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0" name="TextBox 199">
                      <a:extLst>
                        <a:ext uri="{FF2B5EF4-FFF2-40B4-BE49-F238E27FC236}">
                          <a16:creationId xmlns:a16="http://schemas.microsoft.com/office/drawing/2014/main" id="{6EB4FAD7-B344-B747-8A1F-219202600E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22704" y="6560804"/>
                      <a:ext cx="259109" cy="16927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200" name="TextBox 199">
                      <a:extLst>
                        <a:ext uri="{FF2B5EF4-FFF2-40B4-BE49-F238E27FC236}">
                          <a16:creationId xmlns:a16="http://schemas.microsoft.com/office/drawing/2014/main" id="{6EB4FAD7-B344-B747-8A1F-219202600E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22704" y="6560804"/>
                      <a:ext cx="259109" cy="169277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 l="-9091" r="-4545" b="-21429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1" name="TextBox 200">
                      <a:extLst>
                        <a:ext uri="{FF2B5EF4-FFF2-40B4-BE49-F238E27FC236}">
                          <a16:creationId xmlns:a16="http://schemas.microsoft.com/office/drawing/2014/main" id="{2CB793C7-158A-DC40-BA6B-D5F3761B32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50835" y="6535098"/>
                      <a:ext cx="259109" cy="16927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0" lang="en-US" sz="11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FF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sz="11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201" name="TextBox 200">
                      <a:extLst>
                        <a:ext uri="{FF2B5EF4-FFF2-40B4-BE49-F238E27FC236}">
                          <a16:creationId xmlns:a16="http://schemas.microsoft.com/office/drawing/2014/main" id="{2CB793C7-158A-DC40-BA6B-D5F3761B320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50835" y="6535098"/>
                      <a:ext cx="259109" cy="169277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9524" r="-4762" b="-20000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2" name="TextBox 201">
                      <a:extLst>
                        <a:ext uri="{FF2B5EF4-FFF2-40B4-BE49-F238E27FC236}">
                          <a16:creationId xmlns:a16="http://schemas.microsoft.com/office/drawing/2014/main" id="{5EEB2815-CBF7-8845-AC09-52E58282AE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82939" y="6532699"/>
                      <a:ext cx="234038" cy="165366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∆</m:t>
                            </m:r>
                            <m:r>
                              <a:rPr kumimoji="0" lang="en-US" sz="11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𝐿</m:t>
                            </m:r>
                            <m:r>
                              <a:rPr kumimoji="0" lang="en-US" sz="1100" b="0" i="1" u="none" strike="noStrike" cap="none" spc="0" normalizeH="0" baseline="-2500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4</m:t>
                            </m:r>
                          </m:oMath>
                        </m:oMathPara>
                      </a14:m>
                      <a:endParaRPr kumimoji="0" lang="en-US" sz="1100" b="0" i="0" u="none" strike="noStrike" cap="none" spc="0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202" name="TextBox 201">
                      <a:extLst>
                        <a:ext uri="{FF2B5EF4-FFF2-40B4-BE49-F238E27FC236}">
                          <a16:creationId xmlns:a16="http://schemas.microsoft.com/office/drawing/2014/main" id="{5EEB2815-CBF7-8845-AC09-52E58282AE0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82939" y="6532699"/>
                      <a:ext cx="234038" cy="165366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l="-15000" r="-5000" b="-14286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A460C2C0-42E7-0346-8CB2-264EC418BF5C}"/>
              </a:ext>
            </a:extLst>
          </p:cNvPr>
          <p:cNvGrpSpPr/>
          <p:nvPr/>
        </p:nvGrpSpPr>
        <p:grpSpPr>
          <a:xfrm>
            <a:off x="3661032" y="4589390"/>
            <a:ext cx="1347257" cy="1516412"/>
            <a:chOff x="3661032" y="4589390"/>
            <a:chExt cx="1347257" cy="151641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C4E5197-9A90-9542-817B-16F41258EB04}"/>
                </a:ext>
              </a:extLst>
            </p:cNvPr>
            <p:cNvGrpSpPr/>
            <p:nvPr/>
          </p:nvGrpSpPr>
          <p:grpSpPr>
            <a:xfrm>
              <a:off x="3661032" y="4589390"/>
              <a:ext cx="1347257" cy="1516412"/>
              <a:chOff x="3661032" y="4589390"/>
              <a:chExt cx="1347257" cy="1516412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3F42AF2-CD7F-E547-98C1-AA270471212A}"/>
                  </a:ext>
                </a:extLst>
              </p:cNvPr>
              <p:cNvSpPr txBox="1"/>
              <p:nvPr/>
            </p:nvSpPr>
            <p:spPr>
              <a:xfrm>
                <a:off x="3766594" y="5828805"/>
                <a:ext cx="254709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96CE2F4-902E-7348-B6DA-0DA8E767B705}"/>
                  </a:ext>
                </a:extLst>
              </p:cNvPr>
              <p:cNvSpPr txBox="1"/>
              <p:nvPr/>
            </p:nvSpPr>
            <p:spPr>
              <a:xfrm>
                <a:off x="4022114" y="5525993"/>
                <a:ext cx="277112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959F10D-7827-1646-A490-5133153D8E48}"/>
                  </a:ext>
                </a:extLst>
              </p:cNvPr>
              <p:cNvSpPr txBox="1"/>
              <p:nvPr/>
            </p:nvSpPr>
            <p:spPr>
              <a:xfrm>
                <a:off x="4244830" y="5208187"/>
                <a:ext cx="267684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C8343AE-DC6B-924E-BA11-F9B972579F26}"/>
                  </a:ext>
                </a:extLst>
              </p:cNvPr>
              <p:cNvSpPr txBox="1"/>
              <p:nvPr/>
            </p:nvSpPr>
            <p:spPr>
              <a:xfrm>
                <a:off x="4511161" y="4907638"/>
                <a:ext cx="248022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15117F6-9F33-8E4E-A6F4-4F725697952F}"/>
                  </a:ext>
                </a:extLst>
              </p:cNvPr>
              <p:cNvSpPr txBox="1"/>
              <p:nvPr/>
            </p:nvSpPr>
            <p:spPr>
              <a:xfrm>
                <a:off x="4740534" y="4614341"/>
                <a:ext cx="267755" cy="27699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1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kumimoji="0" lang="en-US" sz="12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10C3F158-32C4-6B48-9ED7-FA5D055547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61032" y="5791135"/>
                <a:ext cx="149484" cy="17627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FFC4B65A-DB09-CE47-B37E-FEAD3A99B9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02693" y="4883749"/>
                <a:ext cx="149484" cy="17627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A7C69BC0-0A71-CC4C-9C2E-DA25939781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8058" y="4589390"/>
                <a:ext cx="149484" cy="17627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B3774652-0D0E-E748-9976-C13B13CABF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5145" y="5479049"/>
                <a:ext cx="149484" cy="176275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42FA6020-A334-DC44-921A-4AA336379A0A}"/>
                </a:ext>
              </a:extLst>
            </p:cNvPr>
            <p:cNvCxnSpPr>
              <a:cxnSpLocks/>
            </p:cNvCxnSpPr>
            <p:nvPr/>
          </p:nvCxnSpPr>
          <p:spPr>
            <a:xfrm>
              <a:off x="4139285" y="5161938"/>
              <a:ext cx="149484" cy="176275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6102425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rves for  The Law of Variable Proportions"/>
          <p:cNvSpPr txBox="1">
            <a:spLocks noGrp="1"/>
          </p:cNvSpPr>
          <p:nvPr>
            <p:ph type="title" idx="4294967295"/>
          </p:nvPr>
        </p:nvSpPr>
        <p:spPr>
          <a:xfrm>
            <a:off x="4033988" y="62140"/>
            <a:ext cx="4809412" cy="1011771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8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of Increasing Returns to Scale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1F70EE-7CA7-D646-9F03-3394A79DDB00}"/>
              </a:ext>
            </a:extLst>
          </p:cNvPr>
          <p:cNvGrpSpPr/>
          <p:nvPr/>
        </p:nvGrpSpPr>
        <p:grpSpPr>
          <a:xfrm>
            <a:off x="780705" y="1364974"/>
            <a:ext cx="7895649" cy="5019008"/>
            <a:chOff x="2444529" y="2031188"/>
            <a:chExt cx="4315973" cy="3474756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BB78341-9308-0149-A44F-4B323911BC52}"/>
                </a:ext>
              </a:extLst>
            </p:cNvPr>
            <p:cNvCxnSpPr>
              <a:cxnSpLocks/>
            </p:cNvCxnSpPr>
            <p:nvPr/>
          </p:nvCxnSpPr>
          <p:spPr>
            <a:xfrm>
              <a:off x="2784017" y="2031188"/>
              <a:ext cx="0" cy="3474090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31085A8-565D-3941-9FA1-7BD2746DA3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8646" y="5155197"/>
              <a:ext cx="3988244" cy="8212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AEA21E-A56A-4543-9D96-F3B00D780B67}"/>
                </a:ext>
              </a:extLst>
            </p:cNvPr>
            <p:cNvSpPr txBox="1"/>
            <p:nvPr/>
          </p:nvSpPr>
          <p:spPr>
            <a:xfrm>
              <a:off x="6290945" y="5136614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Lab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69A5B4-362E-654B-8195-BCFF38690E1C}"/>
                </a:ext>
              </a:extLst>
            </p:cNvPr>
            <p:cNvSpPr txBox="1"/>
            <p:nvPr/>
          </p:nvSpPr>
          <p:spPr>
            <a:xfrm>
              <a:off x="2444529" y="2036625"/>
              <a:ext cx="277574" cy="2556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Cap</a:t>
              </a: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483F0-DF87-D240-B726-AAB7FC5E43A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27703" y="6450913"/>
            <a:ext cx="246219" cy="276999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7E6A6-6299-8B41-8D2F-59C458277FEE}"/>
              </a:ext>
            </a:extLst>
          </p:cNvPr>
          <p:cNvCxnSpPr>
            <a:cxnSpLocks/>
          </p:cNvCxnSpPr>
          <p:nvPr/>
        </p:nvCxnSpPr>
        <p:spPr>
          <a:xfrm flipV="1">
            <a:off x="1414439" y="2993589"/>
            <a:ext cx="5702553" cy="2872952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C3FFD70-ED32-7C4F-B956-829AAFF7D22D}"/>
              </a:ext>
            </a:extLst>
          </p:cNvPr>
          <p:cNvSpPr txBox="1"/>
          <p:nvPr/>
        </p:nvSpPr>
        <p:spPr>
          <a:xfrm>
            <a:off x="2462371" y="5030550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F1B0A74-3856-7D49-940D-A5F40BE6C4CA}"/>
              </a:ext>
            </a:extLst>
          </p:cNvPr>
          <p:cNvCxnSpPr>
            <a:cxnSpLocks/>
          </p:cNvCxnSpPr>
          <p:nvPr/>
        </p:nvCxnSpPr>
        <p:spPr>
          <a:xfrm>
            <a:off x="2579833" y="5266395"/>
            <a:ext cx="0" cy="620691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740E8B4-2323-964D-8380-07CC53207114}"/>
              </a:ext>
            </a:extLst>
          </p:cNvPr>
          <p:cNvCxnSpPr>
            <a:cxnSpLocks/>
          </p:cNvCxnSpPr>
          <p:nvPr/>
        </p:nvCxnSpPr>
        <p:spPr>
          <a:xfrm>
            <a:off x="3889951" y="4633261"/>
            <a:ext cx="3775" cy="1252368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764505C-1618-A549-8FD7-9802BAA8D6A0}"/>
              </a:ext>
            </a:extLst>
          </p:cNvPr>
          <p:cNvCxnSpPr>
            <a:cxnSpLocks/>
          </p:cNvCxnSpPr>
          <p:nvPr/>
        </p:nvCxnSpPr>
        <p:spPr>
          <a:xfrm flipH="1">
            <a:off x="4187746" y="4498418"/>
            <a:ext cx="16015" cy="1399567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9F8EAAE-BE2E-A947-9357-47000FC45185}"/>
              </a:ext>
            </a:extLst>
          </p:cNvPr>
          <p:cNvCxnSpPr>
            <a:cxnSpLocks/>
          </p:cNvCxnSpPr>
          <p:nvPr/>
        </p:nvCxnSpPr>
        <p:spPr>
          <a:xfrm flipH="1">
            <a:off x="4415400" y="4343341"/>
            <a:ext cx="24589" cy="1531458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1CB1226-A834-4E4F-BA78-9C415BF012DE}"/>
              </a:ext>
            </a:extLst>
          </p:cNvPr>
          <p:cNvCxnSpPr>
            <a:cxnSpLocks/>
          </p:cNvCxnSpPr>
          <p:nvPr/>
        </p:nvCxnSpPr>
        <p:spPr>
          <a:xfrm>
            <a:off x="1414439" y="5266395"/>
            <a:ext cx="1108574" cy="0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5674C6A-3A02-394B-8F43-F7EEAEFBAB83}"/>
              </a:ext>
            </a:extLst>
          </p:cNvPr>
          <p:cNvCxnSpPr>
            <a:cxnSpLocks/>
          </p:cNvCxnSpPr>
          <p:nvPr/>
        </p:nvCxnSpPr>
        <p:spPr>
          <a:xfrm>
            <a:off x="1414439" y="4841485"/>
            <a:ext cx="1954342" cy="20505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D5659F3-93F2-B24E-9AEF-63BD886E5B28}"/>
              </a:ext>
            </a:extLst>
          </p:cNvPr>
          <p:cNvCxnSpPr>
            <a:cxnSpLocks/>
          </p:cNvCxnSpPr>
          <p:nvPr/>
        </p:nvCxnSpPr>
        <p:spPr>
          <a:xfrm>
            <a:off x="1412385" y="4593372"/>
            <a:ext cx="2476547" cy="45057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D40AB39-791C-CF4B-A013-5713F9B65AF6}"/>
              </a:ext>
            </a:extLst>
          </p:cNvPr>
          <p:cNvCxnSpPr>
            <a:cxnSpLocks/>
            <a:endCxn id="257" idx="2"/>
          </p:cNvCxnSpPr>
          <p:nvPr/>
        </p:nvCxnSpPr>
        <p:spPr>
          <a:xfrm>
            <a:off x="1396174" y="4364291"/>
            <a:ext cx="2821815" cy="68033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BC5A520-8C8F-F447-A5C7-0B4723132BB9}"/>
              </a:ext>
            </a:extLst>
          </p:cNvPr>
          <p:cNvCxnSpPr>
            <a:cxnSpLocks/>
            <a:endCxn id="263" idx="2"/>
          </p:cNvCxnSpPr>
          <p:nvPr/>
        </p:nvCxnSpPr>
        <p:spPr>
          <a:xfrm>
            <a:off x="1418679" y="4232634"/>
            <a:ext cx="3013636" cy="67593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4E93C7A-B0DE-2D4C-A300-EC0CC455354C}"/>
              </a:ext>
            </a:extLst>
          </p:cNvPr>
          <p:cNvGrpSpPr/>
          <p:nvPr/>
        </p:nvGrpSpPr>
        <p:grpSpPr>
          <a:xfrm>
            <a:off x="1133504" y="4669397"/>
            <a:ext cx="561528" cy="737919"/>
            <a:chOff x="3161321" y="5874035"/>
            <a:chExt cx="300437" cy="510875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C6BE5B56-6CBF-A24E-9620-B3A714E41F0E}"/>
                </a:ext>
              </a:extLst>
            </p:cNvPr>
            <p:cNvSpPr txBox="1"/>
            <p:nvPr/>
          </p:nvSpPr>
          <p:spPr>
            <a:xfrm>
              <a:off x="3161321" y="6187434"/>
              <a:ext cx="168969" cy="197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12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en-US" sz="1200" b="0" i="0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CB07FF2-C8B8-184E-BCAF-9A5EC00BC350}"/>
                </a:ext>
              </a:extLst>
            </p:cNvPr>
            <p:cNvSpPr txBox="1"/>
            <p:nvPr/>
          </p:nvSpPr>
          <p:spPr>
            <a:xfrm>
              <a:off x="3164961" y="5874035"/>
              <a:ext cx="158576" cy="1911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en-US" sz="12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084429B9-1AE4-C542-9A0B-F0767BFEEEAE}"/>
                    </a:ext>
                  </a:extLst>
                </p:cNvPr>
                <p:cNvSpPr txBox="1"/>
                <p:nvPr/>
              </p:nvSpPr>
              <p:spPr>
                <a:xfrm>
                  <a:off x="3292789" y="6075306"/>
                  <a:ext cx="168969" cy="8523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∆</m:t>
                        </m:r>
                        <m:sSub>
                          <m:sSubPr>
                            <m:ctrlP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𝐾</m:t>
                            </m:r>
                          </m:e>
                          <m:sub>
                            <m: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US" sz="800" b="0" i="0" u="none" strike="noStrike" cap="none" spc="0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084429B9-1AE4-C542-9A0B-F0767BFEE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2789" y="6075306"/>
                  <a:ext cx="168969" cy="85232"/>
                </a:xfrm>
                <a:prstGeom prst="rect">
                  <a:avLst/>
                </a:prstGeom>
                <a:blipFill>
                  <a:blip r:embed="rId2"/>
                  <a:stretch>
                    <a:fillRect b="-909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5B44B44-5C89-2443-BB76-7CF1B9D46D20}"/>
              </a:ext>
            </a:extLst>
          </p:cNvPr>
          <p:cNvGrpSpPr/>
          <p:nvPr/>
        </p:nvGrpSpPr>
        <p:grpSpPr>
          <a:xfrm>
            <a:off x="2511154" y="5725663"/>
            <a:ext cx="1139097" cy="396456"/>
            <a:chOff x="3805404" y="6531641"/>
            <a:chExt cx="609456" cy="274474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C7DE4527-306F-4143-9961-2AF2EB7F1BA8}"/>
                </a:ext>
              </a:extLst>
            </p:cNvPr>
            <p:cNvSpPr txBox="1"/>
            <p:nvPr/>
          </p:nvSpPr>
          <p:spPr>
            <a:xfrm>
              <a:off x="3805404" y="6614345"/>
              <a:ext cx="141565" cy="1917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en-US" sz="12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64919F6-74DC-8E49-940F-DD79F5AE02F4}"/>
                </a:ext>
              </a:extLst>
            </p:cNvPr>
            <p:cNvSpPr txBox="1"/>
            <p:nvPr/>
          </p:nvSpPr>
          <p:spPr>
            <a:xfrm>
              <a:off x="4265343" y="6614345"/>
              <a:ext cx="149517" cy="1917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en-US" sz="12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6803C4AB-BCB6-BA44-9AFF-837AE10188C0}"/>
                    </a:ext>
                  </a:extLst>
                </p:cNvPr>
                <p:cNvSpPr txBox="1"/>
                <p:nvPr/>
              </p:nvSpPr>
              <p:spPr>
                <a:xfrm>
                  <a:off x="4029971" y="6531641"/>
                  <a:ext cx="99626" cy="8523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∆</m:t>
                        </m:r>
                        <m:sSub>
                          <m:sSubPr>
                            <m:ctrlP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𝐿</m:t>
                            </m:r>
                          </m:e>
                          <m:sub>
                            <m: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US" sz="800" b="0" i="0" u="none" strike="noStrike" cap="none" spc="0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6803C4AB-BCB6-BA44-9AFF-837AE1018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971" y="6531641"/>
                  <a:ext cx="99626" cy="85232"/>
                </a:xfrm>
                <a:prstGeom prst="rect">
                  <a:avLst/>
                </a:prstGeom>
                <a:blipFill>
                  <a:blip r:embed="rId3"/>
                  <a:stretch>
                    <a:fillRect l="-12500" b="-1818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49E413C3-AC13-304B-98FF-056F5C83324F}"/>
              </a:ext>
            </a:extLst>
          </p:cNvPr>
          <p:cNvCxnSpPr>
            <a:cxnSpLocks/>
          </p:cNvCxnSpPr>
          <p:nvPr/>
        </p:nvCxnSpPr>
        <p:spPr>
          <a:xfrm>
            <a:off x="1413902" y="4538922"/>
            <a:ext cx="2141560" cy="1324236"/>
          </a:xfrm>
          <a:prstGeom prst="line">
            <a:avLst/>
          </a:prstGeom>
          <a:noFill/>
          <a:ln w="9525" cap="flat">
            <a:solidFill>
              <a:srgbClr val="00B05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A29D70BE-81DE-7D44-B137-355D5BECE4D0}"/>
              </a:ext>
            </a:extLst>
          </p:cNvPr>
          <p:cNvSpPr txBox="1"/>
          <p:nvPr/>
        </p:nvSpPr>
        <p:spPr>
          <a:xfrm>
            <a:off x="1402313" y="4374118"/>
            <a:ext cx="21733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8" name="Arc 207">
            <a:extLst>
              <a:ext uri="{FF2B5EF4-FFF2-40B4-BE49-F238E27FC236}">
                <a16:creationId xmlns:a16="http://schemas.microsoft.com/office/drawing/2014/main" id="{FD9CAF2A-3917-BB44-A628-07CD8D49DF9B}"/>
              </a:ext>
            </a:extLst>
          </p:cNvPr>
          <p:cNvSpPr/>
          <p:nvPr/>
        </p:nvSpPr>
        <p:spPr>
          <a:xfrm flipH="1" flipV="1">
            <a:off x="2276321" y="4094130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D47225DF-3AC6-5E40-B002-8F7634084868}"/>
              </a:ext>
            </a:extLst>
          </p:cNvPr>
          <p:cNvSpPr txBox="1"/>
          <p:nvPr/>
        </p:nvSpPr>
        <p:spPr>
          <a:xfrm>
            <a:off x="2996677" y="5303689"/>
            <a:ext cx="37647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92FE04A-87A4-F844-96D2-914D2F817BF4}"/>
              </a:ext>
            </a:extLst>
          </p:cNvPr>
          <p:cNvSpPr txBox="1"/>
          <p:nvPr/>
        </p:nvSpPr>
        <p:spPr>
          <a:xfrm>
            <a:off x="3287904" y="4582148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94B8222B-EB95-5344-A605-C16692691141}"/>
              </a:ext>
            </a:extLst>
          </p:cNvPr>
          <p:cNvCxnSpPr>
            <a:cxnSpLocks/>
          </p:cNvCxnSpPr>
          <p:nvPr/>
        </p:nvCxnSpPr>
        <p:spPr>
          <a:xfrm>
            <a:off x="3440378" y="4899803"/>
            <a:ext cx="0" cy="973606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FA1E3B3C-A97E-7A40-9C98-22D8020A0C41}"/>
              </a:ext>
            </a:extLst>
          </p:cNvPr>
          <p:cNvSpPr txBox="1"/>
          <p:nvPr/>
        </p:nvSpPr>
        <p:spPr>
          <a:xfrm>
            <a:off x="3425417" y="5683603"/>
            <a:ext cx="29396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50274449-4B8C-BB45-94FB-56BE211E518F}"/>
              </a:ext>
            </a:extLst>
          </p:cNvPr>
          <p:cNvCxnSpPr>
            <a:cxnSpLocks/>
          </p:cNvCxnSpPr>
          <p:nvPr/>
        </p:nvCxnSpPr>
        <p:spPr>
          <a:xfrm>
            <a:off x="1429016" y="3628447"/>
            <a:ext cx="3627007" cy="2242405"/>
          </a:xfrm>
          <a:prstGeom prst="line">
            <a:avLst/>
          </a:prstGeom>
          <a:noFill/>
          <a:ln w="9525" cap="flat">
            <a:solidFill>
              <a:srgbClr val="00B05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690F707C-E570-744A-B1B1-157E692A2C51}"/>
              </a:ext>
            </a:extLst>
          </p:cNvPr>
          <p:cNvSpPr txBox="1"/>
          <p:nvPr/>
        </p:nvSpPr>
        <p:spPr>
          <a:xfrm>
            <a:off x="1393938" y="3453387"/>
            <a:ext cx="21733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6F835979-DD65-0446-A2B4-BFB963A3E363}"/>
              </a:ext>
            </a:extLst>
          </p:cNvPr>
          <p:cNvSpPr txBox="1"/>
          <p:nvPr/>
        </p:nvSpPr>
        <p:spPr>
          <a:xfrm>
            <a:off x="4955510" y="5689697"/>
            <a:ext cx="29396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4" name="Arc 233">
            <a:extLst>
              <a:ext uri="{FF2B5EF4-FFF2-40B4-BE49-F238E27FC236}">
                <a16:creationId xmlns:a16="http://schemas.microsoft.com/office/drawing/2014/main" id="{76F94D72-4D1C-6848-B88B-213351ED139A}"/>
              </a:ext>
            </a:extLst>
          </p:cNvPr>
          <p:cNvSpPr/>
          <p:nvPr/>
        </p:nvSpPr>
        <p:spPr>
          <a:xfrm flipH="1" flipV="1">
            <a:off x="3136683" y="3691462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28151A9-50C9-1E40-8D66-C0698B9FF9FA}"/>
              </a:ext>
            </a:extLst>
          </p:cNvPr>
          <p:cNvSpPr txBox="1"/>
          <p:nvPr/>
        </p:nvSpPr>
        <p:spPr>
          <a:xfrm>
            <a:off x="3837333" y="4914228"/>
            <a:ext cx="419157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017FBB3-02F1-9940-BE15-95118F9A482C}"/>
              </a:ext>
            </a:extLst>
          </p:cNvPr>
          <p:cNvCxnSpPr>
            <a:cxnSpLocks/>
          </p:cNvCxnSpPr>
          <p:nvPr/>
        </p:nvCxnSpPr>
        <p:spPr>
          <a:xfrm>
            <a:off x="1423967" y="3124116"/>
            <a:ext cx="4482454" cy="2716682"/>
          </a:xfrm>
          <a:prstGeom prst="line">
            <a:avLst/>
          </a:prstGeom>
          <a:noFill/>
          <a:ln w="9525" cap="flat">
            <a:solidFill>
              <a:srgbClr val="00B05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7070622-805C-754B-B5E0-8ECD7CCBF149}"/>
              </a:ext>
            </a:extLst>
          </p:cNvPr>
          <p:cNvSpPr txBox="1"/>
          <p:nvPr/>
        </p:nvSpPr>
        <p:spPr>
          <a:xfrm>
            <a:off x="1401024" y="2941255"/>
            <a:ext cx="21733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35C688BA-296A-4B45-9088-57035ED525C2}"/>
              </a:ext>
            </a:extLst>
          </p:cNvPr>
          <p:cNvSpPr txBox="1"/>
          <p:nvPr/>
        </p:nvSpPr>
        <p:spPr>
          <a:xfrm>
            <a:off x="5863644" y="5689979"/>
            <a:ext cx="29396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3" name="Arc 242">
            <a:extLst>
              <a:ext uri="{FF2B5EF4-FFF2-40B4-BE49-F238E27FC236}">
                <a16:creationId xmlns:a16="http://schemas.microsoft.com/office/drawing/2014/main" id="{E5441E61-DC30-3B4B-88E8-BE93568453EA}"/>
              </a:ext>
            </a:extLst>
          </p:cNvPr>
          <p:cNvSpPr/>
          <p:nvPr/>
        </p:nvSpPr>
        <p:spPr>
          <a:xfrm flipH="1" flipV="1">
            <a:off x="3586905" y="3446030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C5D7F725-B4A1-B24E-93D0-38ABDBE7B607}"/>
              </a:ext>
            </a:extLst>
          </p:cNvPr>
          <p:cNvSpPr txBox="1"/>
          <p:nvPr/>
        </p:nvSpPr>
        <p:spPr>
          <a:xfrm>
            <a:off x="3769696" y="4343341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8DB7CA7E-C68A-D54D-82FB-4C429401FE2C}"/>
              </a:ext>
            </a:extLst>
          </p:cNvPr>
          <p:cNvSpPr txBox="1"/>
          <p:nvPr/>
        </p:nvSpPr>
        <p:spPr>
          <a:xfrm>
            <a:off x="4318259" y="4682776"/>
            <a:ext cx="419157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87EFD15-82C4-2A46-87CA-329CEB01B560}"/>
              </a:ext>
            </a:extLst>
          </p:cNvPr>
          <p:cNvCxnSpPr>
            <a:cxnSpLocks/>
          </p:cNvCxnSpPr>
          <p:nvPr/>
        </p:nvCxnSpPr>
        <p:spPr>
          <a:xfrm>
            <a:off x="1429561" y="2804393"/>
            <a:ext cx="5096528" cy="3057042"/>
          </a:xfrm>
          <a:prstGeom prst="line">
            <a:avLst/>
          </a:prstGeom>
          <a:noFill/>
          <a:ln w="9525" cap="flat">
            <a:solidFill>
              <a:srgbClr val="00B05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1CD89C6E-786D-4244-850F-E2163542921F}"/>
              </a:ext>
            </a:extLst>
          </p:cNvPr>
          <p:cNvSpPr txBox="1"/>
          <p:nvPr/>
        </p:nvSpPr>
        <p:spPr>
          <a:xfrm>
            <a:off x="1397569" y="2618224"/>
            <a:ext cx="21733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55D58671-6641-164D-A813-2C63DCF51131}"/>
              </a:ext>
            </a:extLst>
          </p:cNvPr>
          <p:cNvSpPr txBox="1"/>
          <p:nvPr/>
        </p:nvSpPr>
        <p:spPr>
          <a:xfrm>
            <a:off x="6492256" y="5670187"/>
            <a:ext cx="29396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33EFF618-8B16-AE4C-986F-DA1BC99E11DD}"/>
              </a:ext>
            </a:extLst>
          </p:cNvPr>
          <p:cNvCxnSpPr>
            <a:cxnSpLocks/>
          </p:cNvCxnSpPr>
          <p:nvPr/>
        </p:nvCxnSpPr>
        <p:spPr>
          <a:xfrm>
            <a:off x="1411009" y="2528834"/>
            <a:ext cx="5560754" cy="3343416"/>
          </a:xfrm>
          <a:prstGeom prst="line">
            <a:avLst/>
          </a:prstGeom>
          <a:noFill/>
          <a:ln w="9525" cap="flat">
            <a:solidFill>
              <a:srgbClr val="00B05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EB3BCA60-8BF8-684B-9AAA-F7BCA0D829E1}"/>
              </a:ext>
            </a:extLst>
          </p:cNvPr>
          <p:cNvSpPr txBox="1"/>
          <p:nvPr/>
        </p:nvSpPr>
        <p:spPr>
          <a:xfrm>
            <a:off x="1397569" y="2370913"/>
            <a:ext cx="21733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369BA785-A592-6541-BECB-0BC6E84AE6F8}"/>
              </a:ext>
            </a:extLst>
          </p:cNvPr>
          <p:cNvSpPr txBox="1"/>
          <p:nvPr/>
        </p:nvSpPr>
        <p:spPr>
          <a:xfrm>
            <a:off x="6904925" y="5683603"/>
            <a:ext cx="29396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6" name="Arc 255">
            <a:extLst>
              <a:ext uri="{FF2B5EF4-FFF2-40B4-BE49-F238E27FC236}">
                <a16:creationId xmlns:a16="http://schemas.microsoft.com/office/drawing/2014/main" id="{99AC2A0F-567B-C348-9413-A7897E23EF01}"/>
              </a:ext>
            </a:extLst>
          </p:cNvPr>
          <p:cNvSpPr/>
          <p:nvPr/>
        </p:nvSpPr>
        <p:spPr>
          <a:xfrm flipH="1" flipV="1">
            <a:off x="3917052" y="3302583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0723C48A-04DB-8841-92EB-C68964798963}"/>
              </a:ext>
            </a:extLst>
          </p:cNvPr>
          <p:cNvSpPr txBox="1"/>
          <p:nvPr/>
        </p:nvSpPr>
        <p:spPr>
          <a:xfrm>
            <a:off x="4093959" y="4186105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B0344783-4952-7E45-A52B-2B35B1F2A5C0}"/>
              </a:ext>
            </a:extLst>
          </p:cNvPr>
          <p:cNvSpPr txBox="1"/>
          <p:nvPr/>
        </p:nvSpPr>
        <p:spPr>
          <a:xfrm>
            <a:off x="4642522" y="4525540"/>
            <a:ext cx="419157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62" name="Arc 261">
            <a:extLst>
              <a:ext uri="{FF2B5EF4-FFF2-40B4-BE49-F238E27FC236}">
                <a16:creationId xmlns:a16="http://schemas.microsoft.com/office/drawing/2014/main" id="{B83A1F3D-08CF-EC4C-A25B-82669FD04E43}"/>
              </a:ext>
            </a:extLst>
          </p:cNvPr>
          <p:cNvSpPr/>
          <p:nvPr/>
        </p:nvSpPr>
        <p:spPr>
          <a:xfrm flipH="1" flipV="1">
            <a:off x="4146998" y="3183374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3448F31-4083-8B4F-A9D3-C9BC4BA9E196}"/>
              </a:ext>
            </a:extLst>
          </p:cNvPr>
          <p:cNvSpPr txBox="1"/>
          <p:nvPr/>
        </p:nvSpPr>
        <p:spPr>
          <a:xfrm>
            <a:off x="4308285" y="4054008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4AC34EA2-CD1C-A34F-A3D3-32BE4EA56F13}"/>
              </a:ext>
            </a:extLst>
          </p:cNvPr>
          <p:cNvSpPr txBox="1"/>
          <p:nvPr/>
        </p:nvSpPr>
        <p:spPr>
          <a:xfrm>
            <a:off x="4856848" y="4393443"/>
            <a:ext cx="419157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0CCF3E1B-9D66-294F-BBD8-331809EF94A5}"/>
              </a:ext>
            </a:extLst>
          </p:cNvPr>
          <p:cNvSpPr txBox="1"/>
          <p:nvPr/>
        </p:nvSpPr>
        <p:spPr>
          <a:xfrm>
            <a:off x="1127884" y="4444055"/>
            <a:ext cx="296385" cy="2760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0E7EDB04-D5AF-CB4A-A4DA-4D4B3E0B2878}"/>
                  </a:ext>
                </a:extLst>
              </p:cNvPr>
              <p:cNvSpPr txBox="1"/>
              <p:nvPr/>
            </p:nvSpPr>
            <p:spPr>
              <a:xfrm>
                <a:off x="1366790" y="4666331"/>
                <a:ext cx="315810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𝐾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0E7EDB04-D5AF-CB4A-A4DA-4D4B3E0B2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790" y="4666331"/>
                <a:ext cx="315810" cy="123111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1A5C08CA-64B3-8441-BB49-2FC557D56300}"/>
                  </a:ext>
                </a:extLst>
              </p:cNvPr>
              <p:cNvSpPr txBox="1"/>
              <p:nvPr/>
            </p:nvSpPr>
            <p:spPr>
              <a:xfrm>
                <a:off x="3586905" y="5729768"/>
                <a:ext cx="188578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𝐿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1A5C08CA-64B3-8441-BB49-2FC557D56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905" y="5729768"/>
                <a:ext cx="188578" cy="123111"/>
              </a:xfrm>
              <a:prstGeom prst="rect">
                <a:avLst/>
              </a:prstGeom>
              <a:blipFill>
                <a:blip r:embed="rId5"/>
                <a:stretch>
                  <a:fillRect l="-12500"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2" name="TextBox 281">
            <a:extLst>
              <a:ext uri="{FF2B5EF4-FFF2-40B4-BE49-F238E27FC236}">
                <a16:creationId xmlns:a16="http://schemas.microsoft.com/office/drawing/2014/main" id="{A470B0A0-935B-AB46-9BF3-2B08ED90323B}"/>
              </a:ext>
            </a:extLst>
          </p:cNvPr>
          <p:cNvSpPr txBox="1"/>
          <p:nvPr/>
        </p:nvSpPr>
        <p:spPr>
          <a:xfrm>
            <a:off x="3811015" y="5853187"/>
            <a:ext cx="279453" cy="276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9A0076E9-8542-FD43-AF7D-2D57E01AB40D}"/>
              </a:ext>
            </a:extLst>
          </p:cNvPr>
          <p:cNvSpPr txBox="1"/>
          <p:nvPr/>
        </p:nvSpPr>
        <p:spPr>
          <a:xfrm>
            <a:off x="1122294" y="4190946"/>
            <a:ext cx="296385" cy="2760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878B7977-C012-9F42-B7D4-947515DAA9E1}"/>
              </a:ext>
            </a:extLst>
          </p:cNvPr>
          <p:cNvSpPr txBox="1"/>
          <p:nvPr/>
        </p:nvSpPr>
        <p:spPr>
          <a:xfrm>
            <a:off x="1110668" y="4021259"/>
            <a:ext cx="296385" cy="2760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5A5F2322-A333-3C49-99BA-83CC1AD7D2C1}"/>
                  </a:ext>
                </a:extLst>
              </p:cNvPr>
              <p:cNvSpPr txBox="1"/>
              <p:nvPr/>
            </p:nvSpPr>
            <p:spPr>
              <a:xfrm>
                <a:off x="1484333" y="4431611"/>
                <a:ext cx="315810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𝐾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5A5F2322-A333-3C49-99BA-83CC1AD7D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333" y="4431611"/>
                <a:ext cx="315810" cy="123111"/>
              </a:xfrm>
              <a:prstGeom prst="rect">
                <a:avLst/>
              </a:prstGeom>
              <a:blipFill>
                <a:blip r:embed="rId6"/>
                <a:stretch>
                  <a:fillRect b="-1818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6B8017BB-DD93-3040-A033-54E8D6019B5A}"/>
                  </a:ext>
                </a:extLst>
              </p:cNvPr>
              <p:cNvSpPr txBox="1"/>
              <p:nvPr/>
            </p:nvSpPr>
            <p:spPr>
              <a:xfrm>
                <a:off x="1416855" y="4241186"/>
                <a:ext cx="315810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𝐾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6B8017BB-DD93-3040-A033-54E8D6019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855" y="4241186"/>
                <a:ext cx="315810" cy="123111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56EFF113-C7F6-B54A-A98D-E4C6BFAEDAD3}"/>
                  </a:ext>
                </a:extLst>
              </p:cNvPr>
              <p:cNvSpPr txBox="1"/>
              <p:nvPr/>
            </p:nvSpPr>
            <p:spPr>
              <a:xfrm>
                <a:off x="3951560" y="5717480"/>
                <a:ext cx="188578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𝐿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56EFF113-C7F6-B54A-A98D-E4C6BFAED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560" y="5717480"/>
                <a:ext cx="188578" cy="123111"/>
              </a:xfrm>
              <a:prstGeom prst="rect">
                <a:avLst/>
              </a:prstGeom>
              <a:blipFill>
                <a:blip r:embed="rId8"/>
                <a:stretch>
                  <a:fillRect l="-13333" r="-6667"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031FD0A4-1346-EA45-8254-7026B1A7C27E}"/>
                  </a:ext>
                </a:extLst>
              </p:cNvPr>
              <p:cNvSpPr txBox="1"/>
              <p:nvPr/>
            </p:nvSpPr>
            <p:spPr>
              <a:xfrm>
                <a:off x="4223198" y="5719109"/>
                <a:ext cx="188578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𝐿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031FD0A4-1346-EA45-8254-7026B1A7C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198" y="5719109"/>
                <a:ext cx="188578" cy="123111"/>
              </a:xfrm>
              <a:prstGeom prst="rect">
                <a:avLst/>
              </a:prstGeom>
              <a:blipFill>
                <a:blip r:embed="rId9"/>
                <a:stretch>
                  <a:fillRect l="-12500"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" name="TextBox 296">
            <a:extLst>
              <a:ext uri="{FF2B5EF4-FFF2-40B4-BE49-F238E27FC236}">
                <a16:creationId xmlns:a16="http://schemas.microsoft.com/office/drawing/2014/main" id="{54C4590C-7424-0649-A831-9C8880B9BE5A}"/>
              </a:ext>
            </a:extLst>
          </p:cNvPr>
          <p:cNvSpPr txBox="1"/>
          <p:nvPr/>
        </p:nvSpPr>
        <p:spPr>
          <a:xfrm>
            <a:off x="4116544" y="5852879"/>
            <a:ext cx="279453" cy="276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281B3AB8-4834-AA4E-BBA3-049ED2A17192}"/>
              </a:ext>
            </a:extLst>
          </p:cNvPr>
          <p:cNvSpPr txBox="1"/>
          <p:nvPr/>
        </p:nvSpPr>
        <p:spPr>
          <a:xfrm>
            <a:off x="4384488" y="5855813"/>
            <a:ext cx="279453" cy="276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902825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rves for  The Law of Variable Proportions"/>
          <p:cNvSpPr txBox="1">
            <a:spLocks noGrp="1"/>
          </p:cNvSpPr>
          <p:nvPr>
            <p:ph type="title" idx="4294967295"/>
          </p:nvPr>
        </p:nvSpPr>
        <p:spPr>
          <a:xfrm>
            <a:off x="4033988" y="62140"/>
            <a:ext cx="4809412" cy="1011771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8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of Decreasing Returns to Scale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1F70EE-7CA7-D646-9F03-3394A79DDB00}"/>
              </a:ext>
            </a:extLst>
          </p:cNvPr>
          <p:cNvGrpSpPr/>
          <p:nvPr/>
        </p:nvGrpSpPr>
        <p:grpSpPr>
          <a:xfrm>
            <a:off x="836919" y="734787"/>
            <a:ext cx="8196670" cy="5668957"/>
            <a:chOff x="2475257" y="1594897"/>
            <a:chExt cx="4480519" cy="3924728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BB78341-9308-0149-A44F-4B323911BC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4017" y="1594897"/>
              <a:ext cx="2042" cy="3910381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31085A8-565D-3941-9FA1-7BD2746DA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28647" y="5163409"/>
              <a:ext cx="4323166" cy="2257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AEA21E-A56A-4543-9D96-F3B00D780B67}"/>
                </a:ext>
              </a:extLst>
            </p:cNvPr>
            <p:cNvSpPr txBox="1"/>
            <p:nvPr/>
          </p:nvSpPr>
          <p:spPr>
            <a:xfrm>
              <a:off x="6486219" y="5150295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Lab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69A5B4-362E-654B-8195-BCFF38690E1C}"/>
                </a:ext>
              </a:extLst>
            </p:cNvPr>
            <p:cNvSpPr txBox="1"/>
            <p:nvPr/>
          </p:nvSpPr>
          <p:spPr>
            <a:xfrm>
              <a:off x="2475257" y="1595275"/>
              <a:ext cx="277574" cy="2556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Cap</a:t>
              </a: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483F0-DF87-D240-B726-AAB7FC5E43A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27703" y="6450913"/>
            <a:ext cx="246219" cy="276999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7E6A6-6299-8B41-8D2F-59C458277FEE}"/>
              </a:ext>
            </a:extLst>
          </p:cNvPr>
          <p:cNvCxnSpPr>
            <a:cxnSpLocks/>
          </p:cNvCxnSpPr>
          <p:nvPr/>
        </p:nvCxnSpPr>
        <p:spPr>
          <a:xfrm flipV="1">
            <a:off x="1414439" y="2993589"/>
            <a:ext cx="5702553" cy="2872952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C3FFD70-ED32-7C4F-B956-829AAFF7D22D}"/>
              </a:ext>
            </a:extLst>
          </p:cNvPr>
          <p:cNvSpPr txBox="1"/>
          <p:nvPr/>
        </p:nvSpPr>
        <p:spPr>
          <a:xfrm>
            <a:off x="2914711" y="4821749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F1B0A74-3856-7D49-940D-A5F40BE6C4CA}"/>
              </a:ext>
            </a:extLst>
          </p:cNvPr>
          <p:cNvCxnSpPr>
            <a:cxnSpLocks/>
          </p:cNvCxnSpPr>
          <p:nvPr/>
        </p:nvCxnSpPr>
        <p:spPr>
          <a:xfrm>
            <a:off x="2591492" y="5293637"/>
            <a:ext cx="8136" cy="587347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740E8B4-2323-964D-8380-07CC53207114}"/>
              </a:ext>
            </a:extLst>
          </p:cNvPr>
          <p:cNvCxnSpPr>
            <a:cxnSpLocks/>
          </p:cNvCxnSpPr>
          <p:nvPr/>
        </p:nvCxnSpPr>
        <p:spPr>
          <a:xfrm flipH="1">
            <a:off x="3556393" y="4786928"/>
            <a:ext cx="11184" cy="1086387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764505C-1618-A549-8FD7-9802BAA8D6A0}"/>
              </a:ext>
            </a:extLst>
          </p:cNvPr>
          <p:cNvCxnSpPr>
            <a:cxnSpLocks/>
          </p:cNvCxnSpPr>
          <p:nvPr/>
        </p:nvCxnSpPr>
        <p:spPr>
          <a:xfrm>
            <a:off x="4357620" y="4409475"/>
            <a:ext cx="29134" cy="1449128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9F8EAAE-BE2E-A947-9357-47000FC45185}"/>
              </a:ext>
            </a:extLst>
          </p:cNvPr>
          <p:cNvCxnSpPr>
            <a:cxnSpLocks/>
          </p:cNvCxnSpPr>
          <p:nvPr/>
        </p:nvCxnSpPr>
        <p:spPr>
          <a:xfrm>
            <a:off x="5306908" y="3891168"/>
            <a:ext cx="36180" cy="2011278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1CB1226-A834-4E4F-BA78-9C415BF012DE}"/>
              </a:ext>
            </a:extLst>
          </p:cNvPr>
          <p:cNvCxnSpPr>
            <a:cxnSpLocks/>
          </p:cNvCxnSpPr>
          <p:nvPr/>
        </p:nvCxnSpPr>
        <p:spPr>
          <a:xfrm>
            <a:off x="1389103" y="5280295"/>
            <a:ext cx="1194464" cy="12050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5674C6A-3A02-394B-8F43-F7EEAEFBAB83}"/>
              </a:ext>
            </a:extLst>
          </p:cNvPr>
          <p:cNvCxnSpPr>
            <a:cxnSpLocks/>
          </p:cNvCxnSpPr>
          <p:nvPr/>
        </p:nvCxnSpPr>
        <p:spPr>
          <a:xfrm flipV="1">
            <a:off x="1420331" y="5064635"/>
            <a:ext cx="1582225" cy="15664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D5659F3-93F2-B24E-9AEF-63BD886E5B28}"/>
              </a:ext>
            </a:extLst>
          </p:cNvPr>
          <p:cNvCxnSpPr>
            <a:cxnSpLocks/>
          </p:cNvCxnSpPr>
          <p:nvPr/>
        </p:nvCxnSpPr>
        <p:spPr>
          <a:xfrm>
            <a:off x="1410188" y="4793475"/>
            <a:ext cx="2173600" cy="0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D40AB39-791C-CF4B-A013-5713F9B65AF6}"/>
              </a:ext>
            </a:extLst>
          </p:cNvPr>
          <p:cNvCxnSpPr>
            <a:cxnSpLocks/>
            <a:stCxn id="286" idx="3"/>
            <a:endCxn id="257" idx="2"/>
          </p:cNvCxnSpPr>
          <p:nvPr/>
        </p:nvCxnSpPr>
        <p:spPr>
          <a:xfrm>
            <a:off x="1418679" y="4328962"/>
            <a:ext cx="2946917" cy="37532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BC5A520-8C8F-F447-A5C7-0B4723132BB9}"/>
              </a:ext>
            </a:extLst>
          </p:cNvPr>
          <p:cNvCxnSpPr>
            <a:cxnSpLocks/>
            <a:stCxn id="292" idx="3"/>
            <a:endCxn id="263" idx="2"/>
          </p:cNvCxnSpPr>
          <p:nvPr/>
        </p:nvCxnSpPr>
        <p:spPr>
          <a:xfrm>
            <a:off x="1413497" y="3878560"/>
            <a:ext cx="3918509" cy="6560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4E93C7A-B0DE-2D4C-A300-EC0CC455354C}"/>
              </a:ext>
            </a:extLst>
          </p:cNvPr>
          <p:cNvGrpSpPr/>
          <p:nvPr/>
        </p:nvGrpSpPr>
        <p:grpSpPr>
          <a:xfrm>
            <a:off x="1090815" y="4916676"/>
            <a:ext cx="351708" cy="521343"/>
            <a:chOff x="3138481" y="6045241"/>
            <a:chExt cx="188176" cy="360936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C6BE5B56-6CBF-A24E-9620-B3A714E41F0E}"/>
                </a:ext>
              </a:extLst>
            </p:cNvPr>
            <p:cNvSpPr txBox="1"/>
            <p:nvPr/>
          </p:nvSpPr>
          <p:spPr>
            <a:xfrm>
              <a:off x="3153968" y="6208701"/>
              <a:ext cx="168969" cy="197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12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en-US" sz="1200" b="0" i="0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CB07FF2-C8B8-184E-BCAF-9A5EC00BC350}"/>
                </a:ext>
              </a:extLst>
            </p:cNvPr>
            <p:cNvSpPr txBox="1"/>
            <p:nvPr/>
          </p:nvSpPr>
          <p:spPr>
            <a:xfrm>
              <a:off x="3168081" y="6045241"/>
              <a:ext cx="158576" cy="1911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en-US" sz="12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084429B9-1AE4-C542-9A0B-F0767BFEEEAE}"/>
                    </a:ext>
                  </a:extLst>
                </p:cNvPr>
                <p:cNvSpPr txBox="1"/>
                <p:nvPr/>
              </p:nvSpPr>
              <p:spPr>
                <a:xfrm>
                  <a:off x="3138481" y="6186659"/>
                  <a:ext cx="168969" cy="8523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∆</m:t>
                        </m:r>
                        <m:sSub>
                          <m:sSubPr>
                            <m:ctrlP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𝐾</m:t>
                            </m:r>
                          </m:e>
                          <m:sub>
                            <m: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US" sz="800" b="0" i="0" u="none" strike="noStrike" cap="none" spc="0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084429B9-1AE4-C542-9A0B-F0767BFEE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8481" y="6186659"/>
                  <a:ext cx="168969" cy="85232"/>
                </a:xfrm>
                <a:prstGeom prst="rect">
                  <a:avLst/>
                </a:prstGeom>
                <a:blipFill>
                  <a:blip r:embed="rId2"/>
                  <a:stretch>
                    <a:fillRect b="-2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49E413C3-AC13-304B-98FF-056F5C83324F}"/>
              </a:ext>
            </a:extLst>
          </p:cNvPr>
          <p:cNvCxnSpPr>
            <a:cxnSpLocks/>
          </p:cNvCxnSpPr>
          <p:nvPr/>
        </p:nvCxnSpPr>
        <p:spPr>
          <a:xfrm>
            <a:off x="1413902" y="4538922"/>
            <a:ext cx="2141560" cy="1324236"/>
          </a:xfrm>
          <a:prstGeom prst="line">
            <a:avLst/>
          </a:prstGeom>
          <a:noFill/>
          <a:ln w="9525" cap="flat">
            <a:solidFill>
              <a:srgbClr val="00B05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A29D70BE-81DE-7D44-B137-355D5BECE4D0}"/>
              </a:ext>
            </a:extLst>
          </p:cNvPr>
          <p:cNvSpPr txBox="1"/>
          <p:nvPr/>
        </p:nvSpPr>
        <p:spPr>
          <a:xfrm>
            <a:off x="1402313" y="4374118"/>
            <a:ext cx="21733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8" name="Arc 207">
            <a:extLst>
              <a:ext uri="{FF2B5EF4-FFF2-40B4-BE49-F238E27FC236}">
                <a16:creationId xmlns:a16="http://schemas.microsoft.com/office/drawing/2014/main" id="{FD9CAF2A-3917-BB44-A628-07CD8D49DF9B}"/>
              </a:ext>
            </a:extLst>
          </p:cNvPr>
          <p:cNvSpPr/>
          <p:nvPr/>
        </p:nvSpPr>
        <p:spPr>
          <a:xfrm flipH="1" flipV="1">
            <a:off x="2276321" y="4094130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D47225DF-3AC6-5E40-B002-8F7634084868}"/>
              </a:ext>
            </a:extLst>
          </p:cNvPr>
          <p:cNvSpPr txBox="1"/>
          <p:nvPr/>
        </p:nvSpPr>
        <p:spPr>
          <a:xfrm>
            <a:off x="3481695" y="5160901"/>
            <a:ext cx="37647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94B8222B-EB95-5344-A605-C16692691141}"/>
              </a:ext>
            </a:extLst>
          </p:cNvPr>
          <p:cNvCxnSpPr>
            <a:cxnSpLocks/>
          </p:cNvCxnSpPr>
          <p:nvPr/>
        </p:nvCxnSpPr>
        <p:spPr>
          <a:xfrm>
            <a:off x="2995541" y="5064635"/>
            <a:ext cx="7015" cy="841826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FA1E3B3C-A97E-7A40-9C98-22D8020A0C41}"/>
              </a:ext>
            </a:extLst>
          </p:cNvPr>
          <p:cNvSpPr txBox="1"/>
          <p:nvPr/>
        </p:nvSpPr>
        <p:spPr>
          <a:xfrm>
            <a:off x="3425417" y="5683603"/>
            <a:ext cx="29396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E886D1-6528-C24F-83A6-FE4ED9E53A90}"/>
              </a:ext>
            </a:extLst>
          </p:cNvPr>
          <p:cNvGrpSpPr/>
          <p:nvPr/>
        </p:nvGrpSpPr>
        <p:grpSpPr>
          <a:xfrm>
            <a:off x="1371360" y="3933513"/>
            <a:ext cx="3010235" cy="1910131"/>
            <a:chOff x="1393938" y="3453387"/>
            <a:chExt cx="3010235" cy="1910131"/>
          </a:xfrm>
        </p:grpSpPr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50274449-4B8C-BB45-94FB-56BE211E518F}"/>
                </a:ext>
              </a:extLst>
            </p:cNvPr>
            <p:cNvCxnSpPr>
              <a:cxnSpLocks/>
              <a:endCxn id="232" idx="2"/>
            </p:cNvCxnSpPr>
            <p:nvPr/>
          </p:nvCxnSpPr>
          <p:spPr>
            <a:xfrm>
              <a:off x="1429016" y="3628447"/>
              <a:ext cx="2828177" cy="1735071"/>
            </a:xfrm>
            <a:prstGeom prst="line">
              <a:avLst/>
            </a:prstGeom>
            <a:noFill/>
            <a:ln w="9525" cap="flat">
              <a:solidFill>
                <a:srgbClr val="00B05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690F707C-E570-744A-B1B1-157E692A2C51}"/>
                </a:ext>
              </a:extLst>
            </p:cNvPr>
            <p:cNvSpPr txBox="1"/>
            <p:nvPr/>
          </p:nvSpPr>
          <p:spPr>
            <a:xfrm>
              <a:off x="1393938" y="3453387"/>
              <a:ext cx="217330" cy="215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en-US" sz="8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6F835979-DD65-0446-A2B4-BFB963A3E363}"/>
                </a:ext>
              </a:extLst>
            </p:cNvPr>
            <p:cNvSpPr txBox="1"/>
            <p:nvPr/>
          </p:nvSpPr>
          <p:spPr>
            <a:xfrm>
              <a:off x="4110213" y="5148076"/>
              <a:ext cx="293960" cy="215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en-US" sz="8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86EE798-4029-8C41-A4A6-F28FF2AB33EA}"/>
              </a:ext>
            </a:extLst>
          </p:cNvPr>
          <p:cNvGrpSpPr/>
          <p:nvPr/>
        </p:nvGrpSpPr>
        <p:grpSpPr>
          <a:xfrm>
            <a:off x="1379728" y="3334919"/>
            <a:ext cx="4277353" cy="2585483"/>
            <a:chOff x="1396326" y="3148593"/>
            <a:chExt cx="4277353" cy="2585483"/>
          </a:xfrm>
        </p:grpSpPr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7017FBB3-02F1-9940-BE15-95118F9A482C}"/>
                </a:ext>
              </a:extLst>
            </p:cNvPr>
            <p:cNvCxnSpPr>
              <a:cxnSpLocks/>
            </p:cNvCxnSpPr>
            <p:nvPr/>
          </p:nvCxnSpPr>
          <p:spPr>
            <a:xfrm>
              <a:off x="1413383" y="3322579"/>
              <a:ext cx="4043714" cy="2378251"/>
            </a:xfrm>
            <a:prstGeom prst="line">
              <a:avLst/>
            </a:prstGeom>
            <a:noFill/>
            <a:ln w="9525" cap="flat">
              <a:solidFill>
                <a:srgbClr val="00B05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17070622-805C-754B-B5E0-8ECD7CCBF149}"/>
                </a:ext>
              </a:extLst>
            </p:cNvPr>
            <p:cNvSpPr txBox="1"/>
            <p:nvPr/>
          </p:nvSpPr>
          <p:spPr>
            <a:xfrm>
              <a:off x="1396326" y="3148593"/>
              <a:ext cx="217330" cy="215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en-US" sz="8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35C688BA-296A-4B45-9088-57035ED525C2}"/>
                </a:ext>
              </a:extLst>
            </p:cNvPr>
            <p:cNvSpPr txBox="1"/>
            <p:nvPr/>
          </p:nvSpPr>
          <p:spPr>
            <a:xfrm>
              <a:off x="5379719" y="5518634"/>
              <a:ext cx="293960" cy="215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en-US" sz="8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243" name="Arc 242">
            <a:extLst>
              <a:ext uri="{FF2B5EF4-FFF2-40B4-BE49-F238E27FC236}">
                <a16:creationId xmlns:a16="http://schemas.microsoft.com/office/drawing/2014/main" id="{E5441E61-DC30-3B4B-88E8-BE93568453EA}"/>
              </a:ext>
            </a:extLst>
          </p:cNvPr>
          <p:cNvSpPr/>
          <p:nvPr/>
        </p:nvSpPr>
        <p:spPr>
          <a:xfrm flipH="1" flipV="1">
            <a:off x="3278388" y="3625752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C5D7F725-B4A1-B24E-93D0-38ABDBE7B607}"/>
              </a:ext>
            </a:extLst>
          </p:cNvPr>
          <p:cNvSpPr txBox="1"/>
          <p:nvPr/>
        </p:nvSpPr>
        <p:spPr>
          <a:xfrm>
            <a:off x="3474988" y="4516084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8DB7CA7E-C68A-D54D-82FB-4C429401FE2C}"/>
              </a:ext>
            </a:extLst>
          </p:cNvPr>
          <p:cNvSpPr txBox="1"/>
          <p:nvPr/>
        </p:nvSpPr>
        <p:spPr>
          <a:xfrm>
            <a:off x="3985178" y="4879611"/>
            <a:ext cx="419157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250E2E-2E09-1241-A132-002B502690B8}"/>
              </a:ext>
            </a:extLst>
          </p:cNvPr>
          <p:cNvGrpSpPr/>
          <p:nvPr/>
        </p:nvGrpSpPr>
        <p:grpSpPr>
          <a:xfrm>
            <a:off x="1421689" y="2549026"/>
            <a:ext cx="5534642" cy="3333625"/>
            <a:chOff x="1397569" y="2618224"/>
            <a:chExt cx="5534642" cy="3333625"/>
          </a:xfrm>
        </p:grpSpPr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987EFD15-82C4-2A46-87CA-329CEB01B560}"/>
                </a:ext>
              </a:extLst>
            </p:cNvPr>
            <p:cNvCxnSpPr>
              <a:cxnSpLocks/>
              <a:stCxn id="247" idx="1"/>
              <a:endCxn id="248" idx="2"/>
            </p:cNvCxnSpPr>
            <p:nvPr/>
          </p:nvCxnSpPr>
          <p:spPr>
            <a:xfrm>
              <a:off x="1397569" y="2725945"/>
              <a:ext cx="5387662" cy="3225904"/>
            </a:xfrm>
            <a:prstGeom prst="line">
              <a:avLst/>
            </a:prstGeom>
            <a:noFill/>
            <a:ln w="9525" cap="flat">
              <a:solidFill>
                <a:srgbClr val="00B05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1CD89C6E-786D-4244-850F-E2163542921F}"/>
                </a:ext>
              </a:extLst>
            </p:cNvPr>
            <p:cNvSpPr txBox="1"/>
            <p:nvPr/>
          </p:nvSpPr>
          <p:spPr>
            <a:xfrm>
              <a:off x="1397569" y="2618224"/>
              <a:ext cx="217330" cy="215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0" lang="en-US" sz="8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55D58671-6641-164D-A813-2C63DCF51131}"/>
                </a:ext>
              </a:extLst>
            </p:cNvPr>
            <p:cNvSpPr txBox="1"/>
            <p:nvPr/>
          </p:nvSpPr>
          <p:spPr>
            <a:xfrm>
              <a:off x="6638251" y="5736407"/>
              <a:ext cx="293960" cy="215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0" lang="en-US" sz="8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BBBB56C-40F6-CA4B-9341-EC997E0FE965}"/>
              </a:ext>
            </a:extLst>
          </p:cNvPr>
          <p:cNvGrpSpPr/>
          <p:nvPr/>
        </p:nvGrpSpPr>
        <p:grpSpPr>
          <a:xfrm>
            <a:off x="1451116" y="1287672"/>
            <a:ext cx="7354361" cy="4636889"/>
            <a:chOff x="1170526" y="2140523"/>
            <a:chExt cx="7354361" cy="4636889"/>
          </a:xfrm>
        </p:grpSpPr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33EFF618-8B16-AE4C-986F-DA1BC99E11DD}"/>
                </a:ext>
              </a:extLst>
            </p:cNvPr>
            <p:cNvCxnSpPr>
              <a:cxnSpLocks/>
            </p:cNvCxnSpPr>
            <p:nvPr/>
          </p:nvCxnSpPr>
          <p:spPr>
            <a:xfrm>
              <a:off x="1170871" y="2340950"/>
              <a:ext cx="7266904" cy="4436462"/>
            </a:xfrm>
            <a:prstGeom prst="line">
              <a:avLst/>
            </a:prstGeom>
            <a:noFill/>
            <a:ln w="9525" cap="flat">
              <a:solidFill>
                <a:srgbClr val="00B05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EB3BCA60-8BF8-684B-9AAA-F7BCA0D829E1}"/>
                </a:ext>
              </a:extLst>
            </p:cNvPr>
            <p:cNvSpPr txBox="1"/>
            <p:nvPr/>
          </p:nvSpPr>
          <p:spPr>
            <a:xfrm>
              <a:off x="1170526" y="2140523"/>
              <a:ext cx="199184" cy="215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sz="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0" lang="en-US" sz="8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369BA785-A592-6541-BECB-0BC6E84AE6F8}"/>
                </a:ext>
              </a:extLst>
            </p:cNvPr>
            <p:cNvSpPr txBox="1"/>
            <p:nvPr/>
          </p:nvSpPr>
          <p:spPr>
            <a:xfrm>
              <a:off x="8230927" y="6494655"/>
              <a:ext cx="293960" cy="2154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0" lang="en-US" sz="8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256" name="Arc 255">
            <a:extLst>
              <a:ext uri="{FF2B5EF4-FFF2-40B4-BE49-F238E27FC236}">
                <a16:creationId xmlns:a16="http://schemas.microsoft.com/office/drawing/2014/main" id="{99AC2A0F-567B-C348-9413-A7897E23EF01}"/>
              </a:ext>
            </a:extLst>
          </p:cNvPr>
          <p:cNvSpPr/>
          <p:nvPr/>
        </p:nvSpPr>
        <p:spPr>
          <a:xfrm flipH="1" flipV="1">
            <a:off x="4045849" y="3221276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0723C48A-04DB-8841-92EB-C68964798963}"/>
              </a:ext>
            </a:extLst>
          </p:cNvPr>
          <p:cNvSpPr txBox="1"/>
          <p:nvPr/>
        </p:nvSpPr>
        <p:spPr>
          <a:xfrm>
            <a:off x="4241566" y="4120275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B0344783-4952-7E45-A52B-2B35B1F2A5C0}"/>
              </a:ext>
            </a:extLst>
          </p:cNvPr>
          <p:cNvSpPr txBox="1"/>
          <p:nvPr/>
        </p:nvSpPr>
        <p:spPr>
          <a:xfrm>
            <a:off x="4823022" y="4411876"/>
            <a:ext cx="419157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62" name="Arc 261">
            <a:extLst>
              <a:ext uri="{FF2B5EF4-FFF2-40B4-BE49-F238E27FC236}">
                <a16:creationId xmlns:a16="http://schemas.microsoft.com/office/drawing/2014/main" id="{B83A1F3D-08CF-EC4C-A25B-82669FD04E43}"/>
              </a:ext>
            </a:extLst>
          </p:cNvPr>
          <p:cNvSpPr/>
          <p:nvPr/>
        </p:nvSpPr>
        <p:spPr>
          <a:xfrm flipH="1" flipV="1">
            <a:off x="5007457" y="2677849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3448F31-4083-8B4F-A9D3-C9BC4BA9E196}"/>
              </a:ext>
            </a:extLst>
          </p:cNvPr>
          <p:cNvSpPr txBox="1"/>
          <p:nvPr/>
        </p:nvSpPr>
        <p:spPr>
          <a:xfrm>
            <a:off x="5207976" y="3638901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4AC34EA2-CD1C-A34F-A3D3-32BE4EA56F13}"/>
              </a:ext>
            </a:extLst>
          </p:cNvPr>
          <p:cNvSpPr txBox="1"/>
          <p:nvPr/>
        </p:nvSpPr>
        <p:spPr>
          <a:xfrm>
            <a:off x="5770415" y="3903692"/>
            <a:ext cx="419157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0CCF3E1B-9D66-294F-BBD8-331809EF94A5}"/>
              </a:ext>
            </a:extLst>
          </p:cNvPr>
          <p:cNvSpPr txBox="1"/>
          <p:nvPr/>
        </p:nvSpPr>
        <p:spPr>
          <a:xfrm>
            <a:off x="1159914" y="4579690"/>
            <a:ext cx="296385" cy="2760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0E7EDB04-D5AF-CB4A-A4DA-4D4B3E0B2878}"/>
                  </a:ext>
                </a:extLst>
              </p:cNvPr>
              <p:cNvSpPr txBox="1"/>
              <p:nvPr/>
            </p:nvSpPr>
            <p:spPr>
              <a:xfrm>
                <a:off x="1104521" y="4840677"/>
                <a:ext cx="315810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𝐾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0E7EDB04-D5AF-CB4A-A4DA-4D4B3E0B2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521" y="4840677"/>
                <a:ext cx="315810" cy="123111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1A5C08CA-64B3-8441-BB49-2FC557D56300}"/>
                  </a:ext>
                </a:extLst>
              </p:cNvPr>
              <p:cNvSpPr txBox="1"/>
              <p:nvPr/>
            </p:nvSpPr>
            <p:spPr>
              <a:xfrm>
                <a:off x="3207417" y="5904063"/>
                <a:ext cx="188578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𝐿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1A5C08CA-64B3-8441-BB49-2FC557D56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417" y="5904063"/>
                <a:ext cx="188578" cy="123111"/>
              </a:xfrm>
              <a:prstGeom prst="rect">
                <a:avLst/>
              </a:prstGeom>
              <a:blipFill>
                <a:blip r:embed="rId4"/>
                <a:stretch>
                  <a:fillRect l="-6250"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2" name="TextBox 281">
            <a:extLst>
              <a:ext uri="{FF2B5EF4-FFF2-40B4-BE49-F238E27FC236}">
                <a16:creationId xmlns:a16="http://schemas.microsoft.com/office/drawing/2014/main" id="{A470B0A0-935B-AB46-9BF3-2B08ED90323B}"/>
              </a:ext>
            </a:extLst>
          </p:cNvPr>
          <p:cNvSpPr txBox="1"/>
          <p:nvPr/>
        </p:nvSpPr>
        <p:spPr>
          <a:xfrm>
            <a:off x="3609879" y="5887156"/>
            <a:ext cx="279453" cy="276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9A0076E9-8542-FD43-AF7D-2D57E01AB40D}"/>
              </a:ext>
            </a:extLst>
          </p:cNvPr>
          <p:cNvSpPr txBox="1"/>
          <p:nvPr/>
        </p:nvSpPr>
        <p:spPr>
          <a:xfrm>
            <a:off x="1122294" y="4190946"/>
            <a:ext cx="296385" cy="2760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878B7977-C012-9F42-B7D4-947515DAA9E1}"/>
              </a:ext>
            </a:extLst>
          </p:cNvPr>
          <p:cNvSpPr txBox="1"/>
          <p:nvPr/>
        </p:nvSpPr>
        <p:spPr>
          <a:xfrm>
            <a:off x="1117112" y="3740544"/>
            <a:ext cx="296385" cy="2760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5A5F2322-A333-3C49-99BA-83CC1AD7D2C1}"/>
                  </a:ext>
                </a:extLst>
              </p:cNvPr>
              <p:cNvSpPr txBox="1"/>
              <p:nvPr/>
            </p:nvSpPr>
            <p:spPr>
              <a:xfrm>
                <a:off x="1101986" y="4447106"/>
                <a:ext cx="315810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𝐾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5A5F2322-A333-3C49-99BA-83CC1AD7D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986" y="4447106"/>
                <a:ext cx="315810" cy="123111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6B8017BB-DD93-3040-A033-54E8D6019B5A}"/>
                  </a:ext>
                </a:extLst>
              </p:cNvPr>
              <p:cNvSpPr txBox="1"/>
              <p:nvPr/>
            </p:nvSpPr>
            <p:spPr>
              <a:xfrm>
                <a:off x="1052829" y="4029835"/>
                <a:ext cx="315810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𝐾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6B8017BB-DD93-3040-A033-54E8D6019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29" y="4029835"/>
                <a:ext cx="315810" cy="123111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56EFF113-C7F6-B54A-A98D-E4C6BFAEDAD3}"/>
                  </a:ext>
                </a:extLst>
              </p:cNvPr>
              <p:cNvSpPr txBox="1"/>
              <p:nvPr/>
            </p:nvSpPr>
            <p:spPr>
              <a:xfrm>
                <a:off x="3869558" y="5904062"/>
                <a:ext cx="188578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𝐿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56EFF113-C7F6-B54A-A98D-E4C6BFAED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558" y="5904062"/>
                <a:ext cx="188578" cy="123111"/>
              </a:xfrm>
              <a:prstGeom prst="rect">
                <a:avLst/>
              </a:prstGeom>
              <a:blipFill>
                <a:blip r:embed="rId7"/>
                <a:stretch>
                  <a:fillRect l="-12500"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031FD0A4-1346-EA45-8254-7026B1A7C27E}"/>
                  </a:ext>
                </a:extLst>
              </p:cNvPr>
              <p:cNvSpPr txBox="1"/>
              <p:nvPr/>
            </p:nvSpPr>
            <p:spPr>
              <a:xfrm>
                <a:off x="4804624" y="5894156"/>
                <a:ext cx="188578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𝐿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031FD0A4-1346-EA45-8254-7026B1A7C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624" y="5894156"/>
                <a:ext cx="188578" cy="123111"/>
              </a:xfrm>
              <a:prstGeom prst="rect">
                <a:avLst/>
              </a:prstGeom>
              <a:blipFill>
                <a:blip r:embed="rId8"/>
                <a:stretch>
                  <a:fillRect l="-12500"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8524F887-1E2D-D541-91C6-0C3D029B4DF6}"/>
              </a:ext>
            </a:extLst>
          </p:cNvPr>
          <p:cNvSpPr txBox="1"/>
          <p:nvPr/>
        </p:nvSpPr>
        <p:spPr>
          <a:xfrm>
            <a:off x="4338356" y="5863413"/>
            <a:ext cx="279453" cy="276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0" name="Arc 99">
            <a:extLst>
              <a:ext uri="{FF2B5EF4-FFF2-40B4-BE49-F238E27FC236}">
                <a16:creationId xmlns:a16="http://schemas.microsoft.com/office/drawing/2014/main" id="{5A28D0B6-0522-DE4D-888A-9F428D46B5C7}"/>
              </a:ext>
            </a:extLst>
          </p:cNvPr>
          <p:cNvSpPr/>
          <p:nvPr/>
        </p:nvSpPr>
        <p:spPr>
          <a:xfrm flipH="1" flipV="1">
            <a:off x="2705582" y="3904879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7957696-CF75-834A-8341-4808BCB82A2E}"/>
              </a:ext>
            </a:extLst>
          </p:cNvPr>
          <p:cNvSpPr txBox="1"/>
          <p:nvPr/>
        </p:nvSpPr>
        <p:spPr>
          <a:xfrm>
            <a:off x="2483040" y="5040956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267D64A-9705-2946-8DD1-E7BA427AB69E}"/>
              </a:ext>
            </a:extLst>
          </p:cNvPr>
          <p:cNvSpPr txBox="1"/>
          <p:nvPr/>
        </p:nvSpPr>
        <p:spPr>
          <a:xfrm>
            <a:off x="2985596" y="5314135"/>
            <a:ext cx="419157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1DCD386-DEC5-2C4B-AF93-03D6DE36F12B}"/>
              </a:ext>
            </a:extLst>
          </p:cNvPr>
          <p:cNvSpPr txBox="1"/>
          <p:nvPr/>
        </p:nvSpPr>
        <p:spPr>
          <a:xfrm>
            <a:off x="2514373" y="5906461"/>
            <a:ext cx="279453" cy="276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B160104-952A-5842-B897-175CC3F3146F}"/>
              </a:ext>
            </a:extLst>
          </p:cNvPr>
          <p:cNvSpPr txBox="1"/>
          <p:nvPr/>
        </p:nvSpPr>
        <p:spPr>
          <a:xfrm>
            <a:off x="2913725" y="5891483"/>
            <a:ext cx="279453" cy="276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FF195F0-B2F3-9E4B-9865-40E75766F96B}"/>
                  </a:ext>
                </a:extLst>
              </p:cNvPr>
              <p:cNvSpPr txBox="1"/>
              <p:nvPr/>
            </p:nvSpPr>
            <p:spPr>
              <a:xfrm>
                <a:off x="2701203" y="5909171"/>
                <a:ext cx="188578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𝐿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FF195F0-B2F3-9E4B-9865-40E75766F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203" y="5909171"/>
                <a:ext cx="188578" cy="123111"/>
              </a:xfrm>
              <a:prstGeom prst="rect">
                <a:avLst/>
              </a:prstGeom>
              <a:blipFill>
                <a:blip r:embed="rId9"/>
                <a:stretch>
                  <a:fillRect l="-6250" b="-909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TextBox 120">
            <a:extLst>
              <a:ext uri="{FF2B5EF4-FFF2-40B4-BE49-F238E27FC236}">
                <a16:creationId xmlns:a16="http://schemas.microsoft.com/office/drawing/2014/main" id="{C328DBBB-F365-0545-A637-8C7799B261C0}"/>
              </a:ext>
            </a:extLst>
          </p:cNvPr>
          <p:cNvSpPr txBox="1"/>
          <p:nvPr/>
        </p:nvSpPr>
        <p:spPr>
          <a:xfrm>
            <a:off x="5245831" y="5855532"/>
            <a:ext cx="279453" cy="276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333057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rves for  The Law of Variable Proportions"/>
          <p:cNvSpPr txBox="1">
            <a:spLocks noGrp="1"/>
          </p:cNvSpPr>
          <p:nvPr>
            <p:ph type="title" idx="4294967295"/>
          </p:nvPr>
        </p:nvSpPr>
        <p:spPr>
          <a:xfrm>
            <a:off x="4033988" y="62140"/>
            <a:ext cx="4809412" cy="1011771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8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of Constant Returns to Scale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1F70EE-7CA7-D646-9F03-3394A79DDB00}"/>
              </a:ext>
            </a:extLst>
          </p:cNvPr>
          <p:cNvGrpSpPr/>
          <p:nvPr/>
        </p:nvGrpSpPr>
        <p:grpSpPr>
          <a:xfrm>
            <a:off x="780705" y="568025"/>
            <a:ext cx="8377870" cy="5814995"/>
            <a:chOff x="2444529" y="1479445"/>
            <a:chExt cx="4579568" cy="4025833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BB78341-9308-0149-A44F-4B323911BC52}"/>
                </a:ext>
              </a:extLst>
            </p:cNvPr>
            <p:cNvCxnSpPr>
              <a:cxnSpLocks/>
            </p:cNvCxnSpPr>
            <p:nvPr/>
          </p:nvCxnSpPr>
          <p:spPr>
            <a:xfrm>
              <a:off x="2764899" y="1479445"/>
              <a:ext cx="19118" cy="4025833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31085A8-565D-3941-9FA1-7BD2746DA3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8648" y="5151650"/>
              <a:ext cx="4449033" cy="11760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AEA21E-A56A-4543-9D96-F3B00D780B67}"/>
                </a:ext>
              </a:extLst>
            </p:cNvPr>
            <p:cNvSpPr txBox="1"/>
            <p:nvPr/>
          </p:nvSpPr>
          <p:spPr>
            <a:xfrm>
              <a:off x="6554540" y="5135948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Lab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69A5B4-362E-654B-8195-BCFF38690E1C}"/>
                </a:ext>
              </a:extLst>
            </p:cNvPr>
            <p:cNvSpPr txBox="1"/>
            <p:nvPr/>
          </p:nvSpPr>
          <p:spPr>
            <a:xfrm>
              <a:off x="2444529" y="2036625"/>
              <a:ext cx="277574" cy="2556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Cap</a:t>
              </a: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483F0-DF87-D240-B726-AAB7FC5E43A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27703" y="6450913"/>
            <a:ext cx="246219" cy="276999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7E6A6-6299-8B41-8D2F-59C458277FEE}"/>
              </a:ext>
            </a:extLst>
          </p:cNvPr>
          <p:cNvCxnSpPr>
            <a:cxnSpLocks/>
          </p:cNvCxnSpPr>
          <p:nvPr/>
        </p:nvCxnSpPr>
        <p:spPr>
          <a:xfrm flipV="1">
            <a:off x="1414439" y="2993589"/>
            <a:ext cx="5702553" cy="2872952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C3FFD70-ED32-7C4F-B956-829AAFF7D22D}"/>
              </a:ext>
            </a:extLst>
          </p:cNvPr>
          <p:cNvSpPr txBox="1"/>
          <p:nvPr/>
        </p:nvSpPr>
        <p:spPr>
          <a:xfrm>
            <a:off x="2462371" y="5030550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F1B0A74-3856-7D49-940D-A5F40BE6C4CA}"/>
              </a:ext>
            </a:extLst>
          </p:cNvPr>
          <p:cNvCxnSpPr>
            <a:cxnSpLocks/>
          </p:cNvCxnSpPr>
          <p:nvPr/>
        </p:nvCxnSpPr>
        <p:spPr>
          <a:xfrm>
            <a:off x="2579833" y="5266395"/>
            <a:ext cx="0" cy="620691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7740E8B4-2323-964D-8380-07CC53207114}"/>
              </a:ext>
            </a:extLst>
          </p:cNvPr>
          <p:cNvCxnSpPr>
            <a:cxnSpLocks/>
          </p:cNvCxnSpPr>
          <p:nvPr/>
        </p:nvCxnSpPr>
        <p:spPr>
          <a:xfrm>
            <a:off x="3961493" y="4585463"/>
            <a:ext cx="3775" cy="1252368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764505C-1618-A549-8FD7-9802BAA8D6A0}"/>
              </a:ext>
            </a:extLst>
          </p:cNvPr>
          <p:cNvCxnSpPr>
            <a:cxnSpLocks/>
            <a:endCxn id="232" idx="1"/>
          </p:cNvCxnSpPr>
          <p:nvPr/>
        </p:nvCxnSpPr>
        <p:spPr>
          <a:xfrm flipH="1">
            <a:off x="4763984" y="4201764"/>
            <a:ext cx="20664" cy="1599182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9F8EAAE-BE2E-A947-9357-47000FC45185}"/>
              </a:ext>
            </a:extLst>
          </p:cNvPr>
          <p:cNvCxnSpPr>
            <a:cxnSpLocks/>
          </p:cNvCxnSpPr>
          <p:nvPr/>
        </p:nvCxnSpPr>
        <p:spPr>
          <a:xfrm flipH="1">
            <a:off x="5537008" y="3846611"/>
            <a:ext cx="8606" cy="2016547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1CB1226-A834-4E4F-BA78-9C415BF012DE}"/>
              </a:ext>
            </a:extLst>
          </p:cNvPr>
          <p:cNvCxnSpPr>
            <a:cxnSpLocks/>
          </p:cNvCxnSpPr>
          <p:nvPr/>
        </p:nvCxnSpPr>
        <p:spPr>
          <a:xfrm>
            <a:off x="1414439" y="5266395"/>
            <a:ext cx="1108574" cy="0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5674C6A-3A02-394B-8F43-F7EEAEFBAB83}"/>
              </a:ext>
            </a:extLst>
          </p:cNvPr>
          <p:cNvCxnSpPr>
            <a:cxnSpLocks/>
          </p:cNvCxnSpPr>
          <p:nvPr/>
        </p:nvCxnSpPr>
        <p:spPr>
          <a:xfrm>
            <a:off x="1365915" y="4912205"/>
            <a:ext cx="1954342" cy="20505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D5659F3-93F2-B24E-9AEF-63BD886E5B28}"/>
              </a:ext>
            </a:extLst>
          </p:cNvPr>
          <p:cNvCxnSpPr>
            <a:cxnSpLocks/>
            <a:stCxn id="279" idx="3"/>
          </p:cNvCxnSpPr>
          <p:nvPr/>
        </p:nvCxnSpPr>
        <p:spPr>
          <a:xfrm flipV="1">
            <a:off x="1403204" y="4467888"/>
            <a:ext cx="2497283" cy="21662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D40AB39-791C-CF4B-A013-5713F9B65AF6}"/>
              </a:ext>
            </a:extLst>
          </p:cNvPr>
          <p:cNvCxnSpPr>
            <a:cxnSpLocks/>
          </p:cNvCxnSpPr>
          <p:nvPr/>
        </p:nvCxnSpPr>
        <p:spPr>
          <a:xfrm>
            <a:off x="1416855" y="4145530"/>
            <a:ext cx="3298357" cy="25602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BC5A520-8C8F-F447-A5C7-0B4723132BB9}"/>
              </a:ext>
            </a:extLst>
          </p:cNvPr>
          <p:cNvCxnSpPr>
            <a:cxnSpLocks/>
            <a:stCxn id="231" idx="1"/>
            <a:endCxn id="263" idx="2"/>
          </p:cNvCxnSpPr>
          <p:nvPr/>
        </p:nvCxnSpPr>
        <p:spPr>
          <a:xfrm>
            <a:off x="1445301" y="3697806"/>
            <a:ext cx="4077534" cy="105387"/>
          </a:xfrm>
          <a:prstGeom prst="line">
            <a:avLst/>
          </a:prstGeom>
          <a:noFill/>
          <a:ln w="25400" cap="flat">
            <a:solidFill>
              <a:schemeClr val="accent4">
                <a:lumMod val="75000"/>
              </a:schemeClr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4E93C7A-B0DE-2D4C-A300-EC0CC455354C}"/>
              </a:ext>
            </a:extLst>
          </p:cNvPr>
          <p:cNvGrpSpPr/>
          <p:nvPr/>
        </p:nvGrpSpPr>
        <p:grpSpPr>
          <a:xfrm>
            <a:off x="1068667" y="4762166"/>
            <a:ext cx="626367" cy="645148"/>
            <a:chOff x="3126630" y="5938262"/>
            <a:chExt cx="335128" cy="446648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C6BE5B56-6CBF-A24E-9620-B3A714E41F0E}"/>
                </a:ext>
              </a:extLst>
            </p:cNvPr>
            <p:cNvSpPr txBox="1"/>
            <p:nvPr/>
          </p:nvSpPr>
          <p:spPr>
            <a:xfrm>
              <a:off x="3161321" y="6187434"/>
              <a:ext cx="168969" cy="197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12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en-US" sz="1200" b="0" i="0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CB07FF2-C8B8-184E-BCAF-9A5EC00BC350}"/>
                </a:ext>
              </a:extLst>
            </p:cNvPr>
            <p:cNvSpPr txBox="1"/>
            <p:nvPr/>
          </p:nvSpPr>
          <p:spPr>
            <a:xfrm>
              <a:off x="3126630" y="5938262"/>
              <a:ext cx="158576" cy="1911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en-US" sz="12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084429B9-1AE4-C542-9A0B-F0767BFEEEAE}"/>
                    </a:ext>
                  </a:extLst>
                </p:cNvPr>
                <p:cNvSpPr txBox="1"/>
                <p:nvPr/>
              </p:nvSpPr>
              <p:spPr>
                <a:xfrm>
                  <a:off x="3292789" y="6075306"/>
                  <a:ext cx="168969" cy="8523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∆</m:t>
                        </m:r>
                        <m:sSub>
                          <m:sSubPr>
                            <m:ctrlP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𝐾</m:t>
                            </m:r>
                          </m:e>
                          <m:sub>
                            <m: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US" sz="800" b="0" i="0" u="none" strike="noStrike" cap="none" spc="0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084429B9-1AE4-C542-9A0B-F0767BFEE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2789" y="6075306"/>
                  <a:ext cx="168969" cy="85232"/>
                </a:xfrm>
                <a:prstGeom prst="rect">
                  <a:avLst/>
                </a:prstGeom>
                <a:blipFill>
                  <a:blip r:embed="rId2"/>
                  <a:stretch>
                    <a:fillRect b="-909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5B44B44-5C89-2443-BB76-7CF1B9D46D20}"/>
              </a:ext>
            </a:extLst>
          </p:cNvPr>
          <p:cNvGrpSpPr/>
          <p:nvPr/>
        </p:nvGrpSpPr>
        <p:grpSpPr>
          <a:xfrm>
            <a:off x="2511156" y="5725660"/>
            <a:ext cx="993800" cy="456590"/>
            <a:chOff x="3805404" y="6531641"/>
            <a:chExt cx="531717" cy="316106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C7DE4527-306F-4143-9961-2AF2EB7F1BA8}"/>
                </a:ext>
              </a:extLst>
            </p:cNvPr>
            <p:cNvSpPr txBox="1"/>
            <p:nvPr/>
          </p:nvSpPr>
          <p:spPr>
            <a:xfrm>
              <a:off x="3805404" y="6614345"/>
              <a:ext cx="141565" cy="1917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en-US" sz="12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964919F6-74DC-8E49-940F-DD79F5AE02F4}"/>
                </a:ext>
              </a:extLst>
            </p:cNvPr>
            <p:cNvSpPr txBox="1"/>
            <p:nvPr/>
          </p:nvSpPr>
          <p:spPr>
            <a:xfrm>
              <a:off x="4187604" y="6655977"/>
              <a:ext cx="149517" cy="1917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sz="1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en-US" sz="1200" b="0" i="0" u="none" strike="noStrike" cap="none" spc="0" normalizeH="0" baseline="-25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6803C4AB-BCB6-BA44-9AFF-837AE10188C0}"/>
                    </a:ext>
                  </a:extLst>
                </p:cNvPr>
                <p:cNvSpPr txBox="1"/>
                <p:nvPr/>
              </p:nvSpPr>
              <p:spPr>
                <a:xfrm>
                  <a:off x="4029971" y="6531641"/>
                  <a:ext cx="99626" cy="8523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marL="0" marR="0" indent="0" algn="l" defTabSz="9144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∆</m:t>
                        </m:r>
                        <m:sSub>
                          <m:sSubPr>
                            <m:ctrlP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𝐿</m:t>
                            </m:r>
                          </m:e>
                          <m:sub>
                            <m:r>
                              <a:rPr kumimoji="0" lang="en-US" sz="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en-US" sz="800" b="0" i="0" u="none" strike="noStrike" cap="none" spc="0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6803C4AB-BCB6-BA44-9AFF-837AE1018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9971" y="6531641"/>
                  <a:ext cx="99626" cy="85232"/>
                </a:xfrm>
                <a:prstGeom prst="rect">
                  <a:avLst/>
                </a:prstGeom>
                <a:blipFill>
                  <a:blip r:embed="rId3"/>
                  <a:stretch>
                    <a:fillRect l="-12500" b="-1818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49E413C3-AC13-304B-98FF-056F5C83324F}"/>
              </a:ext>
            </a:extLst>
          </p:cNvPr>
          <p:cNvCxnSpPr>
            <a:cxnSpLocks/>
          </p:cNvCxnSpPr>
          <p:nvPr/>
        </p:nvCxnSpPr>
        <p:spPr>
          <a:xfrm>
            <a:off x="1413902" y="4538922"/>
            <a:ext cx="2141560" cy="1324236"/>
          </a:xfrm>
          <a:prstGeom prst="line">
            <a:avLst/>
          </a:prstGeom>
          <a:noFill/>
          <a:ln w="9525" cap="flat">
            <a:solidFill>
              <a:srgbClr val="00B05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A29D70BE-81DE-7D44-B137-355D5BECE4D0}"/>
              </a:ext>
            </a:extLst>
          </p:cNvPr>
          <p:cNvSpPr txBox="1"/>
          <p:nvPr/>
        </p:nvSpPr>
        <p:spPr>
          <a:xfrm>
            <a:off x="1402313" y="4374118"/>
            <a:ext cx="21733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8" name="Arc 207">
            <a:extLst>
              <a:ext uri="{FF2B5EF4-FFF2-40B4-BE49-F238E27FC236}">
                <a16:creationId xmlns:a16="http://schemas.microsoft.com/office/drawing/2014/main" id="{FD9CAF2A-3917-BB44-A628-07CD8D49DF9B}"/>
              </a:ext>
            </a:extLst>
          </p:cNvPr>
          <p:cNvSpPr/>
          <p:nvPr/>
        </p:nvSpPr>
        <p:spPr>
          <a:xfrm flipH="1" flipV="1">
            <a:off x="2276321" y="4094130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D47225DF-3AC6-5E40-B002-8F7634084868}"/>
              </a:ext>
            </a:extLst>
          </p:cNvPr>
          <p:cNvSpPr txBox="1"/>
          <p:nvPr/>
        </p:nvSpPr>
        <p:spPr>
          <a:xfrm>
            <a:off x="2996677" y="5303689"/>
            <a:ext cx="37647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92FE04A-87A4-F844-96D2-914D2F817BF4}"/>
              </a:ext>
            </a:extLst>
          </p:cNvPr>
          <p:cNvSpPr txBox="1"/>
          <p:nvPr/>
        </p:nvSpPr>
        <p:spPr>
          <a:xfrm>
            <a:off x="3217048" y="4605281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94B8222B-EB95-5344-A605-C16692691141}"/>
              </a:ext>
            </a:extLst>
          </p:cNvPr>
          <p:cNvCxnSpPr>
            <a:cxnSpLocks/>
          </p:cNvCxnSpPr>
          <p:nvPr/>
        </p:nvCxnSpPr>
        <p:spPr>
          <a:xfrm>
            <a:off x="3320257" y="4945429"/>
            <a:ext cx="0" cy="973606"/>
          </a:xfrm>
          <a:prstGeom prst="line">
            <a:avLst/>
          </a:prstGeom>
          <a:noFill/>
          <a:ln w="25400" cap="flat">
            <a:solidFill>
              <a:schemeClr val="accent6"/>
            </a:solidFill>
            <a:prstDash val="dash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FA1E3B3C-A97E-7A40-9C98-22D8020A0C41}"/>
              </a:ext>
            </a:extLst>
          </p:cNvPr>
          <p:cNvSpPr txBox="1"/>
          <p:nvPr/>
        </p:nvSpPr>
        <p:spPr>
          <a:xfrm>
            <a:off x="3440378" y="5668426"/>
            <a:ext cx="29396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50274449-4B8C-BB45-94FB-56BE211E518F}"/>
              </a:ext>
            </a:extLst>
          </p:cNvPr>
          <p:cNvCxnSpPr>
            <a:cxnSpLocks/>
          </p:cNvCxnSpPr>
          <p:nvPr/>
        </p:nvCxnSpPr>
        <p:spPr>
          <a:xfrm>
            <a:off x="1405060" y="3748972"/>
            <a:ext cx="3443377" cy="2136657"/>
          </a:xfrm>
          <a:prstGeom prst="line">
            <a:avLst/>
          </a:prstGeom>
          <a:noFill/>
          <a:ln w="9525" cap="flat">
            <a:solidFill>
              <a:srgbClr val="00B05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690F707C-E570-744A-B1B1-157E692A2C51}"/>
              </a:ext>
            </a:extLst>
          </p:cNvPr>
          <p:cNvSpPr txBox="1"/>
          <p:nvPr/>
        </p:nvSpPr>
        <p:spPr>
          <a:xfrm>
            <a:off x="1445301" y="3590085"/>
            <a:ext cx="21733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6F835979-DD65-0446-A2B4-BFB963A3E363}"/>
              </a:ext>
            </a:extLst>
          </p:cNvPr>
          <p:cNvSpPr txBox="1"/>
          <p:nvPr/>
        </p:nvSpPr>
        <p:spPr>
          <a:xfrm>
            <a:off x="4763984" y="5693225"/>
            <a:ext cx="29396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4" name="Arc 233">
            <a:extLst>
              <a:ext uri="{FF2B5EF4-FFF2-40B4-BE49-F238E27FC236}">
                <a16:creationId xmlns:a16="http://schemas.microsoft.com/office/drawing/2014/main" id="{76F94D72-4D1C-6848-B88B-213351ED139A}"/>
              </a:ext>
            </a:extLst>
          </p:cNvPr>
          <p:cNvSpPr/>
          <p:nvPr/>
        </p:nvSpPr>
        <p:spPr>
          <a:xfrm flipH="1" flipV="1">
            <a:off x="2993813" y="3727929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28151A9-50C9-1E40-8D66-C0698B9FF9FA}"/>
              </a:ext>
            </a:extLst>
          </p:cNvPr>
          <p:cNvSpPr txBox="1"/>
          <p:nvPr/>
        </p:nvSpPr>
        <p:spPr>
          <a:xfrm>
            <a:off x="3837333" y="4914228"/>
            <a:ext cx="419157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017FBB3-02F1-9940-BE15-95118F9A482C}"/>
              </a:ext>
            </a:extLst>
          </p:cNvPr>
          <p:cNvCxnSpPr>
            <a:cxnSpLocks/>
          </p:cNvCxnSpPr>
          <p:nvPr/>
        </p:nvCxnSpPr>
        <p:spPr>
          <a:xfrm>
            <a:off x="1389258" y="2948790"/>
            <a:ext cx="4717776" cy="2955785"/>
          </a:xfrm>
          <a:prstGeom prst="line">
            <a:avLst/>
          </a:prstGeom>
          <a:noFill/>
          <a:ln w="9525" cap="flat">
            <a:solidFill>
              <a:srgbClr val="00B05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17070622-805C-754B-B5E0-8ECD7CCBF149}"/>
              </a:ext>
            </a:extLst>
          </p:cNvPr>
          <p:cNvSpPr txBox="1"/>
          <p:nvPr/>
        </p:nvSpPr>
        <p:spPr>
          <a:xfrm>
            <a:off x="1391806" y="2753027"/>
            <a:ext cx="21733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35C688BA-296A-4B45-9088-57035ED525C2}"/>
              </a:ext>
            </a:extLst>
          </p:cNvPr>
          <p:cNvSpPr txBox="1"/>
          <p:nvPr/>
        </p:nvSpPr>
        <p:spPr>
          <a:xfrm>
            <a:off x="5983064" y="5678909"/>
            <a:ext cx="29396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3" name="Arc 242">
            <a:extLst>
              <a:ext uri="{FF2B5EF4-FFF2-40B4-BE49-F238E27FC236}">
                <a16:creationId xmlns:a16="http://schemas.microsoft.com/office/drawing/2014/main" id="{E5441E61-DC30-3B4B-88E8-BE93568453EA}"/>
              </a:ext>
            </a:extLst>
          </p:cNvPr>
          <p:cNvSpPr/>
          <p:nvPr/>
        </p:nvSpPr>
        <p:spPr>
          <a:xfrm flipH="1" flipV="1">
            <a:off x="3706683" y="3409964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C5D7F725-B4A1-B24E-93D0-38ABDBE7B607}"/>
              </a:ext>
            </a:extLst>
          </p:cNvPr>
          <p:cNvSpPr txBox="1"/>
          <p:nvPr/>
        </p:nvSpPr>
        <p:spPr>
          <a:xfrm>
            <a:off x="3926354" y="4307462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8DB7CA7E-C68A-D54D-82FB-4C429401FE2C}"/>
              </a:ext>
            </a:extLst>
          </p:cNvPr>
          <p:cNvSpPr txBox="1"/>
          <p:nvPr/>
        </p:nvSpPr>
        <p:spPr>
          <a:xfrm>
            <a:off x="4425727" y="4647653"/>
            <a:ext cx="419157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87EFD15-82C4-2A46-87CA-329CEB01B560}"/>
              </a:ext>
            </a:extLst>
          </p:cNvPr>
          <p:cNvCxnSpPr>
            <a:cxnSpLocks/>
          </p:cNvCxnSpPr>
          <p:nvPr/>
        </p:nvCxnSpPr>
        <p:spPr>
          <a:xfrm>
            <a:off x="1408570" y="2086505"/>
            <a:ext cx="6022186" cy="3791336"/>
          </a:xfrm>
          <a:prstGeom prst="line">
            <a:avLst/>
          </a:prstGeom>
          <a:noFill/>
          <a:ln w="9525" cap="flat">
            <a:solidFill>
              <a:srgbClr val="00B05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1CD89C6E-786D-4244-850F-E2163542921F}"/>
              </a:ext>
            </a:extLst>
          </p:cNvPr>
          <p:cNvSpPr txBox="1"/>
          <p:nvPr/>
        </p:nvSpPr>
        <p:spPr>
          <a:xfrm>
            <a:off x="1403820" y="1929735"/>
            <a:ext cx="21733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55D58671-6641-164D-A813-2C63DCF51131}"/>
              </a:ext>
            </a:extLst>
          </p:cNvPr>
          <p:cNvSpPr txBox="1"/>
          <p:nvPr/>
        </p:nvSpPr>
        <p:spPr>
          <a:xfrm>
            <a:off x="7334207" y="5689133"/>
            <a:ext cx="29396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33EFF618-8B16-AE4C-986F-DA1BC99E11D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403282" y="1248971"/>
            <a:ext cx="7325789" cy="4600581"/>
          </a:xfrm>
          <a:prstGeom prst="line">
            <a:avLst/>
          </a:prstGeom>
          <a:noFill/>
          <a:ln w="9525" cap="flat">
            <a:solidFill>
              <a:srgbClr val="00B05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EB3BCA60-8BF8-684B-9AAA-F7BCA0D829E1}"/>
              </a:ext>
            </a:extLst>
          </p:cNvPr>
          <p:cNvSpPr txBox="1"/>
          <p:nvPr/>
        </p:nvSpPr>
        <p:spPr>
          <a:xfrm>
            <a:off x="1393938" y="1074985"/>
            <a:ext cx="21733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369BA785-A592-6541-BECB-0BC6E84AE6F8}"/>
              </a:ext>
            </a:extLst>
          </p:cNvPr>
          <p:cNvSpPr txBox="1"/>
          <p:nvPr/>
        </p:nvSpPr>
        <p:spPr>
          <a:xfrm>
            <a:off x="8657929" y="5663555"/>
            <a:ext cx="293960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8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6" name="Arc 255">
            <a:extLst>
              <a:ext uri="{FF2B5EF4-FFF2-40B4-BE49-F238E27FC236}">
                <a16:creationId xmlns:a16="http://schemas.microsoft.com/office/drawing/2014/main" id="{99AC2A0F-567B-C348-9413-A7897E23EF01}"/>
              </a:ext>
            </a:extLst>
          </p:cNvPr>
          <p:cNvSpPr/>
          <p:nvPr/>
        </p:nvSpPr>
        <p:spPr>
          <a:xfrm flipH="1" flipV="1">
            <a:off x="4488257" y="3029700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0723C48A-04DB-8841-92EB-C68964798963}"/>
              </a:ext>
            </a:extLst>
          </p:cNvPr>
          <p:cNvSpPr txBox="1"/>
          <p:nvPr/>
        </p:nvSpPr>
        <p:spPr>
          <a:xfrm>
            <a:off x="4665092" y="3935745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B0344783-4952-7E45-A52B-2B35B1F2A5C0}"/>
              </a:ext>
            </a:extLst>
          </p:cNvPr>
          <p:cNvSpPr txBox="1"/>
          <p:nvPr/>
        </p:nvSpPr>
        <p:spPr>
          <a:xfrm>
            <a:off x="5212277" y="4232076"/>
            <a:ext cx="419157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62" name="Arc 261">
            <a:extLst>
              <a:ext uri="{FF2B5EF4-FFF2-40B4-BE49-F238E27FC236}">
                <a16:creationId xmlns:a16="http://schemas.microsoft.com/office/drawing/2014/main" id="{B83A1F3D-08CF-EC4C-A25B-82669FD04E43}"/>
              </a:ext>
            </a:extLst>
          </p:cNvPr>
          <p:cNvSpPr/>
          <p:nvPr/>
        </p:nvSpPr>
        <p:spPr>
          <a:xfrm flipH="1" flipV="1">
            <a:off x="5146131" y="2614123"/>
            <a:ext cx="1919406" cy="1346208"/>
          </a:xfrm>
          <a:prstGeom prst="arc">
            <a:avLst>
              <a:gd name="adj1" fmla="val 17304803"/>
              <a:gd name="adj2" fmla="val 21295633"/>
            </a:avLst>
          </a:prstGeom>
          <a:noFill/>
          <a:ln w="9525" cap="flat">
            <a:solidFill>
              <a:schemeClr val="accent2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83448F31-4083-8B4F-A9D3-C9BC4BA9E196}"/>
              </a:ext>
            </a:extLst>
          </p:cNvPr>
          <p:cNvSpPr txBox="1"/>
          <p:nvPr/>
        </p:nvSpPr>
        <p:spPr>
          <a:xfrm>
            <a:off x="5398805" y="3556974"/>
            <a:ext cx="248060" cy="246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10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4AC34EA2-CD1C-A34F-A3D3-32BE4EA56F13}"/>
              </a:ext>
            </a:extLst>
          </p:cNvPr>
          <p:cNvSpPr txBox="1"/>
          <p:nvPr/>
        </p:nvSpPr>
        <p:spPr>
          <a:xfrm>
            <a:off x="5855451" y="3805817"/>
            <a:ext cx="419157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  <a:r>
              <a:rPr lang="en-US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kumimoji="0" lang="en-US" sz="8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0CCF3E1B-9D66-294F-BBD8-331809EF94A5}"/>
              </a:ext>
            </a:extLst>
          </p:cNvPr>
          <p:cNvSpPr txBox="1"/>
          <p:nvPr/>
        </p:nvSpPr>
        <p:spPr>
          <a:xfrm>
            <a:off x="1106819" y="4351534"/>
            <a:ext cx="296385" cy="2760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0E7EDB04-D5AF-CB4A-A4DA-4D4B3E0B2878}"/>
                  </a:ext>
                </a:extLst>
              </p:cNvPr>
              <p:cNvSpPr txBox="1"/>
              <p:nvPr/>
            </p:nvSpPr>
            <p:spPr>
              <a:xfrm>
                <a:off x="1366790" y="4666331"/>
                <a:ext cx="315810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𝐾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0E7EDB04-D5AF-CB4A-A4DA-4D4B3E0B2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790" y="4666331"/>
                <a:ext cx="315810" cy="123111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1A5C08CA-64B3-8441-BB49-2FC557D56300}"/>
                  </a:ext>
                </a:extLst>
              </p:cNvPr>
              <p:cNvSpPr txBox="1"/>
              <p:nvPr/>
            </p:nvSpPr>
            <p:spPr>
              <a:xfrm>
                <a:off x="3586905" y="5729768"/>
                <a:ext cx="188578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𝐿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1A5C08CA-64B3-8441-BB49-2FC557D56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905" y="5729768"/>
                <a:ext cx="188578" cy="123111"/>
              </a:xfrm>
              <a:prstGeom prst="rect">
                <a:avLst/>
              </a:prstGeom>
              <a:blipFill>
                <a:blip r:embed="rId5"/>
                <a:stretch>
                  <a:fillRect l="-12500"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2" name="TextBox 281">
            <a:extLst>
              <a:ext uri="{FF2B5EF4-FFF2-40B4-BE49-F238E27FC236}">
                <a16:creationId xmlns:a16="http://schemas.microsoft.com/office/drawing/2014/main" id="{A470B0A0-935B-AB46-9BF3-2B08ED90323B}"/>
              </a:ext>
            </a:extLst>
          </p:cNvPr>
          <p:cNvSpPr txBox="1"/>
          <p:nvPr/>
        </p:nvSpPr>
        <p:spPr>
          <a:xfrm>
            <a:off x="3811015" y="5853187"/>
            <a:ext cx="279453" cy="276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9A0076E9-8542-FD43-AF7D-2D57E01AB40D}"/>
              </a:ext>
            </a:extLst>
          </p:cNvPr>
          <p:cNvSpPr txBox="1"/>
          <p:nvPr/>
        </p:nvSpPr>
        <p:spPr>
          <a:xfrm>
            <a:off x="1085961" y="4001819"/>
            <a:ext cx="296385" cy="2760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878B7977-C012-9F42-B7D4-947515DAA9E1}"/>
              </a:ext>
            </a:extLst>
          </p:cNvPr>
          <p:cNvSpPr txBox="1"/>
          <p:nvPr/>
        </p:nvSpPr>
        <p:spPr>
          <a:xfrm>
            <a:off x="1122293" y="3510704"/>
            <a:ext cx="296385" cy="2760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5A5F2322-A333-3C49-99BA-83CC1AD7D2C1}"/>
                  </a:ext>
                </a:extLst>
              </p:cNvPr>
              <p:cNvSpPr txBox="1"/>
              <p:nvPr/>
            </p:nvSpPr>
            <p:spPr>
              <a:xfrm>
                <a:off x="1460542" y="4289881"/>
                <a:ext cx="315810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𝐾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5A5F2322-A333-3C49-99BA-83CC1AD7D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542" y="4289881"/>
                <a:ext cx="315810" cy="123111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6B8017BB-DD93-3040-A033-54E8D6019B5A}"/>
                  </a:ext>
                </a:extLst>
              </p:cNvPr>
              <p:cNvSpPr txBox="1"/>
              <p:nvPr/>
            </p:nvSpPr>
            <p:spPr>
              <a:xfrm>
                <a:off x="1369723" y="3908532"/>
                <a:ext cx="315810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𝐾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6B8017BB-DD93-3040-A033-54E8D6019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723" y="3908532"/>
                <a:ext cx="315810" cy="123111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56EFF113-C7F6-B54A-A98D-E4C6BFAEDAD3}"/>
                  </a:ext>
                </a:extLst>
              </p:cNvPr>
              <p:cNvSpPr txBox="1"/>
              <p:nvPr/>
            </p:nvSpPr>
            <p:spPr>
              <a:xfrm>
                <a:off x="4318668" y="5704185"/>
                <a:ext cx="188578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𝐿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56EFF113-C7F6-B54A-A98D-E4C6BFAED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668" y="5704185"/>
                <a:ext cx="188578" cy="123111"/>
              </a:xfrm>
              <a:prstGeom prst="rect">
                <a:avLst/>
              </a:prstGeom>
              <a:blipFill>
                <a:blip r:embed="rId8"/>
                <a:stretch>
                  <a:fillRect l="-6250" r="-6250"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031FD0A4-1346-EA45-8254-7026B1A7C27E}"/>
                  </a:ext>
                </a:extLst>
              </p:cNvPr>
              <p:cNvSpPr txBox="1"/>
              <p:nvPr/>
            </p:nvSpPr>
            <p:spPr>
              <a:xfrm>
                <a:off x="4995559" y="5706599"/>
                <a:ext cx="188578" cy="12311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∆</m:t>
                      </m:r>
                      <m:sSub>
                        <m:sSubPr>
                          <m:ctrlP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𝐿</m:t>
                          </m:r>
                        </m:e>
                        <m:sub>
                          <m:r>
                            <a:rPr kumimoji="0" lang="en-US" sz="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US" sz="8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031FD0A4-1346-EA45-8254-7026B1A7C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559" y="5706599"/>
                <a:ext cx="188578" cy="123111"/>
              </a:xfrm>
              <a:prstGeom prst="rect">
                <a:avLst/>
              </a:prstGeom>
              <a:blipFill>
                <a:blip r:embed="rId9"/>
                <a:stretch>
                  <a:fillRect l="-12500" b="-20000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" name="TextBox 296">
            <a:extLst>
              <a:ext uri="{FF2B5EF4-FFF2-40B4-BE49-F238E27FC236}">
                <a16:creationId xmlns:a16="http://schemas.microsoft.com/office/drawing/2014/main" id="{54C4590C-7424-0649-A831-9C8880B9BE5A}"/>
              </a:ext>
            </a:extLst>
          </p:cNvPr>
          <p:cNvSpPr txBox="1"/>
          <p:nvPr/>
        </p:nvSpPr>
        <p:spPr>
          <a:xfrm>
            <a:off x="4638564" y="5888687"/>
            <a:ext cx="279453" cy="276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281B3AB8-4834-AA4E-BBA3-049ED2A17192}"/>
              </a:ext>
            </a:extLst>
          </p:cNvPr>
          <p:cNvSpPr txBox="1"/>
          <p:nvPr/>
        </p:nvSpPr>
        <p:spPr>
          <a:xfrm>
            <a:off x="5405393" y="5878998"/>
            <a:ext cx="279453" cy="276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0" lang="en-US" sz="1200" b="0" i="0" u="none" strike="noStrike" cap="none" spc="0" normalizeH="0" baseline="-2500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51825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rves for  The Law of Variable Proportions"/>
          <p:cNvSpPr txBox="1">
            <a:spLocks noGrp="1"/>
          </p:cNvSpPr>
          <p:nvPr>
            <p:ph type="title" idx="4294967295"/>
          </p:nvPr>
        </p:nvSpPr>
        <p:spPr>
          <a:xfrm>
            <a:off x="1455157" y="45506"/>
            <a:ext cx="3949112" cy="410469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8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 of Returns to Scale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1F70EE-7CA7-D646-9F03-3394A79DDB00}"/>
              </a:ext>
            </a:extLst>
          </p:cNvPr>
          <p:cNvGrpSpPr/>
          <p:nvPr/>
        </p:nvGrpSpPr>
        <p:grpSpPr>
          <a:xfrm>
            <a:off x="115613" y="316444"/>
            <a:ext cx="8571188" cy="5834551"/>
            <a:chOff x="2116746" y="1494714"/>
            <a:chExt cx="8571188" cy="583455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BB78341-9308-0149-A44F-4B323911BC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4017" y="1494714"/>
              <a:ext cx="5002" cy="5834551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31085A8-565D-3941-9FA1-7BD2746DA3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0964" y="6831571"/>
              <a:ext cx="8276970" cy="0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AEA21E-A56A-4543-9D96-F3B00D780B67}"/>
                </a:ext>
              </a:extLst>
            </p:cNvPr>
            <p:cNvSpPr txBox="1"/>
            <p:nvPr/>
          </p:nvSpPr>
          <p:spPr>
            <a:xfrm>
              <a:off x="10097047" y="6852141"/>
              <a:ext cx="590887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Lab</a:t>
              </a: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69A5B4-362E-654B-8195-BCFF38690E1C}"/>
                </a:ext>
              </a:extLst>
            </p:cNvPr>
            <p:cNvSpPr txBox="1"/>
            <p:nvPr/>
          </p:nvSpPr>
          <p:spPr>
            <a:xfrm>
              <a:off x="2116746" y="1494714"/>
              <a:ext cx="650693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Cap</a:t>
              </a: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7E6A6-6299-8B41-8D2F-59C458277FEE}"/>
              </a:ext>
            </a:extLst>
          </p:cNvPr>
          <p:cNvCxnSpPr>
            <a:cxnSpLocks/>
          </p:cNvCxnSpPr>
          <p:nvPr/>
        </p:nvCxnSpPr>
        <p:spPr>
          <a:xfrm flipV="1">
            <a:off x="803476" y="832323"/>
            <a:ext cx="6981281" cy="4783213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8" name="Curves for  The Law of Variable Proportions">
            <a:extLst>
              <a:ext uri="{FF2B5EF4-FFF2-40B4-BE49-F238E27FC236}">
                <a16:creationId xmlns:a16="http://schemas.microsoft.com/office/drawing/2014/main" id="{538F291B-1A76-754D-8128-417595DC11BD}"/>
              </a:ext>
            </a:extLst>
          </p:cNvPr>
          <p:cNvSpPr txBox="1">
            <a:spLocks/>
          </p:cNvSpPr>
          <p:nvPr/>
        </p:nvSpPr>
        <p:spPr>
          <a:xfrm rot="19473675">
            <a:off x="1123079" y="2470017"/>
            <a:ext cx="5310385" cy="447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IRS     to      DRS    ???</a:t>
            </a:r>
          </a:p>
        </p:txBody>
      </p:sp>
      <p:sp>
        <p:nvSpPr>
          <p:cNvPr id="96" name="Curves for  The Law of Variable Proportions">
            <a:extLst>
              <a:ext uri="{FF2B5EF4-FFF2-40B4-BE49-F238E27FC236}">
                <a16:creationId xmlns:a16="http://schemas.microsoft.com/office/drawing/2014/main" id="{3FEFC23D-B611-FE44-A544-6FFF2B8F487C}"/>
              </a:ext>
            </a:extLst>
          </p:cNvPr>
          <p:cNvSpPr txBox="1">
            <a:spLocks/>
          </p:cNvSpPr>
          <p:nvPr/>
        </p:nvSpPr>
        <p:spPr>
          <a:xfrm rot="19457246">
            <a:off x="2082152" y="3317665"/>
            <a:ext cx="5310385" cy="447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DRS     to      IRS   ???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82F23-B017-304D-8074-FF0C3DF48D6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30450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urves for  The Law of Variable Proportions">
            <a:extLst>
              <a:ext uri="{FF2B5EF4-FFF2-40B4-BE49-F238E27FC236}">
                <a16:creationId xmlns:a16="http://schemas.microsoft.com/office/drawing/2014/main" id="{78B2C20F-C16F-EA41-836A-5DB957FA2F40}"/>
              </a:ext>
            </a:extLst>
          </p:cNvPr>
          <p:cNvSpPr txBox="1">
            <a:spLocks/>
          </p:cNvSpPr>
          <p:nvPr/>
        </p:nvSpPr>
        <p:spPr>
          <a:xfrm>
            <a:off x="837588" y="432010"/>
            <a:ext cx="3189701" cy="410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Mover Advantages</a:t>
            </a:r>
          </a:p>
        </p:txBody>
      </p:sp>
      <p:sp>
        <p:nvSpPr>
          <p:cNvPr id="41" name="Curves for  The Law of Variable Proportions">
            <a:extLst>
              <a:ext uri="{FF2B5EF4-FFF2-40B4-BE49-F238E27FC236}">
                <a16:creationId xmlns:a16="http://schemas.microsoft.com/office/drawing/2014/main" id="{638C3A28-001D-7640-B5A6-55E2488BCB2E}"/>
              </a:ext>
            </a:extLst>
          </p:cNvPr>
          <p:cNvSpPr txBox="1">
            <a:spLocks/>
          </p:cNvSpPr>
          <p:nvPr/>
        </p:nvSpPr>
        <p:spPr>
          <a:xfrm>
            <a:off x="877849" y="1028313"/>
            <a:ext cx="3189701" cy="410469"/>
          </a:xfrm>
          <a:prstGeom prst="rect">
            <a:avLst/>
          </a:prstGeom>
          <a:ln w="28575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l" hangingPunct="1">
              <a:defRPr sz="2800" b="1"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Lack of rivalry </a:t>
            </a:r>
          </a:p>
        </p:txBody>
      </p:sp>
      <p:sp>
        <p:nvSpPr>
          <p:cNvPr id="42" name="Curves for  The Law of Variable Proportions">
            <a:extLst>
              <a:ext uri="{FF2B5EF4-FFF2-40B4-BE49-F238E27FC236}">
                <a16:creationId xmlns:a16="http://schemas.microsoft.com/office/drawing/2014/main" id="{DD63C158-FA11-5F4B-B4FB-F977F2939EC2}"/>
              </a:ext>
            </a:extLst>
          </p:cNvPr>
          <p:cNvSpPr txBox="1">
            <a:spLocks/>
          </p:cNvSpPr>
          <p:nvPr/>
        </p:nvSpPr>
        <p:spPr>
          <a:xfrm>
            <a:off x="906138" y="1653520"/>
            <a:ext cx="3189701" cy="410469"/>
          </a:xfrm>
          <a:prstGeom prst="rect">
            <a:avLst/>
          </a:prstGeom>
          <a:ln w="28575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l" hangingPunct="1">
              <a:defRPr sz="2800" b="1"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Sole access to resources </a:t>
            </a:r>
          </a:p>
        </p:txBody>
      </p:sp>
      <p:sp>
        <p:nvSpPr>
          <p:cNvPr id="47" name="Curves for  The Law of Variable Proportions">
            <a:extLst>
              <a:ext uri="{FF2B5EF4-FFF2-40B4-BE49-F238E27FC236}">
                <a16:creationId xmlns:a16="http://schemas.microsoft.com/office/drawing/2014/main" id="{A6C54017-997A-064E-A9E1-103C3BC78139}"/>
              </a:ext>
            </a:extLst>
          </p:cNvPr>
          <p:cNvSpPr txBox="1">
            <a:spLocks/>
          </p:cNvSpPr>
          <p:nvPr/>
        </p:nvSpPr>
        <p:spPr>
          <a:xfrm>
            <a:off x="906137" y="2830732"/>
            <a:ext cx="3189701" cy="410469"/>
          </a:xfrm>
          <a:prstGeom prst="rect">
            <a:avLst/>
          </a:prstGeom>
          <a:ln w="28575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l" hangingPunct="1">
              <a:defRPr sz="2800" b="1"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IPR protection 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control on SS</a:t>
            </a:r>
          </a:p>
        </p:txBody>
      </p:sp>
      <p:sp>
        <p:nvSpPr>
          <p:cNvPr id="178" name="Curves for  The Law of Variable Proportions">
            <a:extLst>
              <a:ext uri="{FF2B5EF4-FFF2-40B4-BE49-F238E27FC236}">
                <a16:creationId xmlns:a16="http://schemas.microsoft.com/office/drawing/2014/main" id="{A64D663D-60B2-3C4A-8C8E-7DC40C530EB2}"/>
              </a:ext>
            </a:extLst>
          </p:cNvPr>
          <p:cNvSpPr txBox="1">
            <a:spLocks/>
          </p:cNvSpPr>
          <p:nvPr/>
        </p:nvSpPr>
        <p:spPr>
          <a:xfrm>
            <a:off x="4478051" y="378247"/>
            <a:ext cx="4200939" cy="410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of 1</a:t>
            </a:r>
            <a:r>
              <a:rPr lang="en-US" sz="20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Mover Advantages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EB09A2-5027-2C4F-B080-6644710D0AD9}"/>
              </a:ext>
            </a:extLst>
          </p:cNvPr>
          <p:cNvGrpSpPr/>
          <p:nvPr/>
        </p:nvGrpSpPr>
        <p:grpSpPr>
          <a:xfrm>
            <a:off x="906137" y="2200779"/>
            <a:ext cx="3268790" cy="410469"/>
            <a:chOff x="621195" y="2474043"/>
            <a:chExt cx="3268790" cy="410469"/>
          </a:xfrm>
        </p:grpSpPr>
        <p:sp>
          <p:nvSpPr>
            <p:cNvPr id="43" name="Curves for  The Law of Variable Proportions">
              <a:extLst>
                <a:ext uri="{FF2B5EF4-FFF2-40B4-BE49-F238E27FC236}">
                  <a16:creationId xmlns:a16="http://schemas.microsoft.com/office/drawing/2014/main" id="{9EC00AC6-2F3F-DC45-9849-5F3CFC69E815}"/>
                </a:ext>
              </a:extLst>
            </p:cNvPr>
            <p:cNvSpPr txBox="1">
              <a:spLocks/>
            </p:cNvSpPr>
            <p:nvPr/>
          </p:nvSpPr>
          <p:spPr>
            <a:xfrm>
              <a:off x="621195" y="2474043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9528BFD-9C03-5D42-A07E-A46A919DBE34}"/>
                </a:ext>
              </a:extLst>
            </p:cNvPr>
            <p:cNvSpPr txBox="1"/>
            <p:nvPr/>
          </p:nvSpPr>
          <p:spPr>
            <a:xfrm>
              <a:off x="880935" y="2512140"/>
              <a:ext cx="3009050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Novelty value </a:t>
              </a:r>
              <a:r>
                <a:rPr kumimoji="0" lang="en-US" sz="1600" b="1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= control on SS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F75364-8D4E-B644-8A8B-1A1AAEF64912}"/>
              </a:ext>
            </a:extLst>
          </p:cNvPr>
          <p:cNvGrpSpPr/>
          <p:nvPr/>
        </p:nvGrpSpPr>
        <p:grpSpPr>
          <a:xfrm>
            <a:off x="906136" y="3472086"/>
            <a:ext cx="3189701" cy="410469"/>
            <a:chOff x="621194" y="3745350"/>
            <a:chExt cx="3189701" cy="410469"/>
          </a:xfrm>
        </p:grpSpPr>
        <p:sp>
          <p:nvSpPr>
            <p:cNvPr id="44" name="Curves for  The Law of Variable Proportions">
              <a:extLst>
                <a:ext uri="{FF2B5EF4-FFF2-40B4-BE49-F238E27FC236}">
                  <a16:creationId xmlns:a16="http://schemas.microsoft.com/office/drawing/2014/main" id="{EF096ACF-3D5F-FD45-A460-1F66375DCC04}"/>
                </a:ext>
              </a:extLst>
            </p:cNvPr>
            <p:cNvSpPr txBox="1">
              <a:spLocks/>
            </p:cNvSpPr>
            <p:nvPr/>
          </p:nvSpPr>
          <p:spPr>
            <a:xfrm>
              <a:off x="621194" y="3745350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5.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DD17A24-54F0-2849-B795-375A2E4C7DA8}"/>
                </a:ext>
              </a:extLst>
            </p:cNvPr>
            <p:cNvSpPr txBox="1"/>
            <p:nvPr/>
          </p:nvSpPr>
          <p:spPr>
            <a:xfrm>
              <a:off x="864183" y="3782390"/>
              <a:ext cx="2766714" cy="307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Customer acquisition &amp; retention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0D6BDEF-A2F0-D64D-AB9A-CC3EE1E55125}"/>
              </a:ext>
            </a:extLst>
          </p:cNvPr>
          <p:cNvGrpSpPr/>
          <p:nvPr/>
        </p:nvGrpSpPr>
        <p:grpSpPr>
          <a:xfrm>
            <a:off x="906136" y="4050404"/>
            <a:ext cx="3189701" cy="410469"/>
            <a:chOff x="621194" y="4323668"/>
            <a:chExt cx="3189701" cy="410469"/>
          </a:xfrm>
        </p:grpSpPr>
        <p:sp>
          <p:nvSpPr>
            <p:cNvPr id="45" name="Curves for  The Law of Variable Proportions">
              <a:extLst>
                <a:ext uri="{FF2B5EF4-FFF2-40B4-BE49-F238E27FC236}">
                  <a16:creationId xmlns:a16="http://schemas.microsoft.com/office/drawing/2014/main" id="{AE1E84B4-1F31-444B-9BD0-B3845092803C}"/>
                </a:ext>
              </a:extLst>
            </p:cNvPr>
            <p:cNvSpPr txBox="1">
              <a:spLocks/>
            </p:cNvSpPr>
            <p:nvPr/>
          </p:nvSpPr>
          <p:spPr>
            <a:xfrm>
              <a:off x="621194" y="4323668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6.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E59B5B-67F3-7D40-891A-8739A933F41C}"/>
                </a:ext>
              </a:extLst>
            </p:cNvPr>
            <p:cNvSpPr txBox="1"/>
            <p:nvPr/>
          </p:nvSpPr>
          <p:spPr>
            <a:xfrm>
              <a:off x="936041" y="4337015"/>
              <a:ext cx="2659542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Brand recognition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3D785B-DA48-F847-B437-C5F02C8118C9}"/>
              </a:ext>
            </a:extLst>
          </p:cNvPr>
          <p:cNvGrpSpPr/>
          <p:nvPr/>
        </p:nvGrpSpPr>
        <p:grpSpPr>
          <a:xfrm>
            <a:off x="906135" y="4660108"/>
            <a:ext cx="3449443" cy="410469"/>
            <a:chOff x="621193" y="4933372"/>
            <a:chExt cx="3449443" cy="410469"/>
          </a:xfrm>
        </p:grpSpPr>
        <p:sp>
          <p:nvSpPr>
            <p:cNvPr id="46" name="Curves for  The Law of Variable Proportions">
              <a:extLst>
                <a:ext uri="{FF2B5EF4-FFF2-40B4-BE49-F238E27FC236}">
                  <a16:creationId xmlns:a16="http://schemas.microsoft.com/office/drawing/2014/main" id="{2173B1E7-1CDD-CC41-9DF1-51D13C1671D9}"/>
                </a:ext>
              </a:extLst>
            </p:cNvPr>
            <p:cNvSpPr txBox="1">
              <a:spLocks/>
            </p:cNvSpPr>
            <p:nvPr/>
          </p:nvSpPr>
          <p:spPr>
            <a:xfrm>
              <a:off x="621193" y="4933372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7. 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65E920-E723-F14C-99E5-5F0C449CC6D7}"/>
                </a:ext>
              </a:extLst>
            </p:cNvPr>
            <p:cNvSpPr txBox="1"/>
            <p:nvPr/>
          </p:nvSpPr>
          <p:spPr>
            <a:xfrm>
              <a:off x="880935" y="4963012"/>
              <a:ext cx="3189701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Price setting</a:t>
              </a:r>
              <a:r>
                <a:rPr kumimoji="0" lang="en-US" sz="1400" b="1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 (inputs &amp; outputs)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A754DB-246F-F64D-A87F-5407ED483CC6}"/>
              </a:ext>
            </a:extLst>
          </p:cNvPr>
          <p:cNvGrpSpPr/>
          <p:nvPr/>
        </p:nvGrpSpPr>
        <p:grpSpPr>
          <a:xfrm>
            <a:off x="906134" y="5269812"/>
            <a:ext cx="3189701" cy="410469"/>
            <a:chOff x="621192" y="5543076"/>
            <a:chExt cx="3189701" cy="410469"/>
          </a:xfrm>
        </p:grpSpPr>
        <p:sp>
          <p:nvSpPr>
            <p:cNvPr id="48" name="Curves for  The Law of Variable Proportions">
              <a:extLst>
                <a:ext uri="{FF2B5EF4-FFF2-40B4-BE49-F238E27FC236}">
                  <a16:creationId xmlns:a16="http://schemas.microsoft.com/office/drawing/2014/main" id="{64289443-4898-2846-BAFA-F9CC972448CE}"/>
                </a:ext>
              </a:extLst>
            </p:cNvPr>
            <p:cNvSpPr txBox="1">
              <a:spLocks/>
            </p:cNvSpPr>
            <p:nvPr/>
          </p:nvSpPr>
          <p:spPr>
            <a:xfrm>
              <a:off x="621192" y="5543076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8. 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19F02A-CA6A-534F-BB8D-583E17650FBF}"/>
                </a:ext>
              </a:extLst>
            </p:cNvPr>
            <p:cNvSpPr txBox="1"/>
            <p:nvPr/>
          </p:nvSpPr>
          <p:spPr>
            <a:xfrm>
              <a:off x="920292" y="5563645"/>
              <a:ext cx="2691040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High govt. patronage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D45CF64-AC6D-C544-837C-AB359CDAE8CE}"/>
              </a:ext>
            </a:extLst>
          </p:cNvPr>
          <p:cNvGrpSpPr/>
          <p:nvPr/>
        </p:nvGrpSpPr>
        <p:grpSpPr>
          <a:xfrm>
            <a:off x="4969074" y="828304"/>
            <a:ext cx="3189701" cy="415809"/>
            <a:chOff x="4919543" y="1337970"/>
            <a:chExt cx="3189701" cy="415809"/>
          </a:xfrm>
        </p:grpSpPr>
        <p:sp>
          <p:nvSpPr>
            <p:cNvPr id="187" name="Curves for  The Law of Variable Proportions">
              <a:extLst>
                <a:ext uri="{FF2B5EF4-FFF2-40B4-BE49-F238E27FC236}">
                  <a16:creationId xmlns:a16="http://schemas.microsoft.com/office/drawing/2014/main" id="{ECEB0D49-FF9C-574D-961E-ECB534FDF0CB}"/>
                </a:ext>
              </a:extLst>
            </p:cNvPr>
            <p:cNvSpPr txBox="1">
              <a:spLocks/>
            </p:cNvSpPr>
            <p:nvPr/>
          </p:nvSpPr>
          <p:spPr>
            <a:xfrm>
              <a:off x="4919543" y="1343310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 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88D85D-BBB7-DD4D-B921-79C86B4B2F98}"/>
                </a:ext>
              </a:extLst>
            </p:cNvPr>
            <p:cNvSpPr txBox="1"/>
            <p:nvPr/>
          </p:nvSpPr>
          <p:spPr>
            <a:xfrm>
              <a:off x="5331854" y="1337970"/>
              <a:ext cx="2550016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 Product backfires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DD9B03A-843F-E34F-8389-AF18BEE069EA}"/>
              </a:ext>
            </a:extLst>
          </p:cNvPr>
          <p:cNvGrpSpPr/>
          <p:nvPr/>
        </p:nvGrpSpPr>
        <p:grpSpPr>
          <a:xfrm>
            <a:off x="4959133" y="1341476"/>
            <a:ext cx="3189701" cy="417241"/>
            <a:chOff x="4919542" y="1920012"/>
            <a:chExt cx="3189701" cy="417241"/>
          </a:xfrm>
        </p:grpSpPr>
        <p:sp>
          <p:nvSpPr>
            <p:cNvPr id="188" name="Curves for  The Law of Variable Proportions">
              <a:extLst>
                <a:ext uri="{FF2B5EF4-FFF2-40B4-BE49-F238E27FC236}">
                  <a16:creationId xmlns:a16="http://schemas.microsoft.com/office/drawing/2014/main" id="{DA5D69DB-08C4-6F46-9B4C-2256B368B501}"/>
                </a:ext>
              </a:extLst>
            </p:cNvPr>
            <p:cNvSpPr txBox="1">
              <a:spLocks/>
            </p:cNvSpPr>
            <p:nvPr/>
          </p:nvSpPr>
          <p:spPr>
            <a:xfrm>
              <a:off x="4919542" y="1926784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ABBB77-8ABC-7940-AD05-6326416B88F4}"/>
                </a:ext>
              </a:extLst>
            </p:cNvPr>
            <p:cNvSpPr txBox="1"/>
            <p:nvPr/>
          </p:nvSpPr>
          <p:spPr>
            <a:xfrm>
              <a:off x="5331854" y="1920012"/>
              <a:ext cx="2550016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Increased rivalry</a:t>
              </a:r>
              <a:endParaRPr kumimoji="0" lang="en-US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D8023BD-F386-524D-B0D9-517BD680D0DB}"/>
              </a:ext>
            </a:extLst>
          </p:cNvPr>
          <p:cNvGrpSpPr/>
          <p:nvPr/>
        </p:nvGrpSpPr>
        <p:grpSpPr>
          <a:xfrm>
            <a:off x="4969074" y="1881442"/>
            <a:ext cx="3189701" cy="410469"/>
            <a:chOff x="4919541" y="2474043"/>
            <a:chExt cx="3189701" cy="410469"/>
          </a:xfrm>
        </p:grpSpPr>
        <p:sp>
          <p:nvSpPr>
            <p:cNvPr id="189" name="Curves for  The Law of Variable Proportions">
              <a:extLst>
                <a:ext uri="{FF2B5EF4-FFF2-40B4-BE49-F238E27FC236}">
                  <a16:creationId xmlns:a16="http://schemas.microsoft.com/office/drawing/2014/main" id="{9DA8BBDA-6DE8-A34A-AC7E-A187FCD7FD06}"/>
                </a:ext>
              </a:extLst>
            </p:cNvPr>
            <p:cNvSpPr txBox="1">
              <a:spLocks/>
            </p:cNvSpPr>
            <p:nvPr/>
          </p:nvSpPr>
          <p:spPr>
            <a:xfrm>
              <a:off x="4919541" y="2474043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c.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C1AE82-C00D-F540-8DAF-AAA0C5D540AD}"/>
                </a:ext>
              </a:extLst>
            </p:cNvPr>
            <p:cNvSpPr txBox="1"/>
            <p:nvPr/>
          </p:nvSpPr>
          <p:spPr>
            <a:xfrm>
              <a:off x="5331854" y="2512150"/>
              <a:ext cx="2550014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Resource scarcity sets in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688B581-8F0A-A64E-B84B-5349DF9A1FB5}"/>
              </a:ext>
            </a:extLst>
          </p:cNvPr>
          <p:cNvGrpSpPr/>
          <p:nvPr/>
        </p:nvGrpSpPr>
        <p:grpSpPr>
          <a:xfrm>
            <a:off x="4959130" y="2923754"/>
            <a:ext cx="3199642" cy="410469"/>
            <a:chOff x="4919540" y="3745350"/>
            <a:chExt cx="3199642" cy="410469"/>
          </a:xfrm>
        </p:grpSpPr>
        <p:sp>
          <p:nvSpPr>
            <p:cNvPr id="190" name="Curves for  The Law of Variable Proportions">
              <a:extLst>
                <a:ext uri="{FF2B5EF4-FFF2-40B4-BE49-F238E27FC236}">
                  <a16:creationId xmlns:a16="http://schemas.microsoft.com/office/drawing/2014/main" id="{DAADC825-DDCB-1E4A-AB92-66F963616966}"/>
                </a:ext>
              </a:extLst>
            </p:cNvPr>
            <p:cNvSpPr txBox="1">
              <a:spLocks/>
            </p:cNvSpPr>
            <p:nvPr/>
          </p:nvSpPr>
          <p:spPr>
            <a:xfrm>
              <a:off x="4919540" y="3745350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e.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767DAAF-D482-C843-B52F-8F4E5A519D44}"/>
                </a:ext>
              </a:extLst>
            </p:cNvPr>
            <p:cNvSpPr txBox="1"/>
            <p:nvPr/>
          </p:nvSpPr>
          <p:spPr>
            <a:xfrm>
              <a:off x="5239457" y="3765919"/>
              <a:ext cx="2879725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Price rises and demand falls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229C0F0-7A48-0C43-B735-70F15E917FE8}"/>
              </a:ext>
            </a:extLst>
          </p:cNvPr>
          <p:cNvGrpSpPr/>
          <p:nvPr/>
        </p:nvGrpSpPr>
        <p:grpSpPr>
          <a:xfrm>
            <a:off x="4959131" y="3488796"/>
            <a:ext cx="3189701" cy="410469"/>
            <a:chOff x="4919540" y="4323668"/>
            <a:chExt cx="3189701" cy="410469"/>
          </a:xfrm>
        </p:grpSpPr>
        <p:sp>
          <p:nvSpPr>
            <p:cNvPr id="191" name="Curves for  The Law of Variable Proportions">
              <a:extLst>
                <a:ext uri="{FF2B5EF4-FFF2-40B4-BE49-F238E27FC236}">
                  <a16:creationId xmlns:a16="http://schemas.microsoft.com/office/drawing/2014/main" id="{F0F1295F-9774-7342-8569-299A24B9818E}"/>
                </a:ext>
              </a:extLst>
            </p:cNvPr>
            <p:cNvSpPr txBox="1">
              <a:spLocks/>
            </p:cNvSpPr>
            <p:nvPr/>
          </p:nvSpPr>
          <p:spPr>
            <a:xfrm>
              <a:off x="4919540" y="4323668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f. 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822809F-B11D-4E40-8561-4C3F839F0E4C}"/>
                </a:ext>
              </a:extLst>
            </p:cNvPr>
            <p:cNvSpPr txBox="1"/>
            <p:nvPr/>
          </p:nvSpPr>
          <p:spPr>
            <a:xfrm>
              <a:off x="5331854" y="4327392"/>
              <a:ext cx="2550016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Profitability reduces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74114B3-7CE7-8C4C-8884-AB45A6517D53}"/>
              </a:ext>
            </a:extLst>
          </p:cNvPr>
          <p:cNvGrpSpPr/>
          <p:nvPr/>
        </p:nvGrpSpPr>
        <p:grpSpPr>
          <a:xfrm>
            <a:off x="4969074" y="4018958"/>
            <a:ext cx="3189701" cy="410469"/>
            <a:chOff x="4919539" y="4933372"/>
            <a:chExt cx="3189701" cy="410469"/>
          </a:xfrm>
        </p:grpSpPr>
        <p:sp>
          <p:nvSpPr>
            <p:cNvPr id="192" name="Curves for  The Law of Variable Proportions">
              <a:extLst>
                <a:ext uri="{FF2B5EF4-FFF2-40B4-BE49-F238E27FC236}">
                  <a16:creationId xmlns:a16="http://schemas.microsoft.com/office/drawing/2014/main" id="{07381539-65B0-9347-8E63-CF525073C701}"/>
                </a:ext>
              </a:extLst>
            </p:cNvPr>
            <p:cNvSpPr txBox="1">
              <a:spLocks/>
            </p:cNvSpPr>
            <p:nvPr/>
          </p:nvSpPr>
          <p:spPr>
            <a:xfrm>
              <a:off x="4919539" y="4933372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g. 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476D275-9955-8349-AB45-FB1193B1A2F7}"/>
                </a:ext>
              </a:extLst>
            </p:cNvPr>
            <p:cNvSpPr txBox="1"/>
            <p:nvPr/>
          </p:nvSpPr>
          <p:spPr>
            <a:xfrm>
              <a:off x="5334929" y="4959300"/>
              <a:ext cx="2339032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Tech obsolescence sets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1384D6E-9AC9-144D-9AF7-149494089459}"/>
              </a:ext>
            </a:extLst>
          </p:cNvPr>
          <p:cNvGrpSpPr/>
          <p:nvPr/>
        </p:nvGrpSpPr>
        <p:grpSpPr>
          <a:xfrm>
            <a:off x="868844" y="5875417"/>
            <a:ext cx="3189701" cy="414568"/>
            <a:chOff x="583902" y="6148681"/>
            <a:chExt cx="3189701" cy="414568"/>
          </a:xfrm>
        </p:grpSpPr>
        <p:sp>
          <p:nvSpPr>
            <p:cNvPr id="34" name="Curves for  The Law of Variable Proportions">
              <a:extLst>
                <a:ext uri="{FF2B5EF4-FFF2-40B4-BE49-F238E27FC236}">
                  <a16:creationId xmlns:a16="http://schemas.microsoft.com/office/drawing/2014/main" id="{D4A6202C-308C-EA42-AA83-7A46EC33934E}"/>
                </a:ext>
              </a:extLst>
            </p:cNvPr>
            <p:cNvSpPr txBox="1">
              <a:spLocks/>
            </p:cNvSpPr>
            <p:nvPr/>
          </p:nvSpPr>
          <p:spPr>
            <a:xfrm>
              <a:off x="583902" y="6152780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9. 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E82D8EC-608F-2640-B7C6-C6F144F6728B}"/>
                </a:ext>
              </a:extLst>
            </p:cNvPr>
            <p:cNvSpPr txBox="1"/>
            <p:nvPr/>
          </p:nvSpPr>
          <p:spPr>
            <a:xfrm>
              <a:off x="894883" y="6148681"/>
              <a:ext cx="2691040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spc="0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Better financial access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77C3A05-6986-6540-A1A7-0CAB712F9D17}"/>
              </a:ext>
            </a:extLst>
          </p:cNvPr>
          <p:cNvGrpSpPr/>
          <p:nvPr/>
        </p:nvGrpSpPr>
        <p:grpSpPr>
          <a:xfrm>
            <a:off x="4969074" y="4582198"/>
            <a:ext cx="3189701" cy="414258"/>
            <a:chOff x="4919538" y="5539287"/>
            <a:chExt cx="3189701" cy="414258"/>
          </a:xfrm>
        </p:grpSpPr>
        <p:sp>
          <p:nvSpPr>
            <p:cNvPr id="194" name="Curves for  The Law of Variable Proportions">
              <a:extLst>
                <a:ext uri="{FF2B5EF4-FFF2-40B4-BE49-F238E27FC236}">
                  <a16:creationId xmlns:a16="http://schemas.microsoft.com/office/drawing/2014/main" id="{E88AD175-D1AB-5342-A183-B173F5210064}"/>
                </a:ext>
              </a:extLst>
            </p:cNvPr>
            <p:cNvSpPr txBox="1">
              <a:spLocks/>
            </p:cNvSpPr>
            <p:nvPr/>
          </p:nvSpPr>
          <p:spPr>
            <a:xfrm>
              <a:off x="4919538" y="5543076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h. 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E86BBFD-875F-E04F-9DEF-945CC5A4B93D}"/>
                </a:ext>
              </a:extLst>
            </p:cNvPr>
            <p:cNvSpPr txBox="1"/>
            <p:nvPr/>
          </p:nvSpPr>
          <p:spPr>
            <a:xfrm>
              <a:off x="5283228" y="5539287"/>
              <a:ext cx="2598641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Govt reduces patronages</a:t>
              </a:r>
            </a:p>
          </p:txBody>
        </p:sp>
      </p:grpSp>
      <p:sp>
        <p:nvSpPr>
          <p:cNvPr id="36" name="Curves for  The Law of Variable Proportions">
            <a:extLst>
              <a:ext uri="{FF2B5EF4-FFF2-40B4-BE49-F238E27FC236}">
                <a16:creationId xmlns:a16="http://schemas.microsoft.com/office/drawing/2014/main" id="{202E47EC-F59D-304C-9C86-4E673F1003CF}"/>
              </a:ext>
            </a:extLst>
          </p:cNvPr>
          <p:cNvSpPr txBox="1">
            <a:spLocks/>
          </p:cNvSpPr>
          <p:nvPr/>
        </p:nvSpPr>
        <p:spPr>
          <a:xfrm>
            <a:off x="77213" y="0"/>
            <a:ext cx="3189701" cy="410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 of Returns to Scale (Contd.)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75BB457-FDDD-9744-88F0-A1CC6D5EF051}"/>
              </a:ext>
            </a:extLst>
          </p:cNvPr>
          <p:cNvGrpSpPr/>
          <p:nvPr/>
        </p:nvGrpSpPr>
        <p:grpSpPr>
          <a:xfrm>
            <a:off x="4969074" y="5098066"/>
            <a:ext cx="3189701" cy="417241"/>
            <a:chOff x="4919542" y="1920012"/>
            <a:chExt cx="3189701" cy="417241"/>
          </a:xfrm>
        </p:grpSpPr>
        <p:sp>
          <p:nvSpPr>
            <p:cNvPr id="57" name="Curves for  The Law of Variable Proportions">
              <a:extLst>
                <a:ext uri="{FF2B5EF4-FFF2-40B4-BE49-F238E27FC236}">
                  <a16:creationId xmlns:a16="http://schemas.microsoft.com/office/drawing/2014/main" id="{CB8FB354-2E81-8242-BB6B-5103FFBFC5FE}"/>
                </a:ext>
              </a:extLst>
            </p:cNvPr>
            <p:cNvSpPr txBox="1">
              <a:spLocks/>
            </p:cNvSpPr>
            <p:nvPr/>
          </p:nvSpPr>
          <p:spPr>
            <a:xfrm>
              <a:off x="4919542" y="1926784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214B841-E1DF-104F-8A61-3B564A330BF1}"/>
                </a:ext>
              </a:extLst>
            </p:cNvPr>
            <p:cNvSpPr txBox="1"/>
            <p:nvPr/>
          </p:nvSpPr>
          <p:spPr>
            <a:xfrm>
              <a:off x="5331854" y="1920012"/>
              <a:ext cx="2550016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Opportunity cost</a:t>
              </a:r>
              <a:endParaRPr kumimoji="0" lang="en-US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ED9E3DF-4529-9441-BC19-E65B29DDDD78}"/>
              </a:ext>
            </a:extLst>
          </p:cNvPr>
          <p:cNvGrpSpPr/>
          <p:nvPr/>
        </p:nvGrpSpPr>
        <p:grpSpPr>
          <a:xfrm>
            <a:off x="4959130" y="5601241"/>
            <a:ext cx="3189701" cy="410469"/>
            <a:chOff x="4919541" y="2474043"/>
            <a:chExt cx="3189701" cy="410469"/>
          </a:xfrm>
        </p:grpSpPr>
        <p:sp>
          <p:nvSpPr>
            <p:cNvPr id="60" name="Curves for  The Law of Variable Proportions">
              <a:extLst>
                <a:ext uri="{FF2B5EF4-FFF2-40B4-BE49-F238E27FC236}">
                  <a16:creationId xmlns:a16="http://schemas.microsoft.com/office/drawing/2014/main" id="{D95F2512-34CD-8042-9AB6-7CE40CB6E5CC}"/>
                </a:ext>
              </a:extLst>
            </p:cNvPr>
            <p:cNvSpPr txBox="1">
              <a:spLocks/>
            </p:cNvSpPr>
            <p:nvPr/>
          </p:nvSpPr>
          <p:spPr>
            <a:xfrm>
              <a:off x="4919541" y="2474043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j. 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F3ADA6F-BDA5-D84C-99C2-9E2677464B54}"/>
                </a:ext>
              </a:extLst>
            </p:cNvPr>
            <p:cNvSpPr txBox="1"/>
            <p:nvPr/>
          </p:nvSpPr>
          <p:spPr>
            <a:xfrm>
              <a:off x="5331854" y="2512150"/>
              <a:ext cx="2434106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Increased selling costs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A57A5E8-9CE4-B24A-9759-78AF7D10B3BA}"/>
              </a:ext>
            </a:extLst>
          </p:cNvPr>
          <p:cNvGrpSpPr/>
          <p:nvPr/>
        </p:nvGrpSpPr>
        <p:grpSpPr>
          <a:xfrm>
            <a:off x="4959130" y="6107542"/>
            <a:ext cx="3189701" cy="410469"/>
            <a:chOff x="4919541" y="3103996"/>
            <a:chExt cx="3189701" cy="410469"/>
          </a:xfrm>
        </p:grpSpPr>
        <p:sp>
          <p:nvSpPr>
            <p:cNvPr id="63" name="Curves for  The Law of Variable Proportions">
              <a:extLst>
                <a:ext uri="{FF2B5EF4-FFF2-40B4-BE49-F238E27FC236}">
                  <a16:creationId xmlns:a16="http://schemas.microsoft.com/office/drawing/2014/main" id="{206558DB-A7CF-D144-86F1-24F537570D89}"/>
                </a:ext>
              </a:extLst>
            </p:cNvPr>
            <p:cNvSpPr txBox="1">
              <a:spLocks/>
            </p:cNvSpPr>
            <p:nvPr/>
          </p:nvSpPr>
          <p:spPr>
            <a:xfrm>
              <a:off x="4919541" y="3103996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k. 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49F9A53-C9BD-6D4B-8021-D5403D7F52C9}"/>
                </a:ext>
              </a:extLst>
            </p:cNvPr>
            <p:cNvSpPr txBox="1"/>
            <p:nvPr/>
          </p:nvSpPr>
          <p:spPr>
            <a:xfrm>
              <a:off x="5325573" y="3137493"/>
              <a:ext cx="2519478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Threat of Subs / versions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637E3BA-E02B-DC48-BEE1-099BF9216FE3}"/>
              </a:ext>
            </a:extLst>
          </p:cNvPr>
          <p:cNvGrpSpPr/>
          <p:nvPr/>
        </p:nvGrpSpPr>
        <p:grpSpPr>
          <a:xfrm>
            <a:off x="4959133" y="2427351"/>
            <a:ext cx="3189701" cy="410469"/>
            <a:chOff x="4959133" y="2427351"/>
            <a:chExt cx="3189701" cy="410469"/>
          </a:xfrm>
        </p:grpSpPr>
        <p:sp>
          <p:nvSpPr>
            <p:cNvPr id="193" name="Curves for  The Law of Variable Proportions">
              <a:extLst>
                <a:ext uri="{FF2B5EF4-FFF2-40B4-BE49-F238E27FC236}">
                  <a16:creationId xmlns:a16="http://schemas.microsoft.com/office/drawing/2014/main" id="{4BC3BEE8-2FB9-D241-B664-FD142C63215E}"/>
                </a:ext>
              </a:extLst>
            </p:cNvPr>
            <p:cNvSpPr txBox="1">
              <a:spLocks/>
            </p:cNvSpPr>
            <p:nvPr/>
          </p:nvSpPr>
          <p:spPr>
            <a:xfrm>
              <a:off x="4959133" y="2427351"/>
              <a:ext cx="3189701" cy="410469"/>
            </a:xfrm>
            <a:prstGeom prst="rect">
              <a:avLst/>
            </a:prstGeom>
            <a:ln w="28575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a14="http://schemas.microsoft.com/office/mac/drawingml/2011/main" xmlns:a14="http://schemas.microsoft.com/office/drawing/2010/main" xmlns:m="http://schemas.openxmlformats.org/officeDocument/2006/math" val="1"/>
              </a:ext>
            </a:extLst>
          </p:spPr>
          <p:txBody>
            <a:bodyPr lIns="45719" rIns="45719" anchor="ctr">
              <a:noAutofit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5pPr>
              <a:lvl6pPr marL="0" marR="0" indent="4572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6pPr>
              <a:lvl7pPr marL="0" marR="0" indent="9144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7pPr>
              <a:lvl8pPr marL="0" marR="0" indent="13716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8pPr>
              <a:lvl9pPr marL="0" marR="0" indent="182880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ln>
                    <a:noFill/>
                  </a:ln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Calibri"/>
                </a:defRPr>
              </a:lvl9pPr>
            </a:lstStyle>
            <a:p>
              <a:pPr algn="l" hangingPunct="1">
                <a:defRPr sz="2800" b="1"/>
              </a:pPr>
              <a:r>
                <a:rPr lang="en-US" sz="18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d.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051E54A-8976-444D-A3E7-705BFB1C5B91}"/>
                </a:ext>
              </a:extLst>
            </p:cNvPr>
            <p:cNvSpPr txBox="1"/>
            <p:nvPr/>
          </p:nvSpPr>
          <p:spPr>
            <a:xfrm>
              <a:off x="5365162" y="2464022"/>
              <a:ext cx="2642412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rPr>
                <a:t>Increasing input cost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9471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7" grpId="0" animBg="1"/>
      <p:bldP spid="17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rves for  The Law of Variable Proportions"/>
          <p:cNvSpPr txBox="1">
            <a:spLocks noGrp="1"/>
          </p:cNvSpPr>
          <p:nvPr>
            <p:ph type="title" idx="4294967295"/>
          </p:nvPr>
        </p:nvSpPr>
        <p:spPr>
          <a:xfrm>
            <a:off x="1455157" y="45506"/>
            <a:ext cx="3949112" cy="410469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 sz="28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 of Returns to Scale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1F70EE-7CA7-D646-9F03-3394A79DDB00}"/>
              </a:ext>
            </a:extLst>
          </p:cNvPr>
          <p:cNvGrpSpPr/>
          <p:nvPr/>
        </p:nvGrpSpPr>
        <p:grpSpPr>
          <a:xfrm>
            <a:off x="296749" y="316444"/>
            <a:ext cx="8390052" cy="5834551"/>
            <a:chOff x="2297882" y="1494714"/>
            <a:chExt cx="8390052" cy="583455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BB78341-9308-0149-A44F-4B323911BC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4017" y="1494714"/>
              <a:ext cx="5002" cy="5834551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31085A8-565D-3941-9FA1-7BD2746DA3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0964" y="6831571"/>
              <a:ext cx="8276970" cy="0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AEA21E-A56A-4543-9D96-F3B00D780B67}"/>
                </a:ext>
              </a:extLst>
            </p:cNvPr>
            <p:cNvSpPr txBox="1"/>
            <p:nvPr/>
          </p:nvSpPr>
          <p:spPr>
            <a:xfrm>
              <a:off x="10218377" y="6852141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Lab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69A5B4-362E-654B-8195-BCFF38690E1C}"/>
                </a:ext>
              </a:extLst>
            </p:cNvPr>
            <p:cNvSpPr txBox="1"/>
            <p:nvPr/>
          </p:nvSpPr>
          <p:spPr>
            <a:xfrm>
              <a:off x="2297882" y="1494714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Cap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7E6A6-6299-8B41-8D2F-59C458277FEE}"/>
              </a:ext>
            </a:extLst>
          </p:cNvPr>
          <p:cNvCxnSpPr>
            <a:cxnSpLocks/>
          </p:cNvCxnSpPr>
          <p:nvPr/>
        </p:nvCxnSpPr>
        <p:spPr>
          <a:xfrm flipV="1">
            <a:off x="803476" y="832323"/>
            <a:ext cx="6981281" cy="4783213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8" name="Curves for  The Law of Variable Proportions">
            <a:extLst>
              <a:ext uri="{FF2B5EF4-FFF2-40B4-BE49-F238E27FC236}">
                <a16:creationId xmlns:a16="http://schemas.microsoft.com/office/drawing/2014/main" id="{538F291B-1A76-754D-8128-417595DC11BD}"/>
              </a:ext>
            </a:extLst>
          </p:cNvPr>
          <p:cNvSpPr txBox="1">
            <a:spLocks/>
          </p:cNvSpPr>
          <p:nvPr/>
        </p:nvSpPr>
        <p:spPr>
          <a:xfrm rot="19473675">
            <a:off x="1123079" y="2470017"/>
            <a:ext cx="5310385" cy="447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IRS     to      DRS    ???</a:t>
            </a:r>
          </a:p>
        </p:txBody>
      </p:sp>
      <p:sp>
        <p:nvSpPr>
          <p:cNvPr id="96" name="Curves for  The Law of Variable Proportions">
            <a:extLst>
              <a:ext uri="{FF2B5EF4-FFF2-40B4-BE49-F238E27FC236}">
                <a16:creationId xmlns:a16="http://schemas.microsoft.com/office/drawing/2014/main" id="{3FEFC23D-B611-FE44-A544-6FFF2B8F487C}"/>
              </a:ext>
            </a:extLst>
          </p:cNvPr>
          <p:cNvSpPr txBox="1">
            <a:spLocks/>
          </p:cNvSpPr>
          <p:nvPr/>
        </p:nvSpPr>
        <p:spPr>
          <a:xfrm rot="19457246">
            <a:off x="2082152" y="3317665"/>
            <a:ext cx="5310385" cy="447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DRS     to      IRS   ???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95A367-E5CF-3E4E-930D-A107C10DF3E7}"/>
              </a:ext>
            </a:extLst>
          </p:cNvPr>
          <p:cNvGrpSpPr/>
          <p:nvPr/>
        </p:nvGrpSpPr>
        <p:grpSpPr>
          <a:xfrm>
            <a:off x="1498555" y="580038"/>
            <a:ext cx="6128280" cy="4402527"/>
            <a:chOff x="1498555" y="580038"/>
            <a:chExt cx="6128280" cy="440252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512458A-74EE-FC4C-81AF-E132F2E1F14A}"/>
                </a:ext>
              </a:extLst>
            </p:cNvPr>
            <p:cNvGrpSpPr/>
            <p:nvPr/>
          </p:nvGrpSpPr>
          <p:grpSpPr>
            <a:xfrm>
              <a:off x="1498555" y="580038"/>
              <a:ext cx="6128280" cy="4402527"/>
              <a:chOff x="1483842" y="613208"/>
              <a:chExt cx="6128280" cy="4402527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82F296F-5257-BE4C-BE82-8C0D9B65E3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28758" y="4831795"/>
                <a:ext cx="133138" cy="183940"/>
              </a:xfrm>
              <a:prstGeom prst="line">
                <a:avLst/>
              </a:pr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C3FFD70-ED32-7C4F-B956-829AAFF7D22D}"/>
                  </a:ext>
                </a:extLst>
              </p:cNvPr>
              <p:cNvSpPr txBox="1"/>
              <p:nvPr/>
            </p:nvSpPr>
            <p:spPr>
              <a:xfrm>
                <a:off x="1483842" y="4486361"/>
                <a:ext cx="46955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en-US" sz="18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9D60314-EB30-A242-ACAA-6909B145B177}"/>
                  </a:ext>
                </a:extLst>
              </p:cNvPr>
              <p:cNvSpPr txBox="1"/>
              <p:nvPr/>
            </p:nvSpPr>
            <p:spPr>
              <a:xfrm>
                <a:off x="2473656" y="3862885"/>
                <a:ext cx="46955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kumimoji="0" lang="en-US" sz="18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1525C7C-33DC-E54C-850D-1C68EAA4B915}"/>
                  </a:ext>
                </a:extLst>
              </p:cNvPr>
              <p:cNvSpPr txBox="1"/>
              <p:nvPr/>
            </p:nvSpPr>
            <p:spPr>
              <a:xfrm>
                <a:off x="2892871" y="3564207"/>
                <a:ext cx="46955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kumimoji="0" lang="en-US" sz="18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644D558-8651-A340-829E-7C140BC7C5E2}"/>
                  </a:ext>
                </a:extLst>
              </p:cNvPr>
              <p:cNvSpPr txBox="1"/>
              <p:nvPr/>
            </p:nvSpPr>
            <p:spPr>
              <a:xfrm>
                <a:off x="3150540" y="3371071"/>
                <a:ext cx="46955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kumimoji="0" lang="en-US" sz="18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02023FF-925D-2846-ACDE-58BA86EA023D}"/>
                  </a:ext>
                </a:extLst>
              </p:cNvPr>
              <p:cNvSpPr txBox="1"/>
              <p:nvPr/>
            </p:nvSpPr>
            <p:spPr>
              <a:xfrm>
                <a:off x="3366813" y="3260878"/>
                <a:ext cx="46955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kumimoji="0" lang="en-US" sz="18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65C38A4-7F3F-C847-B064-01AF8BB0230B}"/>
                  </a:ext>
                </a:extLst>
              </p:cNvPr>
              <p:cNvSpPr txBox="1"/>
              <p:nvPr/>
            </p:nvSpPr>
            <p:spPr>
              <a:xfrm>
                <a:off x="3859844" y="2907108"/>
                <a:ext cx="46955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kumimoji="0" lang="en-US" sz="18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F36747D-5C3C-3B4C-978A-91677F374911}"/>
                  </a:ext>
                </a:extLst>
              </p:cNvPr>
              <p:cNvSpPr txBox="1"/>
              <p:nvPr/>
            </p:nvSpPr>
            <p:spPr>
              <a:xfrm>
                <a:off x="4533603" y="2387289"/>
                <a:ext cx="46955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kumimoji="0" lang="en-US" sz="18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DFE18BE-7DE0-6F4B-8914-9829746E39B7}"/>
                  </a:ext>
                </a:extLst>
              </p:cNvPr>
              <p:cNvSpPr txBox="1"/>
              <p:nvPr/>
            </p:nvSpPr>
            <p:spPr>
              <a:xfrm>
                <a:off x="5602544" y="1657243"/>
                <a:ext cx="46955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kumimoji="0" lang="en-US" sz="18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11402E7-5F94-3348-A262-2B591CD851BD}"/>
                  </a:ext>
                </a:extLst>
              </p:cNvPr>
              <p:cNvSpPr txBox="1"/>
              <p:nvPr/>
            </p:nvSpPr>
            <p:spPr>
              <a:xfrm>
                <a:off x="7142565" y="613208"/>
                <a:ext cx="469557" cy="3693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kumimoji="0" lang="en-US" sz="1800" b="0" i="0" u="none" strike="noStrike" cap="none" spc="0" normalizeH="0" baseline="-25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3073312-152B-DF49-A375-E323083D93BA}"/>
                </a:ext>
              </a:extLst>
            </p:cNvPr>
            <p:cNvCxnSpPr>
              <a:cxnSpLocks/>
            </p:cNvCxnSpPr>
            <p:nvPr/>
          </p:nvCxnSpPr>
          <p:spPr>
            <a:xfrm>
              <a:off x="2733255" y="4157295"/>
              <a:ext cx="133138" cy="18394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FF30E23-279B-3C44-98F1-F766806564DB}"/>
                </a:ext>
              </a:extLst>
            </p:cNvPr>
            <p:cNvCxnSpPr>
              <a:cxnSpLocks/>
            </p:cNvCxnSpPr>
            <p:nvPr/>
          </p:nvCxnSpPr>
          <p:spPr>
            <a:xfrm>
              <a:off x="3180257" y="3848127"/>
              <a:ext cx="133138" cy="18394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0BD69AA-9E1D-F14D-B311-7A139356459E}"/>
                </a:ext>
              </a:extLst>
            </p:cNvPr>
            <p:cNvCxnSpPr>
              <a:cxnSpLocks/>
            </p:cNvCxnSpPr>
            <p:nvPr/>
          </p:nvCxnSpPr>
          <p:spPr>
            <a:xfrm>
              <a:off x="3429713" y="3648708"/>
              <a:ext cx="133138" cy="18394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2FDF048-A0E1-814E-AEC9-C192A2741D46}"/>
                </a:ext>
              </a:extLst>
            </p:cNvPr>
            <p:cNvCxnSpPr>
              <a:cxnSpLocks/>
            </p:cNvCxnSpPr>
            <p:nvPr/>
          </p:nvCxnSpPr>
          <p:spPr>
            <a:xfrm>
              <a:off x="3597759" y="3567240"/>
              <a:ext cx="133138" cy="18394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2C8E4FB-EAB4-D846-AD35-2544D552DD99}"/>
                </a:ext>
              </a:extLst>
            </p:cNvPr>
            <p:cNvCxnSpPr>
              <a:cxnSpLocks/>
            </p:cNvCxnSpPr>
            <p:nvPr/>
          </p:nvCxnSpPr>
          <p:spPr>
            <a:xfrm>
              <a:off x="4109336" y="3203600"/>
              <a:ext cx="133138" cy="18394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FED9EAF-7108-3D4D-8D74-300063E5B7B9}"/>
                </a:ext>
              </a:extLst>
            </p:cNvPr>
            <p:cNvCxnSpPr>
              <a:cxnSpLocks/>
            </p:cNvCxnSpPr>
            <p:nvPr/>
          </p:nvCxnSpPr>
          <p:spPr>
            <a:xfrm>
              <a:off x="4791170" y="2742073"/>
              <a:ext cx="133138" cy="18394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F464870-A416-F942-BF7E-C0A83C6B48DD}"/>
                </a:ext>
              </a:extLst>
            </p:cNvPr>
            <p:cNvCxnSpPr>
              <a:cxnSpLocks/>
            </p:cNvCxnSpPr>
            <p:nvPr/>
          </p:nvCxnSpPr>
          <p:spPr>
            <a:xfrm>
              <a:off x="5892911" y="1977440"/>
              <a:ext cx="133138" cy="18394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040F828-7A05-CF44-91AB-858508B81876}"/>
                </a:ext>
              </a:extLst>
            </p:cNvPr>
            <p:cNvCxnSpPr>
              <a:cxnSpLocks/>
            </p:cNvCxnSpPr>
            <p:nvPr/>
          </p:nvCxnSpPr>
          <p:spPr>
            <a:xfrm>
              <a:off x="7392057" y="920423"/>
              <a:ext cx="133138" cy="18394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82F23-B017-304D-8074-FF0C3DF48D6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1719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1F70EE-7CA7-D646-9F03-3394A79DDB00}"/>
              </a:ext>
            </a:extLst>
          </p:cNvPr>
          <p:cNvGrpSpPr/>
          <p:nvPr/>
        </p:nvGrpSpPr>
        <p:grpSpPr>
          <a:xfrm>
            <a:off x="296749" y="316444"/>
            <a:ext cx="8390052" cy="5834551"/>
            <a:chOff x="2297882" y="1494714"/>
            <a:chExt cx="8390052" cy="583455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BB78341-9308-0149-A44F-4B323911BC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4017" y="1494714"/>
              <a:ext cx="5002" cy="5834551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31085A8-565D-3941-9FA1-7BD2746DA3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0964" y="6831571"/>
              <a:ext cx="8276970" cy="0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AEA21E-A56A-4543-9D96-F3B00D780B67}"/>
                </a:ext>
              </a:extLst>
            </p:cNvPr>
            <p:cNvSpPr txBox="1"/>
            <p:nvPr/>
          </p:nvSpPr>
          <p:spPr>
            <a:xfrm>
              <a:off x="10218377" y="6852141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Lab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69A5B4-362E-654B-8195-BCFF38690E1C}"/>
                </a:ext>
              </a:extLst>
            </p:cNvPr>
            <p:cNvSpPr txBox="1"/>
            <p:nvPr/>
          </p:nvSpPr>
          <p:spPr>
            <a:xfrm>
              <a:off x="2297882" y="1494714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Cap</a:t>
              </a: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endParaRP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7E6A6-6299-8B41-8D2F-59C458277FEE}"/>
              </a:ext>
            </a:extLst>
          </p:cNvPr>
          <p:cNvCxnSpPr>
            <a:cxnSpLocks/>
          </p:cNvCxnSpPr>
          <p:nvPr/>
        </p:nvCxnSpPr>
        <p:spPr>
          <a:xfrm flipV="1">
            <a:off x="803476" y="4609070"/>
            <a:ext cx="1470167" cy="1006467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0598E83-2BC4-BC43-8CA7-ABAF62565D61}"/>
              </a:ext>
            </a:extLst>
          </p:cNvPr>
          <p:cNvCxnSpPr>
            <a:cxnSpLocks/>
          </p:cNvCxnSpPr>
          <p:nvPr/>
        </p:nvCxnSpPr>
        <p:spPr>
          <a:xfrm flipV="1">
            <a:off x="2236573" y="3391881"/>
            <a:ext cx="1618448" cy="932326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6A7B250-8E79-E140-B69E-E8F02B6E24F4}"/>
              </a:ext>
            </a:extLst>
          </p:cNvPr>
          <p:cNvCxnSpPr>
            <a:cxnSpLocks/>
          </p:cNvCxnSpPr>
          <p:nvPr/>
        </p:nvCxnSpPr>
        <p:spPr>
          <a:xfrm flipV="1">
            <a:off x="3855021" y="1860648"/>
            <a:ext cx="1554944" cy="932326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D8566D-D393-E74D-B312-79025CBD0ABA}"/>
              </a:ext>
            </a:extLst>
          </p:cNvPr>
          <p:cNvCxnSpPr>
            <a:cxnSpLocks/>
          </p:cNvCxnSpPr>
          <p:nvPr/>
        </p:nvCxnSpPr>
        <p:spPr>
          <a:xfrm flipV="1">
            <a:off x="5404021" y="63838"/>
            <a:ext cx="1400432" cy="801135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43BFF0A-7157-734E-9240-4B95261E08DD}"/>
              </a:ext>
            </a:extLst>
          </p:cNvPr>
          <p:cNvCxnSpPr>
            <a:cxnSpLocks/>
          </p:cNvCxnSpPr>
          <p:nvPr/>
        </p:nvCxnSpPr>
        <p:spPr>
          <a:xfrm>
            <a:off x="2236573" y="4324207"/>
            <a:ext cx="0" cy="309576"/>
          </a:xfrm>
          <a:prstGeom prst="line">
            <a:avLst/>
          </a:prstGeom>
          <a:noFill/>
          <a:ln w="57150" cap="flat">
            <a:solidFill>
              <a:schemeClr val="accent2"/>
            </a:solidFill>
            <a:prstDash val="sysDot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F0872CF-6A53-814B-9114-A0D829AD5343}"/>
              </a:ext>
            </a:extLst>
          </p:cNvPr>
          <p:cNvCxnSpPr>
            <a:cxnSpLocks/>
          </p:cNvCxnSpPr>
          <p:nvPr/>
        </p:nvCxnSpPr>
        <p:spPr>
          <a:xfrm>
            <a:off x="3855021" y="2797441"/>
            <a:ext cx="0" cy="594440"/>
          </a:xfrm>
          <a:prstGeom prst="line">
            <a:avLst/>
          </a:prstGeom>
          <a:noFill/>
          <a:ln w="57150" cap="flat">
            <a:solidFill>
              <a:schemeClr val="accent2"/>
            </a:solidFill>
            <a:prstDash val="sysDot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95B6812-F66E-5743-B8C4-57DE03E8F4D8}"/>
              </a:ext>
            </a:extLst>
          </p:cNvPr>
          <p:cNvCxnSpPr>
            <a:cxnSpLocks/>
          </p:cNvCxnSpPr>
          <p:nvPr/>
        </p:nvCxnSpPr>
        <p:spPr>
          <a:xfrm>
            <a:off x="5404021" y="864973"/>
            <a:ext cx="0" cy="995675"/>
          </a:xfrm>
          <a:prstGeom prst="line">
            <a:avLst/>
          </a:prstGeom>
          <a:noFill/>
          <a:ln w="57150" cap="flat">
            <a:solidFill>
              <a:schemeClr val="accent2"/>
            </a:solidFill>
            <a:prstDash val="sysDot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5F12F-AFC7-ED47-AA8A-6C87D459D66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25</a:t>
            </a:fld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0FA6A4-B203-6047-96D9-B5B580F860C9}"/>
              </a:ext>
            </a:extLst>
          </p:cNvPr>
          <p:cNvSpPr txBox="1"/>
          <p:nvPr/>
        </p:nvSpPr>
        <p:spPr>
          <a:xfrm rot="19410703">
            <a:off x="862345" y="4512909"/>
            <a:ext cx="112364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Segment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795790-61C9-A948-92F5-AF2E85942B86}"/>
              </a:ext>
            </a:extLst>
          </p:cNvPr>
          <p:cNvSpPr txBox="1"/>
          <p:nvPr/>
        </p:nvSpPr>
        <p:spPr>
          <a:xfrm rot="19629706">
            <a:off x="2387893" y="3336934"/>
            <a:ext cx="112364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Segment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E2A057-5C71-0B4F-8D50-56EE3DDFD1FD}"/>
              </a:ext>
            </a:extLst>
          </p:cNvPr>
          <p:cNvSpPr txBox="1"/>
          <p:nvPr/>
        </p:nvSpPr>
        <p:spPr>
          <a:xfrm rot="19781697">
            <a:off x="3858691" y="1852933"/>
            <a:ext cx="112364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Segment 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3A0174-65D4-0447-B3A3-FF23C48DE8D4}"/>
              </a:ext>
            </a:extLst>
          </p:cNvPr>
          <p:cNvSpPr txBox="1"/>
          <p:nvPr/>
        </p:nvSpPr>
        <p:spPr>
          <a:xfrm rot="19768110">
            <a:off x="5055132" y="201139"/>
            <a:ext cx="112364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Segment 4</a:t>
            </a:r>
          </a:p>
        </p:txBody>
      </p:sp>
      <p:sp>
        <p:nvSpPr>
          <p:cNvPr id="25" name="Curves for  The Law of Variable Proportions">
            <a:extLst>
              <a:ext uri="{FF2B5EF4-FFF2-40B4-BE49-F238E27FC236}">
                <a16:creationId xmlns:a16="http://schemas.microsoft.com/office/drawing/2014/main" id="{ED0977F8-1D8F-6D49-B094-E998D4769C35}"/>
              </a:ext>
            </a:extLst>
          </p:cNvPr>
          <p:cNvSpPr txBox="1">
            <a:spLocks/>
          </p:cNvSpPr>
          <p:nvPr/>
        </p:nvSpPr>
        <p:spPr>
          <a:xfrm>
            <a:off x="807342" y="134685"/>
            <a:ext cx="3577498" cy="515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 of Returns to Scale (Contd.)</a:t>
            </a:r>
          </a:p>
        </p:txBody>
      </p:sp>
    </p:spTree>
    <p:extLst>
      <p:ext uri="{BB962C8B-B14F-4D97-AF65-F5344CB8AC3E}">
        <p14:creationId xmlns:p14="http://schemas.microsoft.com/office/powerpoint/2010/main" val="118902893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1F70EE-7CA7-D646-9F03-3394A79DDB00}"/>
              </a:ext>
            </a:extLst>
          </p:cNvPr>
          <p:cNvGrpSpPr/>
          <p:nvPr/>
        </p:nvGrpSpPr>
        <p:grpSpPr>
          <a:xfrm>
            <a:off x="296749" y="316444"/>
            <a:ext cx="8390052" cy="5834551"/>
            <a:chOff x="2297882" y="1494714"/>
            <a:chExt cx="8390052" cy="583455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BB78341-9308-0149-A44F-4B323911BC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4017" y="1494714"/>
              <a:ext cx="5002" cy="5834551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31085A8-565D-3941-9FA1-7BD2746DA3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0964" y="6831571"/>
              <a:ext cx="8276970" cy="0"/>
            </a:xfrm>
            <a:prstGeom prst="straightConnector1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AEA21E-A56A-4543-9D96-F3B00D780B67}"/>
                </a:ext>
              </a:extLst>
            </p:cNvPr>
            <p:cNvSpPr txBox="1"/>
            <p:nvPr/>
          </p:nvSpPr>
          <p:spPr>
            <a:xfrm>
              <a:off x="10218377" y="6852141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/>
                <a:t>Lab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69A5B4-362E-654B-8195-BCFF38690E1C}"/>
                </a:ext>
              </a:extLst>
            </p:cNvPr>
            <p:cNvSpPr txBox="1"/>
            <p:nvPr/>
          </p:nvSpPr>
          <p:spPr>
            <a:xfrm>
              <a:off x="2297882" y="1494714"/>
              <a:ext cx="46955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/>
                <a:t>Cap</a:t>
              </a: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7E6A6-6299-8B41-8D2F-59C458277FEE}"/>
              </a:ext>
            </a:extLst>
          </p:cNvPr>
          <p:cNvCxnSpPr>
            <a:cxnSpLocks/>
          </p:cNvCxnSpPr>
          <p:nvPr/>
        </p:nvCxnSpPr>
        <p:spPr>
          <a:xfrm flipV="1">
            <a:off x="803476" y="5016843"/>
            <a:ext cx="1581378" cy="598695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0598E83-2BC4-BC43-8CA7-ABAF62565D61}"/>
              </a:ext>
            </a:extLst>
          </p:cNvPr>
          <p:cNvCxnSpPr>
            <a:cxnSpLocks/>
          </p:cNvCxnSpPr>
          <p:nvPr/>
        </p:nvCxnSpPr>
        <p:spPr>
          <a:xfrm flipV="1">
            <a:off x="2356907" y="3590627"/>
            <a:ext cx="818779" cy="1157898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6A7B250-8E79-E140-B69E-E8F02B6E24F4}"/>
              </a:ext>
            </a:extLst>
          </p:cNvPr>
          <p:cNvCxnSpPr>
            <a:cxnSpLocks/>
          </p:cNvCxnSpPr>
          <p:nvPr/>
        </p:nvCxnSpPr>
        <p:spPr>
          <a:xfrm flipV="1">
            <a:off x="3175686" y="1932194"/>
            <a:ext cx="1429421" cy="1045112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D8566D-D393-E74D-B312-79025CBD0ABA}"/>
              </a:ext>
            </a:extLst>
          </p:cNvPr>
          <p:cNvCxnSpPr>
            <a:cxnSpLocks/>
          </p:cNvCxnSpPr>
          <p:nvPr/>
        </p:nvCxnSpPr>
        <p:spPr>
          <a:xfrm flipV="1">
            <a:off x="4602103" y="366018"/>
            <a:ext cx="1691846" cy="519142"/>
          </a:xfrm>
          <a:prstGeom prst="line">
            <a:avLst/>
          </a:prstGeom>
          <a:noFill/>
          <a:ln w="5715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43BFF0A-7157-734E-9240-4B95261E08DD}"/>
              </a:ext>
            </a:extLst>
          </p:cNvPr>
          <p:cNvCxnSpPr>
            <a:cxnSpLocks/>
          </p:cNvCxnSpPr>
          <p:nvPr/>
        </p:nvCxnSpPr>
        <p:spPr>
          <a:xfrm flipH="1">
            <a:off x="2372497" y="4748525"/>
            <a:ext cx="12357" cy="330102"/>
          </a:xfrm>
          <a:prstGeom prst="line">
            <a:avLst/>
          </a:prstGeom>
          <a:noFill/>
          <a:ln w="57150" cap="flat">
            <a:solidFill>
              <a:schemeClr val="accent2"/>
            </a:solidFill>
            <a:prstDash val="sysDot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F0872CF-6A53-814B-9114-A0D829AD5343}"/>
              </a:ext>
            </a:extLst>
          </p:cNvPr>
          <p:cNvCxnSpPr>
            <a:cxnSpLocks/>
          </p:cNvCxnSpPr>
          <p:nvPr/>
        </p:nvCxnSpPr>
        <p:spPr>
          <a:xfrm>
            <a:off x="3175686" y="2996187"/>
            <a:ext cx="0" cy="594440"/>
          </a:xfrm>
          <a:prstGeom prst="line">
            <a:avLst/>
          </a:prstGeom>
          <a:noFill/>
          <a:ln w="57150" cap="flat">
            <a:solidFill>
              <a:schemeClr val="accent2"/>
            </a:solidFill>
            <a:prstDash val="sysDot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95B6812-F66E-5743-B8C4-57DE03E8F4D8}"/>
              </a:ext>
            </a:extLst>
          </p:cNvPr>
          <p:cNvCxnSpPr>
            <a:cxnSpLocks/>
          </p:cNvCxnSpPr>
          <p:nvPr/>
        </p:nvCxnSpPr>
        <p:spPr>
          <a:xfrm>
            <a:off x="4605107" y="885160"/>
            <a:ext cx="0" cy="1047034"/>
          </a:xfrm>
          <a:prstGeom prst="line">
            <a:avLst/>
          </a:prstGeom>
          <a:noFill/>
          <a:ln w="57150" cap="flat">
            <a:solidFill>
              <a:schemeClr val="accent2"/>
            </a:solidFill>
            <a:prstDash val="sysDot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E77EB-DE54-F346-9250-6D8A7C04105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26</a:t>
            </a:fld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8CF2A9-4D8D-6F41-BFB9-0D4D37E9F6B3}"/>
              </a:ext>
            </a:extLst>
          </p:cNvPr>
          <p:cNvSpPr txBox="1"/>
          <p:nvPr/>
        </p:nvSpPr>
        <p:spPr>
          <a:xfrm rot="20398348">
            <a:off x="952494" y="4970944"/>
            <a:ext cx="112364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Segment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C5D96A-88A2-6A40-A374-A4AB4B3F8560}"/>
              </a:ext>
            </a:extLst>
          </p:cNvPr>
          <p:cNvSpPr txBox="1"/>
          <p:nvPr/>
        </p:nvSpPr>
        <p:spPr>
          <a:xfrm rot="18589024">
            <a:off x="2045181" y="3767920"/>
            <a:ext cx="112364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Segment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3056E7-6335-6349-81B0-1C49A77D9264}"/>
              </a:ext>
            </a:extLst>
          </p:cNvPr>
          <p:cNvSpPr txBox="1"/>
          <p:nvPr/>
        </p:nvSpPr>
        <p:spPr>
          <a:xfrm rot="19410703">
            <a:off x="3216884" y="2003487"/>
            <a:ext cx="112364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Segment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1D3D68-AA03-944D-B634-A533B4C14EAE}"/>
              </a:ext>
            </a:extLst>
          </p:cNvPr>
          <p:cNvSpPr txBox="1"/>
          <p:nvPr/>
        </p:nvSpPr>
        <p:spPr>
          <a:xfrm rot="20471035">
            <a:off x="4939153" y="641289"/>
            <a:ext cx="112364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Segment 4</a:t>
            </a:r>
          </a:p>
        </p:txBody>
      </p:sp>
      <p:sp>
        <p:nvSpPr>
          <p:cNvPr id="30" name="Curves for  The Law of Variable Proportions">
            <a:extLst>
              <a:ext uri="{FF2B5EF4-FFF2-40B4-BE49-F238E27FC236}">
                <a16:creationId xmlns:a16="http://schemas.microsoft.com/office/drawing/2014/main" id="{EFA71C1E-D400-524B-B8EE-0136CB62F9BE}"/>
              </a:ext>
            </a:extLst>
          </p:cNvPr>
          <p:cNvSpPr txBox="1">
            <a:spLocks/>
          </p:cNvSpPr>
          <p:nvPr/>
        </p:nvSpPr>
        <p:spPr>
          <a:xfrm>
            <a:off x="1159845" y="64523"/>
            <a:ext cx="3577498" cy="515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 of Returns to Scale (Contd.)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A6E75F-262A-914F-80C8-81D3AACE1222}"/>
              </a:ext>
            </a:extLst>
          </p:cNvPr>
          <p:cNvSpPr txBox="1"/>
          <p:nvPr/>
        </p:nvSpPr>
        <p:spPr>
          <a:xfrm>
            <a:off x="4192357" y="3227875"/>
            <a:ext cx="355191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= Creative Destruction</a:t>
            </a:r>
            <a:endParaRPr kumimoji="0" lang="en-US" sz="1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89847F-D2C3-5A4A-BEAB-D3EECB3E5CFC}"/>
              </a:ext>
            </a:extLst>
          </p:cNvPr>
          <p:cNvSpPr txBox="1"/>
          <p:nvPr/>
        </p:nvSpPr>
        <p:spPr>
          <a:xfrm>
            <a:off x="3396617" y="3719135"/>
            <a:ext cx="5598940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products,  new versions of the old product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New methods of pro</a:t>
            </a:r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duction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N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ew raw materials and new sources of raw material 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New markets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methods of business / financing</a:t>
            </a:r>
            <a:endParaRPr kumimoji="0" lang="en-US" sz="1800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355AFB-D8E3-0848-B9CE-5C1B18300DE6}"/>
              </a:ext>
            </a:extLst>
          </p:cNvPr>
          <p:cNvSpPr txBox="1"/>
          <p:nvPr/>
        </p:nvSpPr>
        <p:spPr>
          <a:xfrm>
            <a:off x="4027049" y="2807685"/>
            <a:ext cx="419019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Joseph Alois Schumpeter </a:t>
            </a: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(1883 -1950;  Harvard University)</a:t>
            </a:r>
            <a:endParaRPr kumimoji="0" lang="en-US" sz="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60828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6" grpId="1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ADD33D7-E705-F44D-9052-AAF9AF3F78FD}"/>
              </a:ext>
            </a:extLst>
          </p:cNvPr>
          <p:cNvGrpSpPr/>
          <p:nvPr/>
        </p:nvGrpSpPr>
        <p:grpSpPr>
          <a:xfrm>
            <a:off x="5259204" y="62530"/>
            <a:ext cx="3875238" cy="2457484"/>
            <a:chOff x="-801731" y="-440819"/>
            <a:chExt cx="10442008" cy="69901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E1F70EE-7CA7-D646-9F03-3394A79DDB00}"/>
                </a:ext>
              </a:extLst>
            </p:cNvPr>
            <p:cNvGrpSpPr/>
            <p:nvPr/>
          </p:nvGrpSpPr>
          <p:grpSpPr>
            <a:xfrm>
              <a:off x="-801731" y="316444"/>
              <a:ext cx="10442008" cy="6232870"/>
              <a:chOff x="1199402" y="1494714"/>
              <a:chExt cx="10442008" cy="6232870"/>
            </a:xfrm>
          </p:grpSpPr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2BB78341-9308-0149-A44F-4B323911BC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4017" y="1494714"/>
                <a:ext cx="5002" cy="5834551"/>
              </a:xfrm>
              <a:prstGeom prst="straightConnector1">
                <a:avLst/>
              </a:prstGeom>
              <a:noFill/>
              <a:ln w="38100" cap="flat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331085A8-565D-3941-9FA1-7BD2746DA3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10964" y="6831571"/>
                <a:ext cx="8276970" cy="0"/>
              </a:xfrm>
              <a:prstGeom prst="straightConnector1">
                <a:avLst/>
              </a:prstGeom>
              <a:noFill/>
              <a:ln w="38100" cap="flat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AEA21E-A56A-4543-9D96-F3B00D780B67}"/>
                  </a:ext>
                </a:extLst>
              </p:cNvPr>
              <p:cNvSpPr txBox="1"/>
              <p:nvPr/>
            </p:nvSpPr>
            <p:spPr>
              <a:xfrm>
                <a:off x="10218377" y="6852141"/>
                <a:ext cx="1423033" cy="875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</a:t>
                </a: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69A5B4-362E-654B-8195-BCFF38690E1C}"/>
                  </a:ext>
                </a:extLst>
              </p:cNvPr>
              <p:cNvSpPr txBox="1"/>
              <p:nvPr/>
            </p:nvSpPr>
            <p:spPr>
              <a:xfrm>
                <a:off x="1199402" y="1494714"/>
                <a:ext cx="1568037" cy="8754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</a:t>
                </a:r>
                <a:endParaRPr kumimoji="0" lang="en-US" sz="1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387E6A6-6299-8B41-8D2F-59C458277F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476" y="5016843"/>
              <a:ext cx="1581378" cy="598695"/>
            </a:xfrm>
            <a:prstGeom prst="line">
              <a:avLst/>
            </a:prstGeom>
            <a:noFill/>
            <a:ln w="5715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0598E83-2BC4-BC43-8CA7-ABAF62565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56907" y="3326289"/>
              <a:ext cx="818779" cy="1157898"/>
            </a:xfrm>
            <a:prstGeom prst="line">
              <a:avLst/>
            </a:prstGeom>
            <a:noFill/>
            <a:ln w="5715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6A7B250-8E79-E140-B69E-E8F02B6E24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18893" y="1417206"/>
              <a:ext cx="1429422" cy="1045111"/>
            </a:xfrm>
            <a:prstGeom prst="line">
              <a:avLst/>
            </a:prstGeom>
            <a:noFill/>
            <a:ln w="5715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8D8566D-D393-E74D-B312-79025CBD0A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8315" y="-440819"/>
              <a:ext cx="1691846" cy="519142"/>
            </a:xfrm>
            <a:prstGeom prst="line">
              <a:avLst/>
            </a:prstGeom>
            <a:noFill/>
            <a:ln w="5715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43BFF0A-7157-734E-9240-4B95261E08DD}"/>
                </a:ext>
              </a:extLst>
            </p:cNvPr>
            <p:cNvCxnSpPr>
              <a:cxnSpLocks/>
            </p:cNvCxnSpPr>
            <p:nvPr/>
          </p:nvCxnSpPr>
          <p:spPr>
            <a:xfrm>
              <a:off x="2372497" y="4484187"/>
              <a:ext cx="0" cy="594440"/>
            </a:xfrm>
            <a:prstGeom prst="line">
              <a:avLst/>
            </a:prstGeom>
            <a:noFill/>
            <a:ln w="57150" cap="flat">
              <a:solidFill>
                <a:schemeClr val="accent2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F0872CF-6A53-814B-9114-A0D829AD5343}"/>
                </a:ext>
              </a:extLst>
            </p:cNvPr>
            <p:cNvCxnSpPr>
              <a:cxnSpLocks/>
            </p:cNvCxnSpPr>
            <p:nvPr/>
          </p:nvCxnSpPr>
          <p:spPr>
            <a:xfrm>
              <a:off x="3175686" y="2380101"/>
              <a:ext cx="0" cy="946187"/>
            </a:xfrm>
            <a:prstGeom prst="line">
              <a:avLst/>
            </a:prstGeom>
            <a:noFill/>
            <a:ln w="57150" cap="flat">
              <a:solidFill>
                <a:schemeClr val="accent2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95B6812-F66E-5743-B8C4-57DE03E8F4D8}"/>
                </a:ext>
              </a:extLst>
            </p:cNvPr>
            <p:cNvCxnSpPr>
              <a:cxnSpLocks/>
            </p:cNvCxnSpPr>
            <p:nvPr/>
          </p:nvCxnSpPr>
          <p:spPr>
            <a:xfrm>
              <a:off x="4548315" y="56873"/>
              <a:ext cx="0" cy="1310103"/>
            </a:xfrm>
            <a:prstGeom prst="line">
              <a:avLst/>
            </a:prstGeom>
            <a:noFill/>
            <a:ln w="57150" cap="flat">
              <a:solidFill>
                <a:schemeClr val="accent2"/>
              </a:solidFill>
              <a:prstDash val="sysDot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59" name="Curves for  The Law of Variable Proportions">
            <a:extLst>
              <a:ext uri="{FF2B5EF4-FFF2-40B4-BE49-F238E27FC236}">
                <a16:creationId xmlns:a16="http://schemas.microsoft.com/office/drawing/2014/main" id="{FAF5F261-F50A-E04D-B86B-11CD0D099A1F}"/>
              </a:ext>
            </a:extLst>
          </p:cNvPr>
          <p:cNvSpPr txBox="1">
            <a:spLocks/>
          </p:cNvSpPr>
          <p:nvPr/>
        </p:nvSpPr>
        <p:spPr>
          <a:xfrm>
            <a:off x="807342" y="134685"/>
            <a:ext cx="3577498" cy="515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hangingPunct="1">
              <a:defRPr sz="2800" b="1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 of Returns to Scale (Contd.)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BE7286B-F0D0-DC47-B46E-6BF6360D0E65}"/>
              </a:ext>
            </a:extLst>
          </p:cNvPr>
          <p:cNvGrpSpPr/>
          <p:nvPr/>
        </p:nvGrpSpPr>
        <p:grpSpPr>
          <a:xfrm>
            <a:off x="78243" y="702962"/>
            <a:ext cx="7258363" cy="5448033"/>
            <a:chOff x="78243" y="702962"/>
            <a:chExt cx="7258363" cy="544803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B0F3E62-CF8A-694D-A389-347AE44A689A}"/>
                </a:ext>
              </a:extLst>
            </p:cNvPr>
            <p:cNvGrpSpPr/>
            <p:nvPr/>
          </p:nvGrpSpPr>
          <p:grpSpPr>
            <a:xfrm>
              <a:off x="78243" y="702962"/>
              <a:ext cx="6982655" cy="5448033"/>
              <a:chOff x="78243" y="702962"/>
              <a:chExt cx="6982655" cy="544803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CD46B7C-F215-334F-8118-33CCEE272590}"/>
                  </a:ext>
                </a:extLst>
              </p:cNvPr>
              <p:cNvGrpSpPr/>
              <p:nvPr/>
            </p:nvGrpSpPr>
            <p:grpSpPr>
              <a:xfrm>
                <a:off x="78243" y="702962"/>
                <a:ext cx="6982655" cy="5448033"/>
                <a:chOff x="78243" y="702962"/>
                <a:chExt cx="6982655" cy="5448033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5E9C54D-C0B9-9846-8457-DEB74D7F4C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64091" y="3251163"/>
                  <a:ext cx="2017409" cy="845789"/>
                </a:xfrm>
                <a:prstGeom prst="line">
                  <a:avLst/>
                </a:prstGeom>
                <a:noFill/>
                <a:ln w="9525" cap="flat">
                  <a:solidFill>
                    <a:srgbClr val="FF0000"/>
                  </a:solidFill>
                  <a:prstDash val="solid"/>
                  <a:round/>
                  <a:headEnd type="arrow" w="med" len="med"/>
                  <a:tailEnd type="none" w="med" len="med"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69CF7DF7-49B8-2449-8C13-641D298383FF}"/>
                    </a:ext>
                  </a:extLst>
                </p:cNvPr>
                <p:cNvCxnSpPr>
                  <a:cxnSpLocks/>
                  <a:endCxn id="60" idx="6"/>
                </p:cNvCxnSpPr>
                <p:nvPr/>
              </p:nvCxnSpPr>
              <p:spPr>
                <a:xfrm flipV="1">
                  <a:off x="6171026" y="970262"/>
                  <a:ext cx="889872" cy="3126690"/>
                </a:xfrm>
                <a:prstGeom prst="line">
                  <a:avLst/>
                </a:prstGeom>
                <a:noFill/>
                <a:ln w="9525" cap="flat">
                  <a:solidFill>
                    <a:srgbClr val="FF0000"/>
                  </a:solidFill>
                  <a:prstDash val="solid"/>
                  <a:round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10FA2E8E-39B1-B946-AAE3-772B6B95517C}"/>
                    </a:ext>
                  </a:extLst>
                </p:cNvPr>
                <p:cNvGrpSpPr/>
                <p:nvPr/>
              </p:nvGrpSpPr>
              <p:grpSpPr>
                <a:xfrm>
                  <a:off x="78243" y="702962"/>
                  <a:ext cx="6157208" cy="5448033"/>
                  <a:chOff x="78243" y="702962"/>
                  <a:chExt cx="6157208" cy="5448033"/>
                </a:xfrm>
              </p:grpSpPr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A5C51F0A-7782-8A4F-A24E-98F39A96FBB9}"/>
                      </a:ext>
                    </a:extLst>
                  </p:cNvPr>
                  <p:cNvGrpSpPr/>
                  <p:nvPr/>
                </p:nvGrpSpPr>
                <p:grpSpPr>
                  <a:xfrm>
                    <a:off x="78243" y="702962"/>
                    <a:ext cx="6157208" cy="5448033"/>
                    <a:chOff x="-71970" y="316444"/>
                    <a:chExt cx="9126026" cy="5834551"/>
                  </a:xfrm>
                </p:grpSpPr>
                <p:grpSp>
                  <p:nvGrpSpPr>
                    <p:cNvPr id="18" name="Group 17">
                      <a:extLst>
                        <a:ext uri="{FF2B5EF4-FFF2-40B4-BE49-F238E27FC236}">
                          <a16:creationId xmlns:a16="http://schemas.microsoft.com/office/drawing/2014/main" id="{A5FF50F7-4428-F34C-B210-2362A0DB4B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71970" y="316444"/>
                      <a:ext cx="9126026" cy="5834551"/>
                      <a:chOff x="1929163" y="1494714"/>
                      <a:chExt cx="9126026" cy="5834551"/>
                    </a:xfrm>
                  </p:grpSpPr>
                  <p:cxnSp>
                    <p:nvCxnSpPr>
                      <p:cNvPr id="44" name="Straight Arrow Connector 43">
                        <a:extLst>
                          <a:ext uri="{FF2B5EF4-FFF2-40B4-BE49-F238E27FC236}">
                            <a16:creationId xmlns:a16="http://schemas.microsoft.com/office/drawing/2014/main" id="{4937D133-7419-D745-87EA-036E3E1D3F5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2784017" y="1494714"/>
                        <a:ext cx="5002" cy="5834551"/>
                      </a:xfrm>
                      <a:prstGeom prst="straightConnector1">
                        <a:avLst/>
                      </a:prstGeom>
                      <a:noFill/>
                      <a:ln w="38100" cap="flat">
                        <a:solidFill>
                          <a:schemeClr val="tx1"/>
                        </a:solidFill>
                        <a:prstDash val="solid"/>
                        <a:round/>
                        <a:headEnd type="triangle"/>
                        <a:tailEnd type="triangle"/>
                      </a:ln>
                      <a:effectLst>
                        <a:outerShdw blurRad="38100" dist="20000" dir="5400000" rotWithShape="0">
                          <a:srgbClr val="000000">
                            <a:alpha val="38000"/>
                          </a:srgbClr>
                        </a:outerShdw>
                      </a:effectLst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</p:cxnSp>
                  <p:cxnSp>
                    <p:nvCxnSpPr>
                      <p:cNvPr id="45" name="Straight Arrow Connector 44">
                        <a:extLst>
                          <a:ext uri="{FF2B5EF4-FFF2-40B4-BE49-F238E27FC236}">
                            <a16:creationId xmlns:a16="http://schemas.microsoft.com/office/drawing/2014/main" id="{4E628DAE-EC30-7B42-AE13-31300A6CFA0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2410964" y="6831571"/>
                        <a:ext cx="8276970" cy="0"/>
                      </a:xfrm>
                      <a:prstGeom prst="straightConnector1">
                        <a:avLst/>
                      </a:prstGeom>
                      <a:noFill/>
                      <a:ln w="38100" cap="flat">
                        <a:solidFill>
                          <a:schemeClr val="tx1"/>
                        </a:solidFill>
                        <a:prstDash val="solid"/>
                        <a:round/>
                        <a:headEnd type="triangle"/>
                        <a:tailEnd type="triangle"/>
                      </a:ln>
                      <a:effectLst>
                        <a:outerShdw blurRad="38100" dist="20000" dir="5400000" rotWithShape="0">
                          <a:srgbClr val="000000">
                            <a:alpha val="38000"/>
                          </a:srgbClr>
                        </a:outerShdw>
                      </a:effectLst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</p:cxnSp>
                  <p:sp>
                    <p:nvSpPr>
                      <p:cNvPr id="46" name="TextBox 45">
                        <a:extLst>
                          <a:ext uri="{FF2B5EF4-FFF2-40B4-BE49-F238E27FC236}">
                            <a16:creationId xmlns:a16="http://schemas.microsoft.com/office/drawing/2014/main" id="{3E28C600-5729-CA48-B66F-5CD4ADEA0FC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218378" y="6852141"/>
                        <a:ext cx="836811" cy="329611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45719" tIns="45719" rIns="45719" bIns="45719" numCol="1" spcCol="38100" rtlCol="0" anchor="t">
                        <a:spAutoFit/>
                      </a:bodyPr>
                      <a:lstStyle/>
                      <a:p>
                        <a:pPr marL="0" marR="0" indent="0" algn="l" defTabSz="914400" rtl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lang="en-US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Lab</a:t>
                        </a:r>
                        <a:endParaRPr kumimoji="0" lang="en-US" sz="1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libri"/>
                        </a:endParaRPr>
                      </a:p>
                    </p:txBody>
                  </p:sp>
                  <p:sp>
                    <p:nvSpPr>
                      <p:cNvPr id="47" name="TextBox 46">
                        <a:extLst>
                          <a:ext uri="{FF2B5EF4-FFF2-40B4-BE49-F238E27FC236}">
                            <a16:creationId xmlns:a16="http://schemas.microsoft.com/office/drawing/2014/main" id="{E6418B84-0622-2841-88F2-17B177B6C5A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29163" y="1496637"/>
                        <a:ext cx="875446" cy="329611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45719" tIns="45719" rIns="45719" bIns="45719" numCol="1" spcCol="38100" rtlCol="0" anchor="t">
                        <a:spAutoFit/>
                      </a:bodyPr>
                      <a:lstStyle/>
                      <a:p>
                        <a:pPr marL="0" marR="0" indent="0" algn="l" defTabSz="914400" rtl="0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r>
                          <a:rPr lang="en-US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Cap</a:t>
                        </a:r>
                        <a:endParaRPr kumimoji="0" lang="en-US" sz="1400" b="0" i="0" u="none" strike="noStrike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Calibri"/>
                        </a:endParaRPr>
                      </a:p>
                    </p:txBody>
                  </p:sp>
                </p:grpSp>
                <p:cxnSp>
                  <p:nvCxnSpPr>
                    <p:cNvPr id="19" name="Straight Connector 18">
                      <a:extLst>
                        <a:ext uri="{FF2B5EF4-FFF2-40B4-BE49-F238E27FC236}">
                          <a16:creationId xmlns:a16="http://schemas.microsoft.com/office/drawing/2014/main" id="{7BEA273D-ACB3-854E-8B37-BA5E1DE7E92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803476" y="832323"/>
                      <a:ext cx="6981281" cy="4783213"/>
                    </a:xfrm>
                    <a:prstGeom prst="line">
                      <a:avLst/>
                    </a:prstGeom>
                    <a:noFill/>
                    <a:ln w="57150" cap="flat">
                      <a:solidFill>
                        <a:schemeClr val="accent1"/>
                      </a:solidFill>
                      <a:prstDash val="solid"/>
                      <a:round/>
                    </a:ln>
                    <a:effectLst>
                      <a:outerShdw blurRad="38100" dist="20000" dir="5400000" rotWithShape="0">
                        <a:srgbClr val="000000">
                          <a:alpha val="38000"/>
                        </a:srgbClr>
                      </a:outerShdw>
                    </a:effectLst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8E91756A-1E35-AC4B-AF7D-C6B93702B8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9626" y="4573446"/>
                      <a:ext cx="720672" cy="329611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sz="1400" b="0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B169684C-CA30-9649-AA6B-5A4D8A9DF4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24287" y="4016523"/>
                      <a:ext cx="687996" cy="329611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sz="1400" b="0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CA43F3E0-5C46-E24D-9CBB-85B7272F2B1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2003" y="3620175"/>
                      <a:ext cx="726613" cy="329611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sz="1400" b="0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2999203E-9114-A34B-A127-35A8519E03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07580" y="3423734"/>
                      <a:ext cx="613901" cy="329611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sz="1400" b="0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03E4E34F-4243-E74A-B847-BFFBC2A8B8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15887" y="3301452"/>
                      <a:ext cx="628326" cy="329611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sz="1400" b="0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8227858F-2DB3-B64C-91D3-4D04E57071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67380" y="2948281"/>
                      <a:ext cx="613900" cy="329611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sz="1400" b="0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E8B9F6E2-CF64-2F44-972C-408FF97059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78532" y="2420941"/>
                      <a:ext cx="679524" cy="329611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sz="1400" b="0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597EE57E-FEA6-B04C-8E85-5DDB96B9ACA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04027" y="1681653"/>
                      <a:ext cx="488557" cy="329611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sz="1400" b="0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3C267C39-CA21-9144-A957-0671B656D8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37743" y="776691"/>
                      <a:ext cx="717570" cy="329611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45719" tIns="45719" rIns="45719" bIns="45719" numCol="1" spcCol="38100" rtlCol="0" anchor="t">
                      <a:spAutoFit/>
                    </a:bodyPr>
                    <a:lstStyle/>
                    <a:p>
                      <a:pPr marL="0" marR="0" indent="0" algn="l" defTabSz="9144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4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sz="1400" b="0" i="0" u="none" strike="noStrike" cap="none" spc="0" normalizeH="0" baseline="-25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Calibri"/>
                      </a:endParaRPr>
                    </a:p>
                  </p:txBody>
                </p:sp>
              </p:grp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D1AA5DDF-91D8-3A45-BFA9-9A7E4CD2AA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20970" y="4889995"/>
                    <a:ext cx="149484" cy="176275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tx1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9CEE8936-FDBD-FD43-873D-71E856B0AC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51366" y="4377562"/>
                    <a:ext cx="149484" cy="176275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tx1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3157E133-C7B1-E04A-A290-1380CA8A31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89355" y="4023327"/>
                    <a:ext cx="149484" cy="176275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tx1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8633E9DF-DE4C-1D48-B3FB-C187ADBBD7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79504" y="3853584"/>
                    <a:ext cx="149484" cy="176275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tx1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38E5546D-02C6-3547-9AF1-A366EF652E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0795" y="3746239"/>
                    <a:ext cx="149484" cy="176275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tx1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0F878979-D2B4-5442-9E52-256B776B25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88823" y="3428531"/>
                    <a:ext cx="149484" cy="176275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tx1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0860EE7A-B583-524B-9CC4-25B1905042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10148" y="2945413"/>
                    <a:ext cx="149484" cy="176275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tx1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B30DC27B-A75A-D54A-A0EE-D26D1E0C6E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14607" y="2259135"/>
                    <a:ext cx="149484" cy="176275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tx1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E9D6A97E-A9A1-0E48-BAE6-CF693803F5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74592" y="1401601"/>
                    <a:ext cx="149484" cy="176275"/>
                  </a:xfrm>
                  <a:prstGeom prst="line">
                    <a:avLst/>
                  </a:prstGeom>
                  <a:noFill/>
                  <a:ln w="25400" cap="flat">
                    <a:solidFill>
                      <a:schemeClr val="tx1"/>
                    </a:solidFill>
                    <a:prstDash val="solid"/>
                    <a:round/>
                  </a:ln>
                  <a:effectLst>
                    <a:outerShdw blurRad="38100" dist="20000" dir="5400000" rotWithShape="0">
                      <a:srgbClr val="000000">
                        <a:alpha val="38000"/>
                      </a:srgbClr>
                    </a:outerShdw>
                  </a:effectLst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</p:cxnSp>
            </p:grp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D8C749A-4C90-B441-A65C-B277827095A6}"/>
                  </a:ext>
                </a:extLst>
              </p:cNvPr>
              <p:cNvSpPr txBox="1"/>
              <p:nvPr/>
            </p:nvSpPr>
            <p:spPr>
              <a:xfrm rot="1334096">
                <a:off x="4501671" y="3225472"/>
                <a:ext cx="1674455" cy="5232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ctr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could represent </a:t>
                </a:r>
              </a:p>
              <a:p>
                <a:pPr marL="0" marR="0" indent="0" algn="ctr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Any of the segments</a:t>
                </a:r>
                <a:endParaRPr kumimoji="0" lang="en-US" sz="14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892EDF2-D8FE-0F47-936D-1DBF15314A35}"/>
                </a:ext>
              </a:extLst>
            </p:cNvPr>
            <p:cNvSpPr/>
            <p:nvPr/>
          </p:nvSpPr>
          <p:spPr>
            <a:xfrm rot="2886802">
              <a:off x="2505139" y="25249"/>
              <a:ext cx="1460515" cy="6165901"/>
            </a:xfrm>
            <a:prstGeom prst="ellipse">
              <a:avLst/>
            </a:prstGeom>
            <a:noFill/>
            <a:ln w="9525" cap="flat">
              <a:solidFill>
                <a:srgbClr val="FF0000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F5346309-0B06-AA41-AB11-E520D3ADCAC0}"/>
                </a:ext>
              </a:extLst>
            </p:cNvPr>
            <p:cNvSpPr/>
            <p:nvPr/>
          </p:nvSpPr>
          <p:spPr>
            <a:xfrm rot="2886802">
              <a:off x="6845418" y="512091"/>
              <a:ext cx="258422" cy="723955"/>
            </a:xfrm>
            <a:prstGeom prst="ellipse">
              <a:avLst/>
            </a:prstGeom>
            <a:noFill/>
            <a:ln w="6350" cap="flat">
              <a:solidFill>
                <a:srgbClr val="FF0000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411737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6156</TotalTime>
  <Words>1676</Words>
  <Application>Microsoft Macintosh PowerPoint</Application>
  <PresentationFormat>On-screen Show (4:3)</PresentationFormat>
  <Paragraphs>786</Paragraphs>
  <Slides>27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Total Physical Product (TPP)</vt:lpstr>
      <vt:lpstr>Schedule for TPP, APP and MPP</vt:lpstr>
      <vt:lpstr>Calculation of TPP &amp; APP Given MPP</vt:lpstr>
      <vt:lpstr>Calculation of MPP Given TPP</vt:lpstr>
      <vt:lpstr>Schedule for TPP, APP and MPP</vt:lpstr>
      <vt:lpstr>The Law of Variable Proportions</vt:lpstr>
      <vt:lpstr>The Law of Variable Proportions</vt:lpstr>
      <vt:lpstr>APP and MPP Curves The Law of Variable Proportions</vt:lpstr>
      <vt:lpstr>Isoquants Analysis</vt:lpstr>
      <vt:lpstr>Isoquants Analysis (contd.)</vt:lpstr>
      <vt:lpstr>Isoquants Analysis (contd.)</vt:lpstr>
      <vt:lpstr>PowerPoint Presentation</vt:lpstr>
      <vt:lpstr>PowerPoint Presentation</vt:lpstr>
      <vt:lpstr>PowerPoint Presentation</vt:lpstr>
      <vt:lpstr>Laws of Returns to Scale</vt:lpstr>
      <vt:lpstr>Law of Increasing Returns to Scale</vt:lpstr>
      <vt:lpstr>Law of Decreasing Returns to Scale</vt:lpstr>
      <vt:lpstr>Law of Constant Returns to Scale</vt:lpstr>
      <vt:lpstr>Laws of Returns to Scale</vt:lpstr>
      <vt:lpstr>PowerPoint Presentation</vt:lpstr>
      <vt:lpstr>Laws of Returns to Scale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Aggie Menezes</cp:lastModifiedBy>
  <cp:revision>82</cp:revision>
  <dcterms:modified xsi:type="dcterms:W3CDTF">2025-10-26T02:37:03Z</dcterms:modified>
</cp:coreProperties>
</file>